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5.xml" ContentType="application/vnd.openxmlformats-officedocument.them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slideLayouts/slideLayout70.xml" ContentType="application/vnd.openxmlformats-officedocument.presentationml.slideLayout+xml"/>
  <Override PartName="/ppt/theme/theme7.xml" ContentType="application/vnd.openxmlformats-officedocument.them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8.xml" ContentType="application/vnd.openxmlformats-officedocument.theme+xml"/>
  <Override PartName="/ppt/tags/tag131.xml" ContentType="application/vnd.openxmlformats-officedocument.presentationml.tags+xml"/>
  <Override PartName="/ppt/theme/theme9.xml" ContentType="application/vnd.openxmlformats-officedocument.theme+xml"/>
  <Override PartName="/ppt/tags/tag132.xml" ContentType="application/vnd.openxmlformats-officedocument.presentationml.tags+xml"/>
  <Override PartName="/ppt/notesSlides/notesSlide1.xml" ContentType="application/vnd.openxmlformats-officedocument.presentationml.notesSlide+xml"/>
  <Override PartName="/ppt/tags/tag133.xml" ContentType="application/vnd.openxmlformats-officedocument.presentationml.tags+xml"/>
  <Override PartName="/ppt/notesSlides/notesSlide2.xml" ContentType="application/vnd.openxmlformats-officedocument.presentationml.notesSlide+xml"/>
  <Override PartName="/ppt/tags/tag134.xml" ContentType="application/vnd.openxmlformats-officedocument.presentationml.tags+xml"/>
  <Override PartName="/ppt/notesSlides/notesSlide3.xml" ContentType="application/vnd.openxmlformats-officedocument.presentationml.notesSlide+xml"/>
  <Override PartName="/ppt/tags/tag135.xml" ContentType="application/vnd.openxmlformats-officedocument.presentationml.tags+xml"/>
  <Override PartName="/ppt/notesSlides/notesSlide4.xml" ContentType="application/vnd.openxmlformats-officedocument.presentationml.notesSlide+xml"/>
  <Override PartName="/ppt/tags/tag136.xml" ContentType="application/vnd.openxmlformats-officedocument.presentationml.tags+xml"/>
  <Override PartName="/ppt/notesSlides/notesSlide5.xml" ContentType="application/vnd.openxmlformats-officedocument.presentationml.notesSlide+xml"/>
  <Override PartName="/ppt/tags/tag137.xml" ContentType="application/vnd.openxmlformats-officedocument.presentationml.tags+xml"/>
  <Override PartName="/ppt/notesSlides/notesSlide6.xml" ContentType="application/vnd.openxmlformats-officedocument.presentationml.notesSlide+xml"/>
  <Override PartName="/ppt/tags/tag138.xml" ContentType="application/vnd.openxmlformats-officedocument.presentationml.tags+xml"/>
  <Override PartName="/ppt/notesSlides/notesSlide7.xml" ContentType="application/vnd.openxmlformats-officedocument.presentationml.notesSlide+xml"/>
  <Override PartName="/ppt/tags/tag139.xml" ContentType="application/vnd.openxmlformats-officedocument.presentationml.tags+xml"/>
  <Override PartName="/ppt/notesSlides/notesSlide8.xml" ContentType="application/vnd.openxmlformats-officedocument.presentationml.notesSlide+xml"/>
  <Override PartName="/ppt/tags/tag140.xml" ContentType="application/vnd.openxmlformats-officedocument.presentationml.tags+xml"/>
  <Override PartName="/ppt/notesSlides/notesSlide9.xml" ContentType="application/vnd.openxmlformats-officedocument.presentationml.notesSlide+xml"/>
  <Override PartName="/ppt/tags/tag141.xml" ContentType="application/vnd.openxmlformats-officedocument.presentationml.tags+xml"/>
  <Override PartName="/ppt/notesSlides/notesSlide10.xml" ContentType="application/vnd.openxmlformats-officedocument.presentationml.notesSlide+xml"/>
  <Override PartName="/ppt/tags/tag142.xml" ContentType="application/vnd.openxmlformats-officedocument.presentationml.tags+xml"/>
  <Override PartName="/ppt/notesSlides/notesSlide11.xml" ContentType="application/vnd.openxmlformats-officedocument.presentationml.notesSlide+xml"/>
  <Override PartName="/ppt/tags/tag143.xml" ContentType="application/vnd.openxmlformats-officedocument.presentationml.tags+xml"/>
  <Override PartName="/ppt/notesSlides/notesSlide12.xml" ContentType="application/vnd.openxmlformats-officedocument.presentationml.notesSlide+xml"/>
  <Override PartName="/ppt/tags/tag144.xml" ContentType="application/vnd.openxmlformats-officedocument.presentationml.tags+xml"/>
  <Override PartName="/ppt/notesSlides/notesSlide13.xml" ContentType="application/vnd.openxmlformats-officedocument.presentationml.notesSlide+xml"/>
  <Override PartName="/ppt/tags/tag145.xml" ContentType="application/vnd.openxmlformats-officedocument.presentationml.tags+xml"/>
  <Override PartName="/ppt/notesSlides/notesSlide14.xml" ContentType="application/vnd.openxmlformats-officedocument.presentationml.notesSlide+xml"/>
  <Override PartName="/ppt/tags/tag146.xml" ContentType="application/vnd.openxmlformats-officedocument.presentationml.tags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7" r:id="rId4"/>
    <p:sldMasterId id="2147484352" r:id="rId5"/>
    <p:sldMasterId id="2147484449" r:id="rId6"/>
    <p:sldMasterId id="2147484474" r:id="rId7"/>
    <p:sldMasterId id="2147484547" r:id="rId8"/>
    <p:sldMasterId id="2147484019" r:id="rId9"/>
    <p:sldMasterId id="2147484503" r:id="rId10"/>
    <p:sldMasterId id="2147484583" r:id="rId11"/>
  </p:sldMasterIdLst>
  <p:notesMasterIdLst>
    <p:notesMasterId r:id="rId29"/>
  </p:notesMasterIdLst>
  <p:sldIdLst>
    <p:sldId id="413" r:id="rId12"/>
    <p:sldId id="2147476507" r:id="rId13"/>
    <p:sldId id="2147476546" r:id="rId14"/>
    <p:sldId id="2147476556" r:id="rId15"/>
    <p:sldId id="2147476557" r:id="rId16"/>
    <p:sldId id="2147476558" r:id="rId17"/>
    <p:sldId id="2147476565" r:id="rId18"/>
    <p:sldId id="2147476563" r:id="rId19"/>
    <p:sldId id="2147476566" r:id="rId20"/>
    <p:sldId id="2147476568" r:id="rId21"/>
    <p:sldId id="2147476560" r:id="rId22"/>
    <p:sldId id="2147476588" r:id="rId23"/>
    <p:sldId id="2147476589" r:id="rId24"/>
    <p:sldId id="2147476590" r:id="rId25"/>
    <p:sldId id="2147476567" r:id="rId26"/>
    <p:sldId id="2147476574" r:id="rId27"/>
    <p:sldId id="2147476562" r:id="rId28"/>
  </p:sldIdLst>
  <p:sldSz cx="12192000" cy="6858000"/>
  <p:notesSz cx="7315200" cy="9601200"/>
  <p:custDataLst>
    <p:tags r:id="rId30"/>
  </p:custData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73B0D14-A5C5-4A65-8748-51AE90EDB23C}">
          <p14:sldIdLst>
            <p14:sldId id="413"/>
          </p14:sldIdLst>
        </p14:section>
        <p14:section name="Introduction" id="{9DD79AAF-5B00-407F-8A0F-D85179F6A999}">
          <p14:sldIdLst>
            <p14:sldId id="2147476507"/>
            <p14:sldId id="2147476546"/>
            <p14:sldId id="2147476556"/>
            <p14:sldId id="2147476557"/>
            <p14:sldId id="2147476558"/>
            <p14:sldId id="2147476565"/>
            <p14:sldId id="2147476563"/>
            <p14:sldId id="2147476566"/>
            <p14:sldId id="2147476568"/>
            <p14:sldId id="2147476560"/>
            <p14:sldId id="2147476588"/>
            <p14:sldId id="2147476589"/>
            <p14:sldId id="2147476590"/>
            <p14:sldId id="2147476567"/>
            <p14:sldId id="2147476574"/>
            <p14:sldId id="21474765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96" userDrawn="1">
          <p15:clr>
            <a:srgbClr val="A4A3A4"/>
          </p15:clr>
        </p15:guide>
        <p15:guide id="2" pos="3096" userDrawn="1">
          <p15:clr>
            <a:srgbClr val="A4A3A4"/>
          </p15:clr>
        </p15:guide>
        <p15:guide id="3" pos="7584" userDrawn="1">
          <p15:clr>
            <a:srgbClr val="A4A3A4"/>
          </p15:clr>
        </p15:guide>
        <p15:guide id="4" pos="9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A99D21E-AC16-EBED-27DB-00EFA35B0D76}" name="Navarro, Augusto" initials="NA" userId="S::anavarro@antamina.com::e2547c0b-3c5c-4d97-91f9-cae12e9d7640" providerId="AD"/>
  <p188:author id="{CD0CE563-BF97-C4C9-F1E7-EAC86F7E60B8}" name="Rios, Angel" initials="RA" userId="S::arios@antamina.com::9da53fb3-7856-421d-9b16-ebac271198a6" providerId="AD"/>
  <p188:author id="{140DEA8D-3394-DAED-71AD-ADC04C8EF06B}" name="Torres Fajardo, Angélica" initials="TFA" userId="S::atorres@antamina.com::2cf1c6c5-1279-420b-9e5f-818aa8dd886a" providerId="AD"/>
  <p188:author id="{94C96F93-A4F4-CCD6-03E6-51DEAB978C5E}" name="Mena, Eduardo" initials="ME" userId="S::emena@antamina.com::ab40c41a-6119-45e4-83a3-82f4c83ef598" providerId="AD"/>
  <p188:author id="{A60991AA-F1F5-672B-BA91-0F2277C1248B}" name="Alexis Calderon" initials="AC" userId="S::acalderon@bisa.com.pe::9322c6e5-1758-49cf-a476-fa589c519715" providerId="AD"/>
  <p188:author id="{CC6CABBA-84B0-B9E0-8E19-BF86E40CBBAD}" name="Mercado Serruto, Javier" initials="MJ" userId="S::jmercado@antamina.com::2adf22aa-e732-4eb3-aaa2-a6ede9f7170b" providerId="AD"/>
  <p188:author id="{B9C89CE6-A12B-3C0C-F503-F5EEDA9DD35F}" name="Toribio Huaymacari, Jose" initials="THJ" userId="S::jtoribio@antamina.com::2f345193-86b6-4840-af3a-c8a7e9b2f1b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lle Amado, Oscar" initials="VAO" lastIdx="9" clrIdx="0">
    <p:extLst>
      <p:ext uri="{19B8F6BF-5375-455C-9EA6-DF929625EA0E}">
        <p15:presenceInfo xmlns:p15="http://schemas.microsoft.com/office/powerpoint/2012/main" userId="S::ovalle@antamina.com::88fa963e-eec6-4184-99ca-bb99291c3cdd" providerId="AD"/>
      </p:ext>
    </p:extLst>
  </p:cmAuthor>
  <p:cmAuthor id="2" name="Mamani Espinoza, Luis" initials="MEL" lastIdx="36" clrIdx="1">
    <p:extLst>
      <p:ext uri="{19B8F6BF-5375-455C-9EA6-DF929625EA0E}">
        <p15:presenceInfo xmlns:p15="http://schemas.microsoft.com/office/powerpoint/2012/main" userId="S::lmamani@antamina.com::28140ed3-f861-4546-a206-711c1f8607c6" providerId="AD"/>
      </p:ext>
    </p:extLst>
  </p:cmAuthor>
  <p:cmAuthor id="3" name="Cuba Echevarria, Juan" initials="CEJ" lastIdx="2" clrIdx="2">
    <p:extLst>
      <p:ext uri="{19B8F6BF-5375-455C-9EA6-DF929625EA0E}">
        <p15:presenceInfo xmlns:p15="http://schemas.microsoft.com/office/powerpoint/2012/main" userId="Cuba Echevarria, Juan" providerId="None"/>
      </p:ext>
    </p:extLst>
  </p:cmAuthor>
  <p:cmAuthor id="4" name="Whittle, David" initials="WD" lastIdx="5" clrIdx="3">
    <p:extLst>
      <p:ext uri="{19B8F6BF-5375-455C-9EA6-DF929625EA0E}">
        <p15:presenceInfo xmlns:p15="http://schemas.microsoft.com/office/powerpoint/2012/main" userId="S::whittle.dwhittle@antamina.com::759c82ae-649e-4607-95c2-93832d4d903d" providerId="AD"/>
      </p:ext>
    </p:extLst>
  </p:cmAuthor>
  <p:cmAuthor id="5" name="Basombrio, Felipe" initials="BF" lastIdx="11" clrIdx="4">
    <p:extLst>
      <p:ext uri="{19B8F6BF-5375-455C-9EA6-DF929625EA0E}">
        <p15:presenceInfo xmlns:p15="http://schemas.microsoft.com/office/powerpoint/2012/main" userId="S::fbasombrio@antamina.com::c0a46a7e-92d9-458a-803b-53dd4772514d" providerId="AD"/>
      </p:ext>
    </p:extLst>
  </p:cmAuthor>
  <p:cmAuthor id="6" name="Angeles Beron, Fernando" initials="AF" lastIdx="7" clrIdx="5">
    <p:extLst>
      <p:ext uri="{19B8F6BF-5375-455C-9EA6-DF929625EA0E}">
        <p15:presenceInfo xmlns:p15="http://schemas.microsoft.com/office/powerpoint/2012/main" userId="S::fangeles@antamina.com::d0715a81-618b-4265-ae44-993ec7c5784b" providerId="AD"/>
      </p:ext>
    </p:extLst>
  </p:cmAuthor>
  <p:cmAuthor id="7" name="Torres Fajardo, Angélica" initials="TFA" lastIdx="20" clrIdx="6">
    <p:extLst>
      <p:ext uri="{19B8F6BF-5375-455C-9EA6-DF929625EA0E}">
        <p15:presenceInfo xmlns:p15="http://schemas.microsoft.com/office/powerpoint/2012/main" userId="S::atorres@antamina.com::2cf1c6c5-1279-420b-9e5f-818aa8dd886a" providerId="AD"/>
      </p:ext>
    </p:extLst>
  </p:cmAuthor>
  <p:cmAuthor id="8" name="Montes Rojas, Kim" initials="MRK" lastIdx="2" clrIdx="7">
    <p:extLst>
      <p:ext uri="{19B8F6BF-5375-455C-9EA6-DF929625EA0E}">
        <p15:presenceInfo xmlns:p15="http://schemas.microsoft.com/office/powerpoint/2012/main" userId="S::kmontes@antamina.com::60c921c6-13c8-4da4-8694-3227378319be" providerId="AD"/>
      </p:ext>
    </p:extLst>
  </p:cmAuthor>
  <p:cmAuthor id="9" name="Hasegawa Akamine, Tamiko" initials="HT" lastIdx="2" clrIdx="8">
    <p:extLst>
      <p:ext uri="{19B8F6BF-5375-455C-9EA6-DF929625EA0E}">
        <p15:presenceInfo xmlns:p15="http://schemas.microsoft.com/office/powerpoint/2012/main" userId="S::thasegawa@antamina.com::6e0dc371-bd76-4806-a790-3f05e973e6cb" providerId="AD"/>
      </p:ext>
    </p:extLst>
  </p:cmAuthor>
  <p:cmAuthor id="10" name="Sifuentes Vargas, Fabiola" initials="SF" lastIdx="2" clrIdx="9">
    <p:extLst>
      <p:ext uri="{19B8F6BF-5375-455C-9EA6-DF929625EA0E}">
        <p15:presenceInfo xmlns:p15="http://schemas.microsoft.com/office/powerpoint/2012/main" userId="S::fsifuentes@antamina.com::ac464f49-735c-42fe-8c94-851823e35953" providerId="AD"/>
      </p:ext>
    </p:extLst>
  </p:cmAuthor>
  <p:cmAuthor id="11" name="Rios, Angel" initials="RA" lastIdx="1" clrIdx="10">
    <p:extLst>
      <p:ext uri="{19B8F6BF-5375-455C-9EA6-DF929625EA0E}">
        <p15:presenceInfo xmlns:p15="http://schemas.microsoft.com/office/powerpoint/2012/main" userId="S::arios@antamina.com::9da53fb3-7856-421d-9b16-ebac271198a6" providerId="AD"/>
      </p:ext>
    </p:extLst>
  </p:cmAuthor>
  <p:cmAuthor id="12" name="Jonathan Coates" initials="JC" lastIdx="1" clrIdx="11">
    <p:extLst>
      <p:ext uri="{19B8F6BF-5375-455C-9EA6-DF929625EA0E}">
        <p15:presenceInfo xmlns:p15="http://schemas.microsoft.com/office/powerpoint/2012/main" userId="S::jon.h.coates_gmail.com#ext#@antamina1.onmicrosoft.com::aed22cf5-3a06-4d2e-a578-1a623043529a" providerId="AD"/>
      </p:ext>
    </p:extLst>
  </p:cmAuthor>
  <p:cmAuthor id="13" name="Toribio Huaymacari, Jose" initials="THJ" lastIdx="1" clrIdx="12">
    <p:extLst>
      <p:ext uri="{19B8F6BF-5375-455C-9EA6-DF929625EA0E}">
        <p15:presenceInfo xmlns:p15="http://schemas.microsoft.com/office/powerpoint/2012/main" userId="S::jtoribio@antamina.com::2f345193-86b6-4840-af3a-c8a7e9b2f1b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8000"/>
    <a:srgbClr val="009999"/>
    <a:srgbClr val="3490A2"/>
    <a:srgbClr val="027481"/>
    <a:srgbClr val="DCDCDC"/>
    <a:srgbClr val="7F7F7F"/>
    <a:srgbClr val="B5C9D3"/>
    <a:srgbClr val="E7E6E6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orient="horz" pos="96"/>
        <p:guide pos="3096"/>
        <p:guide pos="7584"/>
        <p:guide pos="9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228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21" Type="http://schemas.openxmlformats.org/officeDocument/2006/relationships/slide" Target="slides/slide10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tags" Target="tags/tag1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calante, George" userId="c6f8a0d0-2afb-4ed8-a552-975e43f3e2e7" providerId="ADAL" clId="{3E7C3825-5D2D-4AAD-92DE-3370DCA39F40}"/>
    <pc:docChg chg="modSld sldOrd">
      <pc:chgData name="Escalante, George" userId="c6f8a0d0-2afb-4ed8-a552-975e43f3e2e7" providerId="ADAL" clId="{3E7C3825-5D2D-4AAD-92DE-3370DCA39F40}" dt="2026-01-15T20:31:38.691" v="1"/>
      <pc:docMkLst>
        <pc:docMk/>
      </pc:docMkLst>
      <pc:sldChg chg="ord">
        <pc:chgData name="Escalante, George" userId="c6f8a0d0-2afb-4ed8-a552-975e43f3e2e7" providerId="ADAL" clId="{3E7C3825-5D2D-4AAD-92DE-3370DCA39F40}" dt="2026-01-15T20:31:38.691" v="1"/>
        <pc:sldMkLst>
          <pc:docMk/>
          <pc:sldMk cId="3088590495" sldId="21474765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rtl="0">
              <a:defRPr sz="1300"/>
            </a:lvl1pPr>
          </a:lstStyle>
          <a:p>
            <a:endParaRPr lang="es-P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rtl="0">
              <a:defRPr sz="1300"/>
            </a:lvl1pPr>
          </a:lstStyle>
          <a:p>
            <a:fld id="{B4ED5FB0-B15A-4F22-8B61-AF8DCF71AF86}" type="datetimeFigureOut">
              <a:rPr lang="es-PE" smtClean="0"/>
              <a:pPr/>
              <a:t>15/01/2026</a:t>
            </a:fld>
            <a:endParaRPr lang="es-P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s-C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s-PE"/>
              <a:t>Click to </a:t>
            </a:r>
            <a:r>
              <a:rPr lang="es-PE" err="1"/>
              <a:t>edit</a:t>
            </a:r>
            <a:r>
              <a:rPr lang="es-PE"/>
              <a:t> Master </a:t>
            </a:r>
            <a:r>
              <a:rPr lang="es-PE" err="1"/>
              <a:t>text</a:t>
            </a:r>
            <a:r>
              <a:rPr lang="es-PE"/>
              <a:t> </a:t>
            </a:r>
            <a:r>
              <a:rPr lang="es-PE" err="1"/>
              <a:t>styles</a:t>
            </a:r>
            <a:endParaRPr lang="es-PE"/>
          </a:p>
          <a:p>
            <a:pPr lvl="1"/>
            <a:r>
              <a:rPr lang="es-PE" err="1"/>
              <a:t>Second</a:t>
            </a:r>
            <a:r>
              <a:rPr lang="es-PE"/>
              <a:t> </a:t>
            </a:r>
            <a:r>
              <a:rPr lang="es-PE" err="1"/>
              <a:t>level</a:t>
            </a:r>
            <a:endParaRPr lang="es-PE"/>
          </a:p>
          <a:p>
            <a:pPr lvl="2"/>
            <a:r>
              <a:rPr lang="es-PE" err="1"/>
              <a:t>Third</a:t>
            </a:r>
            <a:r>
              <a:rPr lang="es-PE"/>
              <a:t> </a:t>
            </a:r>
            <a:r>
              <a:rPr lang="es-PE" err="1"/>
              <a:t>level</a:t>
            </a:r>
            <a:endParaRPr lang="es-PE"/>
          </a:p>
          <a:p>
            <a:pPr lvl="3"/>
            <a:r>
              <a:rPr lang="es-PE" err="1"/>
              <a:t>Fourth</a:t>
            </a:r>
            <a:r>
              <a:rPr lang="es-PE"/>
              <a:t> </a:t>
            </a:r>
            <a:r>
              <a:rPr lang="es-PE" err="1"/>
              <a:t>level</a:t>
            </a:r>
            <a:endParaRPr lang="es-PE"/>
          </a:p>
          <a:p>
            <a:pPr lvl="4"/>
            <a:r>
              <a:rPr lang="es-PE" err="1"/>
              <a:t>Fifth</a:t>
            </a:r>
            <a:r>
              <a:rPr lang="es-PE"/>
              <a:t> </a:t>
            </a:r>
            <a:r>
              <a:rPr lang="es-PE" err="1"/>
              <a:t>level</a:t>
            </a:r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rtl="0">
              <a:defRPr sz="1300"/>
            </a:lvl1pPr>
          </a:lstStyle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 rtl="0">
              <a:defRPr sz="1300"/>
            </a:lvl1pPr>
          </a:lstStyle>
          <a:p>
            <a:fld id="{51D8825F-1EC9-4472-8EF0-27AAD31A15CE}" type="slidenum">
              <a:rPr lang="es-PE" smtClean="0"/>
              <a:pPr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01836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8825F-1EC9-4472-8EF0-27AAD31A15CE}" type="slidenum">
              <a:rPr lang="es-PE" smtClean="0"/>
              <a:pPr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2635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20206-6C49-15BB-7414-A0BF96BEC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310C3F8-42D7-D854-95EB-8D4220878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0C2C30-F019-EF4D-8DCB-5F47393F7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62E75F-DF8D-4B0B-0093-A359D188F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D8825F-1EC9-4472-8EF0-27AAD31A15CE}" type="slidenum">
              <a:rPr kumimoji="0" lang="es-PE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PE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4059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4E972-7EA9-4263-2EB6-7432A098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A7DD19-88C5-9504-7FC0-112A250C0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0DDB4E9-B9D5-BBDA-9B2C-5F4EF08DA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BCA82A-287F-7BD1-CC50-956BCA98B1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D8825F-1EC9-4472-8EF0-27AAD31A15CE}" type="slidenum">
              <a:rPr kumimoji="0" lang="es-PE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PE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3553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65B36-36D0-4AF4-364C-11CFF71FC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794ED53-979E-B944-13A3-68DD241EC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D29D5EB-2D70-D0EE-031F-9CBBFC517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056ECB-E5CF-D984-81FD-2F94B5C06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D8825F-1EC9-4472-8EF0-27AAD31A15CE}" type="slidenum">
              <a:rPr kumimoji="0" lang="es-PE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PE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0462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9700F-91FC-09C5-5802-C778D8C5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0AC2622-F393-594F-8407-2BB9A88D8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AFEBF5F-D938-2C25-42BA-C67F3C8D5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7D2079-2975-D200-6F4C-9323EDD9B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D8825F-1EC9-4472-8EF0-27AAD31A15CE}" type="slidenum">
              <a:rPr kumimoji="0" lang="es-PE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PE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218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9797F-BEC7-77FC-A302-E24F6122F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9EB8AB-9B5B-7399-E389-629688F17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9F3251E-EA07-3462-913A-D4135135F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29ABD0-963C-C65F-C880-58DFE9E57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D8825F-1EC9-4472-8EF0-27AAD31A15CE}" type="slidenum">
              <a:rPr kumimoji="0" lang="es-PE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PE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0565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969C1-FCEF-CBD5-67E8-349B2376D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8171C33-CDC3-C338-F5E9-6740A8F299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7CD5079-8811-C7FD-D43A-87D89652C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D85961-5762-26D3-B064-2FC3BD94F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D8825F-1EC9-4472-8EF0-27AAD31A15CE}" type="slidenum">
              <a:rPr kumimoji="0" lang="es-PE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PE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9069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10DE8-D6BA-FD65-76F1-75A4510EB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253DF3F-1A27-E872-5C7A-329BDEDCB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CB20CD1-E6EF-FFFF-E3D6-C75959CE6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3C978E-9383-B2E9-6A78-70E8E176B5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D8825F-1EC9-4472-8EF0-27AAD31A15CE}" type="slidenum">
              <a:rPr kumimoji="0" lang="es-PE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PE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2877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D7E6A-4820-208B-8565-34CA7059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D6BE3BC-839A-B088-4548-F3CE6DA23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4D02EFA-FBFA-1BF5-EB6B-B1FD02D95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8BE320-8812-1534-6820-C60C47CF3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D8825F-1EC9-4472-8EF0-27AAD31A15CE}" type="slidenum">
              <a:rPr kumimoji="0" lang="es-PE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PE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9479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524EE-0FC3-3F2F-18E8-D9188DAF3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24D09C6-458C-28C3-850E-00AC3368E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9ECE403-F594-C67F-90B1-31874A7DF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C89261-1DCB-2BD1-AFED-84FCF0A76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D8825F-1EC9-4472-8EF0-27AAD31A15CE}" type="slidenum">
              <a:rPr kumimoji="0" lang="es-PE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PE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18625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902D5-B210-449C-356E-424E9BB59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8EA5639-6638-2A4F-5716-0670F2512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F558FB0-CACA-0DDF-D241-7D6490DEE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04F9105-D5E7-AACD-E84E-B33239E5E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D8825F-1EC9-4472-8EF0-27AAD31A15CE}" type="slidenum">
              <a:rPr kumimoji="0" lang="es-PE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PE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077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035F2-1A7C-30D3-D0DB-468F1BC5F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8FEF741-2192-B743-4C4E-F787DD7598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B38D162-E015-6306-1B77-EABB8DD83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A8C852-D940-8282-9CB9-578F2FEADF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D8825F-1EC9-4472-8EF0-27AAD31A15CE}" type="slidenum">
              <a:rPr kumimoji="0" lang="es-PE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PE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429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7AF37-6EFB-F062-E6C3-EAB58B98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78B8350-C596-8F8F-FCB6-4AA6932B0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38CE136-3970-5E34-BEE6-B6A8BF44E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78FB99-95F5-B330-98A3-0790FACDF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D8825F-1EC9-4472-8EF0-27AAD31A15CE}" type="slidenum">
              <a:rPr kumimoji="0" lang="es-PE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PE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50899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A1355-EB7F-6D45-F8C1-BEA3FFEA3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4DBEF90-9DAB-13F5-BB43-6CF80176B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ABD23C-535D-CA63-03E6-2B31CC79A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B76873-E973-4E97-9D09-E899B8050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D8825F-1EC9-4472-8EF0-27AAD31A15CE}" type="slidenum">
              <a:rPr kumimoji="0" lang="es-PE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PE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73833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46407-8ED1-3FF5-F422-7B1377C3B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E9E70F4-378C-26B6-5C08-6BA0040F4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A723539-C2DD-729D-5FFB-AE6D622DE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ED4A36-9330-29B8-0D43-A6CD7C957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D8825F-1EC9-4472-8EF0-27AAD31A15CE}" type="slidenum">
              <a:rPr kumimoji="0" lang="es-PE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s-PE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844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4.jpeg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4.jpeg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10.jpeg"/><Relationship Id="rId5" Type="http://schemas.openxmlformats.org/officeDocument/2006/relationships/image" Target="../media/image3.emf"/><Relationship Id="rId4" Type="http://schemas.openxmlformats.org/officeDocument/2006/relationships/oleObject" Target="../embeddings/oleObject8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9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10.jpe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1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2.xml"/><Relationship Id="rId5" Type="http://schemas.openxmlformats.org/officeDocument/2006/relationships/image" Target="../media/image16.png"/><Relationship Id="rId4" Type="http://schemas.openxmlformats.org/officeDocument/2006/relationships/image" Target="../media/image15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3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2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4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2.bin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4.bin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image" Target="../media/image18.png"/><Relationship Id="rId5" Type="http://schemas.openxmlformats.org/officeDocument/2006/relationships/tags" Target="../tags/tag87.xml"/><Relationship Id="rId10" Type="http://schemas.openxmlformats.org/officeDocument/2006/relationships/image" Target="../media/image1.emf"/><Relationship Id="rId4" Type="http://schemas.openxmlformats.org/officeDocument/2006/relationships/tags" Target="../tags/tag86.xml"/><Relationship Id="rId9" Type="http://schemas.openxmlformats.org/officeDocument/2006/relationships/oleObject" Target="../embeddings/oleObject15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image" Target="../media/image19.png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2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image" Target="../media/image20.png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2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image" Target="../media/image20.png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2.bin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image" Target="../media/image20.png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2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21.png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image" Target="../media/image8.png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6.bin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oleObject" Target="../embeddings/oleObject18.bin"/><Relationship Id="rId7" Type="http://schemas.openxmlformats.org/officeDocument/2006/relationships/image" Target="../media/image25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2.xml"/><Relationship Id="rId6" Type="http://schemas.openxmlformats.org/officeDocument/2006/relationships/image" Target="../media/image12.png"/><Relationship Id="rId5" Type="http://schemas.openxmlformats.org/officeDocument/2006/relationships/image" Target="../media/image13.jpeg"/><Relationship Id="rId4" Type="http://schemas.openxmlformats.org/officeDocument/2006/relationships/image" Target="../media/image17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3.xml"/><Relationship Id="rId5" Type="http://schemas.openxmlformats.org/officeDocument/2006/relationships/image" Target="../media/image8.png"/><Relationship Id="rId4" Type="http://schemas.openxmlformats.org/officeDocument/2006/relationships/image" Target="../media/image27.emf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106.xml"/><Relationship Id="rId7" Type="http://schemas.openxmlformats.org/officeDocument/2006/relationships/image" Target="../media/image28.png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20.bin"/><Relationship Id="rId4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7" Type="http://schemas.openxmlformats.org/officeDocument/2006/relationships/image" Target="../media/image9.png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image" Target="../media/image8.png"/><Relationship Id="rId5" Type="http://schemas.openxmlformats.org/officeDocument/2006/relationships/image" Target="../media/image24.emf"/><Relationship Id="rId4" Type="http://schemas.openxmlformats.org/officeDocument/2006/relationships/oleObject" Target="../embeddings/oleObject21.bin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45.jpe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50.jpe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54.jpe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3.jpeg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59.jpeg"/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8.jpeg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64.jpeg"/><Relationship Id="rId2" Type="http://schemas.openxmlformats.org/officeDocument/2006/relationships/image" Target="../media/image60.jpe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63.jpeg"/><Relationship Id="rId5" Type="http://schemas.openxmlformats.org/officeDocument/2006/relationships/image" Target="../media/image62.jpeg"/><Relationship Id="rId4" Type="http://schemas.openxmlformats.org/officeDocument/2006/relationships/image" Target="../media/image61.jpeg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9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130.xml"/><Relationship Id="rId4" Type="http://schemas.openxmlformats.org/officeDocument/2006/relationships/image" Target="../media/image73.emf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C7E6A-0C41-13F2-B577-8B7A9C72C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50A1AE-963E-950B-C8CF-628292423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6730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1910830"/>
              </p:ext>
            </p:extLst>
          </p:nvPr>
        </p:nvGraphicFramePr>
        <p:xfrm>
          <a:off x="2163" y="1624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3" y="1624"/>
                        <a:ext cx="215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 hidden="1">
            <a:extLst>
              <a:ext uri="{FF2B5EF4-FFF2-40B4-BE49-F238E27FC236}">
                <a16:creationId xmlns:a16="http://schemas.microsoft.com/office/drawing/2014/main" id="{CA7E1C0D-D37A-45EA-84FB-1F85D6AA08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" y="3"/>
            <a:ext cx="161977" cy="1619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CO" sz="2939" b="0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6398" name="Picture 14" descr="Imagen relacionada">
            <a:extLst>
              <a:ext uri="{FF2B5EF4-FFF2-40B4-BE49-F238E27FC236}">
                <a16:creationId xmlns:a16="http://schemas.microsoft.com/office/drawing/2014/main" id="{2EA0A651-066C-421B-A4C6-CBABF58671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" y="2"/>
            <a:ext cx="1219038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itleRectangle">
            <a:extLst>
              <a:ext uri="{FF2B5EF4-FFF2-40B4-BE49-F238E27FC236}">
                <a16:creationId xmlns:a16="http://schemas.microsoft.com/office/drawing/2014/main" id="{BD566C9D-9B72-4538-9BE1-607706860D39}"/>
              </a:ext>
            </a:extLst>
          </p:cNvPr>
          <p:cNvSpPr>
            <a:spLocks/>
          </p:cNvSpPr>
          <p:nvPr/>
        </p:nvSpPr>
        <p:spPr>
          <a:xfrm>
            <a:off x="0" y="4133390"/>
            <a:ext cx="12192000" cy="2724610"/>
          </a:xfrm>
          <a:prstGeom prst="rect">
            <a:avLst/>
          </a:prstGeom>
          <a:gradFill>
            <a:gsLst>
              <a:gs pos="100000">
                <a:schemeClr val="tx1">
                  <a:alpha val="50000"/>
                </a:schemeClr>
              </a:gs>
              <a:gs pos="0">
                <a:schemeClr val="tx1">
                  <a:alpha val="0"/>
                </a:schemeClr>
              </a:gs>
            </a:gsLst>
            <a:lin ang="5400000" scaled="0"/>
          </a:gra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s-CO" sz="2160" baseline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doc id" hidden="1"/>
          <p:cNvSpPr txBox="1">
            <a:spLocks noChangeArrowheads="1"/>
          </p:cNvSpPr>
          <p:nvPr/>
        </p:nvSpPr>
        <p:spPr bwMode="auto">
          <a:xfrm>
            <a:off x="11487912" y="37259"/>
            <a:ext cx="401720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endParaRPr lang="es-CO" sz="979" baseline="0" noProof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7" name="Document type" hidden="1"/>
          <p:cNvSpPr txBox="1">
            <a:spLocks noChangeArrowheads="1"/>
          </p:cNvSpPr>
          <p:nvPr/>
        </p:nvSpPr>
        <p:spPr bwMode="gray">
          <a:xfrm>
            <a:off x="3085968" y="3679020"/>
            <a:ext cx="8478152" cy="197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s-CO" sz="1285" baseline="0" noProof="0">
                <a:solidFill>
                  <a:schemeClr val="bg1"/>
                </a:solidFill>
                <a:latin typeface="+mn-lt"/>
              </a:rPr>
              <a:t>Tipo de Documento | Fecha</a:t>
            </a:r>
          </a:p>
        </p:txBody>
      </p:sp>
      <p:sp>
        <p:nvSpPr>
          <p:cNvPr id="26" name="Disclaimer-Spanish (Spain Traditional Sort)" hidden="1"/>
          <p:cNvSpPr>
            <a:spLocks noChangeArrowheads="1"/>
          </p:cNvSpPr>
          <p:nvPr/>
        </p:nvSpPr>
        <p:spPr bwMode="black">
          <a:xfrm>
            <a:off x="2837963" y="6381115"/>
            <a:ext cx="5224600" cy="388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defTabSz="985450" eaLnBrk="0" hangingPunct="0"/>
            <a:r>
              <a:rPr lang="es-CO" sz="734" baseline="0">
                <a:solidFill>
                  <a:schemeClr val="bg1"/>
                </a:solidFill>
                <a:latin typeface="+mn-lt"/>
              </a:rPr>
              <a:t>DOCUMENTO CONFIDENCIAL PROPIEDAD DE </a:t>
            </a:r>
            <a:r>
              <a:rPr lang="es-CO" sz="734" baseline="0" err="1">
                <a:solidFill>
                  <a:schemeClr val="bg1"/>
                </a:solidFill>
                <a:latin typeface="+mn-lt"/>
              </a:rPr>
              <a:t>McKINSEY</a:t>
            </a:r>
            <a:r>
              <a:rPr lang="es-CO" sz="734" baseline="0">
                <a:solidFill>
                  <a:schemeClr val="bg1"/>
                </a:solidFill>
                <a:latin typeface="+mn-lt"/>
              </a:rPr>
              <a:t> &amp; CO.</a:t>
            </a:r>
          </a:p>
          <a:p>
            <a:pPr defTabSz="985450" eaLnBrk="0" hangingPunct="0"/>
            <a:r>
              <a:rPr lang="es-CO" sz="734" baseline="0">
                <a:solidFill>
                  <a:schemeClr val="bg1"/>
                </a:solidFill>
                <a:latin typeface="+mn-lt"/>
              </a:rPr>
              <a:t>Queda prohibido su uso y distribución sin la autorización expresa de McKinsey &amp; Company </a:t>
            </a:r>
          </a:p>
        </p:txBody>
      </p:sp>
      <p:sp>
        <p:nvSpPr>
          <p:cNvPr id="11" name="LogoPlaceHolder">
            <a:extLst>
              <a:ext uri="{FF2B5EF4-FFF2-40B4-BE49-F238E27FC236}">
                <a16:creationId xmlns:a16="http://schemas.microsoft.com/office/drawing/2014/main" id="{0397561C-7629-41F3-862F-F2AE96A181AE}"/>
              </a:ext>
            </a:extLst>
          </p:cNvPr>
          <p:cNvSpPr/>
          <p:nvPr/>
        </p:nvSpPr>
        <p:spPr>
          <a:xfrm>
            <a:off x="2836216" y="4048476"/>
            <a:ext cx="9355784" cy="84914"/>
          </a:xfrm>
          <a:prstGeom prst="rect">
            <a:avLst/>
          </a:prstGeom>
          <a:solidFill>
            <a:schemeClr val="accent2">
              <a:alpha val="80000"/>
            </a:schemeClr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s-CO" sz="2160">
              <a:solidFill>
                <a:schemeClr val="tx1"/>
              </a:solidFill>
            </a:endParaRPr>
          </a:p>
        </p:txBody>
      </p:sp>
      <p:sp>
        <p:nvSpPr>
          <p:cNvPr id="37" name="TitleRectangle"/>
          <p:cNvSpPr>
            <a:spLocks/>
          </p:cNvSpPr>
          <p:nvPr/>
        </p:nvSpPr>
        <p:spPr>
          <a:xfrm>
            <a:off x="2836216" y="2"/>
            <a:ext cx="9355784" cy="4048477"/>
          </a:xfrm>
          <a:prstGeom prst="rect">
            <a:avLst/>
          </a:prstGeom>
          <a:solidFill>
            <a:schemeClr val="accent4">
              <a:alpha val="92000"/>
            </a:scheme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s-CO" sz="2160" baseline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3314" name="Title"/>
          <p:cNvSpPr>
            <a:spLocks noGrp="1" noChangeArrowheads="1"/>
          </p:cNvSpPr>
          <p:nvPr>
            <p:ph type="ctrTitle"/>
          </p:nvPr>
        </p:nvSpPr>
        <p:spPr bwMode="gray">
          <a:xfrm>
            <a:off x="3085968" y="1463556"/>
            <a:ext cx="8478152" cy="452278"/>
          </a:xfrm>
          <a:prstGeom prst="rect">
            <a:avLst/>
          </a:prstGeom>
        </p:spPr>
        <p:txBody>
          <a:bodyPr vert="horz"/>
          <a:lstStyle>
            <a:lvl1pPr>
              <a:defRPr sz="2939" b="0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 latinLnBrk="0"/>
            <a:r>
              <a:rPr lang="es-CO" noProof="0" err="1"/>
              <a:t>Click</a:t>
            </a:r>
            <a:r>
              <a:rPr lang="es-CO" noProof="0"/>
              <a:t> </a:t>
            </a:r>
            <a:r>
              <a:rPr lang="es-CO" noProof="0" err="1"/>
              <a:t>to</a:t>
            </a:r>
            <a:r>
              <a:rPr lang="es-CO" noProof="0"/>
              <a:t> </a:t>
            </a:r>
            <a:r>
              <a:rPr lang="es-CO" noProof="0" err="1"/>
              <a:t>edit</a:t>
            </a:r>
            <a:r>
              <a:rPr lang="es-CO" noProof="0"/>
              <a:t> Master </a:t>
            </a:r>
            <a:r>
              <a:rPr lang="es-CO" noProof="0" err="1"/>
              <a:t>title</a:t>
            </a:r>
            <a:r>
              <a:rPr lang="es-CO" noProof="0"/>
              <a:t> </a:t>
            </a:r>
            <a:r>
              <a:rPr lang="es-CO" noProof="0" err="1"/>
              <a:t>style</a:t>
            </a:r>
            <a:endParaRPr lang="es-CO" noProof="0"/>
          </a:p>
        </p:txBody>
      </p:sp>
      <p:sp>
        <p:nvSpPr>
          <p:cNvPr id="13315" name="Subtitle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085968" y="3182437"/>
            <a:ext cx="8478152" cy="19774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85" cap="all" baseline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 lvl="0" latinLnBrk="0"/>
            <a:r>
              <a:rPr lang="es-CO" noProof="0"/>
              <a:t>Click to edit Master subtitle style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58A1DE3-2271-451F-ACDB-347135ABB234}"/>
              </a:ext>
            </a:extLst>
          </p:cNvPr>
          <p:cNvGrpSpPr/>
          <p:nvPr/>
        </p:nvGrpSpPr>
        <p:grpSpPr>
          <a:xfrm>
            <a:off x="3085967" y="201114"/>
            <a:ext cx="1036205" cy="911113"/>
            <a:chOff x="3824288" y="1468438"/>
            <a:chExt cx="4300538" cy="3781425"/>
          </a:xfrm>
          <a:solidFill>
            <a:schemeClr val="bg1"/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523FB8C8-BFAA-4B95-8311-B995E5ED8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288" y="1468438"/>
              <a:ext cx="4300538" cy="2162175"/>
            </a:xfrm>
            <a:custGeom>
              <a:avLst/>
              <a:gdLst>
                <a:gd name="T0" fmla="*/ 3354 w 3496"/>
                <a:gd name="T1" fmla="*/ 1490 h 1760"/>
                <a:gd name="T2" fmla="*/ 3233 w 3496"/>
                <a:gd name="T3" fmla="*/ 1296 h 1760"/>
                <a:gd name="T4" fmla="*/ 2953 w 3496"/>
                <a:gd name="T5" fmla="*/ 944 h 1760"/>
                <a:gd name="T6" fmla="*/ 2751 w 3496"/>
                <a:gd name="T7" fmla="*/ 782 h 1760"/>
                <a:gd name="T8" fmla="*/ 2465 w 3496"/>
                <a:gd name="T9" fmla="*/ 554 h 1760"/>
                <a:gd name="T10" fmla="*/ 2256 w 3496"/>
                <a:gd name="T11" fmla="*/ 302 h 1760"/>
                <a:gd name="T12" fmla="*/ 1941 w 3496"/>
                <a:gd name="T13" fmla="*/ 6 h 1760"/>
                <a:gd name="T14" fmla="*/ 1889 w 3496"/>
                <a:gd name="T15" fmla="*/ 5 h 1760"/>
                <a:gd name="T16" fmla="*/ 1432 w 3496"/>
                <a:gd name="T17" fmla="*/ 328 h 1760"/>
                <a:gd name="T18" fmla="*/ 1007 w 3496"/>
                <a:gd name="T19" fmla="*/ 586 h 1760"/>
                <a:gd name="T20" fmla="*/ 944 w 3496"/>
                <a:gd name="T21" fmla="*/ 607 h 1760"/>
                <a:gd name="T22" fmla="*/ 330 w 3496"/>
                <a:gd name="T23" fmla="*/ 1347 h 1760"/>
                <a:gd name="T24" fmla="*/ 0 w 3496"/>
                <a:gd name="T25" fmla="*/ 1714 h 1760"/>
                <a:gd name="T26" fmla="*/ 1470 w 3496"/>
                <a:gd name="T27" fmla="*/ 1714 h 1760"/>
                <a:gd name="T28" fmla="*/ 1566 w 3496"/>
                <a:gd name="T29" fmla="*/ 1580 h 1760"/>
                <a:gd name="T30" fmla="*/ 1910 w 3496"/>
                <a:gd name="T31" fmla="*/ 1286 h 1760"/>
                <a:gd name="T32" fmla="*/ 2232 w 3496"/>
                <a:gd name="T33" fmla="*/ 1295 h 1760"/>
                <a:gd name="T34" fmla="*/ 2597 w 3496"/>
                <a:gd name="T35" fmla="*/ 1750 h 1760"/>
                <a:gd name="T36" fmla="*/ 2662 w 3496"/>
                <a:gd name="T37" fmla="*/ 1757 h 1760"/>
                <a:gd name="T38" fmla="*/ 2605 w 3496"/>
                <a:gd name="T39" fmla="*/ 1554 h 1760"/>
                <a:gd name="T40" fmla="*/ 2230 w 3496"/>
                <a:gd name="T41" fmla="*/ 1203 h 1760"/>
                <a:gd name="T42" fmla="*/ 1735 w 3496"/>
                <a:gd name="T43" fmla="*/ 1279 h 1760"/>
                <a:gd name="T44" fmla="*/ 1379 w 3496"/>
                <a:gd name="T45" fmla="*/ 1647 h 1760"/>
                <a:gd name="T46" fmla="*/ 1201 w 3496"/>
                <a:gd name="T47" fmla="*/ 1597 h 1760"/>
                <a:gd name="T48" fmla="*/ 1201 w 3496"/>
                <a:gd name="T49" fmla="*/ 1579 h 1760"/>
                <a:gd name="T50" fmla="*/ 1745 w 3496"/>
                <a:gd name="T51" fmla="*/ 1161 h 1760"/>
                <a:gd name="T52" fmla="*/ 2169 w 3496"/>
                <a:gd name="T53" fmla="*/ 1074 h 1760"/>
                <a:gd name="T54" fmla="*/ 2547 w 3496"/>
                <a:gd name="T55" fmla="*/ 1316 h 1760"/>
                <a:gd name="T56" fmla="*/ 2809 w 3496"/>
                <a:gd name="T57" fmla="*/ 1748 h 1760"/>
                <a:gd name="T58" fmla="*/ 2851 w 3496"/>
                <a:gd name="T59" fmla="*/ 1760 h 1760"/>
                <a:gd name="T60" fmla="*/ 2596 w 3496"/>
                <a:gd name="T61" fmla="*/ 1248 h 1760"/>
                <a:gd name="T62" fmla="*/ 2240 w 3496"/>
                <a:gd name="T63" fmla="*/ 1002 h 1760"/>
                <a:gd name="T64" fmla="*/ 1837 w 3496"/>
                <a:gd name="T65" fmla="*/ 1045 h 1760"/>
                <a:gd name="T66" fmla="*/ 1106 w 3496"/>
                <a:gd name="T67" fmla="*/ 1499 h 1760"/>
                <a:gd name="T68" fmla="*/ 947 w 3496"/>
                <a:gd name="T69" fmla="*/ 1451 h 1760"/>
                <a:gd name="T70" fmla="*/ 936 w 3496"/>
                <a:gd name="T71" fmla="*/ 1405 h 1760"/>
                <a:gd name="T72" fmla="*/ 1388 w 3496"/>
                <a:gd name="T73" fmla="*/ 1129 h 1760"/>
                <a:gd name="T74" fmla="*/ 1815 w 3496"/>
                <a:gd name="T75" fmla="*/ 946 h 1760"/>
                <a:gd name="T76" fmla="*/ 2408 w 3496"/>
                <a:gd name="T77" fmla="*/ 943 h 1760"/>
                <a:gd name="T78" fmla="*/ 2917 w 3496"/>
                <a:gd name="T79" fmla="*/ 1535 h 1760"/>
                <a:gd name="T80" fmla="*/ 3011 w 3496"/>
                <a:gd name="T81" fmla="*/ 1758 h 1760"/>
                <a:gd name="T82" fmla="*/ 3074 w 3496"/>
                <a:gd name="T83" fmla="*/ 1738 h 1760"/>
                <a:gd name="T84" fmla="*/ 2798 w 3496"/>
                <a:gd name="T85" fmla="*/ 1175 h 1760"/>
                <a:gd name="T86" fmla="*/ 2356 w 3496"/>
                <a:gd name="T87" fmla="*/ 861 h 1760"/>
                <a:gd name="T88" fmla="*/ 1793 w 3496"/>
                <a:gd name="T89" fmla="*/ 886 h 1760"/>
                <a:gd name="T90" fmla="*/ 1052 w 3496"/>
                <a:gd name="T91" fmla="*/ 1188 h 1760"/>
                <a:gd name="T92" fmla="*/ 796 w 3496"/>
                <a:gd name="T93" fmla="*/ 1283 h 1760"/>
                <a:gd name="T94" fmla="*/ 697 w 3496"/>
                <a:gd name="T95" fmla="*/ 1193 h 1760"/>
                <a:gd name="T96" fmla="*/ 883 w 3496"/>
                <a:gd name="T97" fmla="*/ 1074 h 1760"/>
                <a:gd name="T98" fmla="*/ 1191 w 3496"/>
                <a:gd name="T99" fmla="*/ 950 h 1760"/>
                <a:gd name="T100" fmla="*/ 1664 w 3496"/>
                <a:gd name="T101" fmla="*/ 792 h 1760"/>
                <a:gd name="T102" fmla="*/ 2190 w 3496"/>
                <a:gd name="T103" fmla="*/ 720 h 1760"/>
                <a:gd name="T104" fmla="*/ 2566 w 3496"/>
                <a:gd name="T105" fmla="*/ 837 h 1760"/>
                <a:gd name="T106" fmla="*/ 3253 w 3496"/>
                <a:gd name="T107" fmla="*/ 1729 h 1760"/>
                <a:gd name="T108" fmla="*/ 3496 w 3496"/>
                <a:gd name="T109" fmla="*/ 1747 h 1760"/>
                <a:gd name="T110" fmla="*/ 3490 w 3496"/>
                <a:gd name="T111" fmla="*/ 173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96" h="1760">
                  <a:moveTo>
                    <a:pt x="3490" y="1730"/>
                  </a:moveTo>
                  <a:cubicBezTo>
                    <a:pt x="3458" y="1642"/>
                    <a:pt x="3407" y="1566"/>
                    <a:pt x="3354" y="1490"/>
                  </a:cubicBezTo>
                  <a:cubicBezTo>
                    <a:pt x="3319" y="1440"/>
                    <a:pt x="3284" y="1390"/>
                    <a:pt x="3250" y="1340"/>
                  </a:cubicBezTo>
                  <a:cubicBezTo>
                    <a:pt x="3240" y="1327"/>
                    <a:pt x="3234" y="1313"/>
                    <a:pt x="3233" y="1296"/>
                  </a:cubicBezTo>
                  <a:cubicBezTo>
                    <a:pt x="3225" y="1211"/>
                    <a:pt x="3185" y="1143"/>
                    <a:pt x="3127" y="1083"/>
                  </a:cubicBezTo>
                  <a:cubicBezTo>
                    <a:pt x="3075" y="1029"/>
                    <a:pt x="3014" y="986"/>
                    <a:pt x="2953" y="944"/>
                  </a:cubicBezTo>
                  <a:cubicBezTo>
                    <a:pt x="2891" y="901"/>
                    <a:pt x="2828" y="860"/>
                    <a:pt x="2773" y="808"/>
                  </a:cubicBezTo>
                  <a:cubicBezTo>
                    <a:pt x="2764" y="800"/>
                    <a:pt x="2757" y="791"/>
                    <a:pt x="2751" y="782"/>
                  </a:cubicBezTo>
                  <a:cubicBezTo>
                    <a:pt x="2720" y="738"/>
                    <a:pt x="2682" y="702"/>
                    <a:pt x="2639" y="671"/>
                  </a:cubicBezTo>
                  <a:cubicBezTo>
                    <a:pt x="2583" y="630"/>
                    <a:pt x="2525" y="590"/>
                    <a:pt x="2465" y="554"/>
                  </a:cubicBezTo>
                  <a:cubicBezTo>
                    <a:pt x="2430" y="534"/>
                    <a:pt x="2401" y="509"/>
                    <a:pt x="2378" y="478"/>
                  </a:cubicBezTo>
                  <a:cubicBezTo>
                    <a:pt x="2336" y="420"/>
                    <a:pt x="2295" y="361"/>
                    <a:pt x="2256" y="302"/>
                  </a:cubicBezTo>
                  <a:cubicBezTo>
                    <a:pt x="2210" y="234"/>
                    <a:pt x="2166" y="166"/>
                    <a:pt x="2107" y="108"/>
                  </a:cubicBezTo>
                  <a:cubicBezTo>
                    <a:pt x="2059" y="62"/>
                    <a:pt x="2005" y="26"/>
                    <a:pt x="1941" y="6"/>
                  </a:cubicBezTo>
                  <a:cubicBezTo>
                    <a:pt x="1941" y="6"/>
                    <a:pt x="1940" y="6"/>
                    <a:pt x="1940" y="6"/>
                  </a:cubicBezTo>
                  <a:cubicBezTo>
                    <a:pt x="1916" y="0"/>
                    <a:pt x="1889" y="5"/>
                    <a:pt x="1889" y="5"/>
                  </a:cubicBezTo>
                  <a:cubicBezTo>
                    <a:pt x="1791" y="28"/>
                    <a:pt x="1708" y="79"/>
                    <a:pt x="1633" y="143"/>
                  </a:cubicBezTo>
                  <a:cubicBezTo>
                    <a:pt x="1564" y="203"/>
                    <a:pt x="1498" y="266"/>
                    <a:pt x="1432" y="328"/>
                  </a:cubicBezTo>
                  <a:cubicBezTo>
                    <a:pt x="1368" y="388"/>
                    <a:pt x="1304" y="448"/>
                    <a:pt x="1230" y="497"/>
                  </a:cubicBezTo>
                  <a:cubicBezTo>
                    <a:pt x="1162" y="542"/>
                    <a:pt x="1089" y="575"/>
                    <a:pt x="1007" y="586"/>
                  </a:cubicBezTo>
                  <a:cubicBezTo>
                    <a:pt x="1000" y="587"/>
                    <a:pt x="992" y="589"/>
                    <a:pt x="984" y="588"/>
                  </a:cubicBezTo>
                  <a:cubicBezTo>
                    <a:pt x="967" y="587"/>
                    <a:pt x="956" y="596"/>
                    <a:pt x="944" y="607"/>
                  </a:cubicBezTo>
                  <a:cubicBezTo>
                    <a:pt x="828" y="716"/>
                    <a:pt x="724" y="836"/>
                    <a:pt x="626" y="962"/>
                  </a:cubicBezTo>
                  <a:cubicBezTo>
                    <a:pt x="527" y="1090"/>
                    <a:pt x="430" y="1219"/>
                    <a:pt x="330" y="1347"/>
                  </a:cubicBezTo>
                  <a:cubicBezTo>
                    <a:pt x="231" y="1475"/>
                    <a:pt x="125" y="1596"/>
                    <a:pt x="7" y="1706"/>
                  </a:cubicBezTo>
                  <a:cubicBezTo>
                    <a:pt x="4" y="1708"/>
                    <a:pt x="2" y="1711"/>
                    <a:pt x="0" y="1714"/>
                  </a:cubicBezTo>
                  <a:cubicBezTo>
                    <a:pt x="195" y="1714"/>
                    <a:pt x="390" y="1714"/>
                    <a:pt x="585" y="1714"/>
                  </a:cubicBezTo>
                  <a:cubicBezTo>
                    <a:pt x="880" y="1714"/>
                    <a:pt x="1175" y="1714"/>
                    <a:pt x="1470" y="1714"/>
                  </a:cubicBezTo>
                  <a:cubicBezTo>
                    <a:pt x="1481" y="1714"/>
                    <a:pt x="1487" y="1711"/>
                    <a:pt x="1493" y="1702"/>
                  </a:cubicBezTo>
                  <a:cubicBezTo>
                    <a:pt x="1517" y="1661"/>
                    <a:pt x="1541" y="1620"/>
                    <a:pt x="1566" y="1580"/>
                  </a:cubicBezTo>
                  <a:cubicBezTo>
                    <a:pt x="1615" y="1504"/>
                    <a:pt x="1671" y="1433"/>
                    <a:pt x="1743" y="1378"/>
                  </a:cubicBezTo>
                  <a:cubicBezTo>
                    <a:pt x="1794" y="1339"/>
                    <a:pt x="1848" y="1304"/>
                    <a:pt x="1910" y="1286"/>
                  </a:cubicBezTo>
                  <a:cubicBezTo>
                    <a:pt x="1974" y="1268"/>
                    <a:pt x="2039" y="1261"/>
                    <a:pt x="2104" y="1262"/>
                  </a:cubicBezTo>
                  <a:cubicBezTo>
                    <a:pt x="2150" y="1263"/>
                    <a:pt x="2192" y="1273"/>
                    <a:pt x="2232" y="1295"/>
                  </a:cubicBezTo>
                  <a:cubicBezTo>
                    <a:pt x="2303" y="1334"/>
                    <a:pt x="2363" y="1386"/>
                    <a:pt x="2416" y="1446"/>
                  </a:cubicBezTo>
                  <a:cubicBezTo>
                    <a:pt x="2497" y="1535"/>
                    <a:pt x="2564" y="1632"/>
                    <a:pt x="2597" y="1750"/>
                  </a:cubicBezTo>
                  <a:cubicBezTo>
                    <a:pt x="2598" y="1754"/>
                    <a:pt x="2601" y="1759"/>
                    <a:pt x="2604" y="1759"/>
                  </a:cubicBezTo>
                  <a:cubicBezTo>
                    <a:pt x="2623" y="1759"/>
                    <a:pt x="2643" y="1760"/>
                    <a:pt x="2662" y="1757"/>
                  </a:cubicBezTo>
                  <a:cubicBezTo>
                    <a:pt x="2677" y="1755"/>
                    <a:pt x="2679" y="1750"/>
                    <a:pt x="2675" y="1735"/>
                  </a:cubicBezTo>
                  <a:cubicBezTo>
                    <a:pt x="2662" y="1671"/>
                    <a:pt x="2638" y="1611"/>
                    <a:pt x="2605" y="1554"/>
                  </a:cubicBezTo>
                  <a:cubicBezTo>
                    <a:pt x="2518" y="1402"/>
                    <a:pt x="2393" y="1290"/>
                    <a:pt x="2240" y="1207"/>
                  </a:cubicBezTo>
                  <a:cubicBezTo>
                    <a:pt x="2237" y="1205"/>
                    <a:pt x="2233" y="1203"/>
                    <a:pt x="2230" y="1203"/>
                  </a:cubicBezTo>
                  <a:cubicBezTo>
                    <a:pt x="2128" y="1183"/>
                    <a:pt x="2027" y="1180"/>
                    <a:pt x="1925" y="1202"/>
                  </a:cubicBezTo>
                  <a:cubicBezTo>
                    <a:pt x="1857" y="1216"/>
                    <a:pt x="1794" y="1243"/>
                    <a:pt x="1735" y="1279"/>
                  </a:cubicBezTo>
                  <a:cubicBezTo>
                    <a:pt x="1643" y="1334"/>
                    <a:pt x="1567" y="1406"/>
                    <a:pt x="1501" y="1488"/>
                  </a:cubicBezTo>
                  <a:cubicBezTo>
                    <a:pt x="1458" y="1540"/>
                    <a:pt x="1419" y="1594"/>
                    <a:pt x="1379" y="1647"/>
                  </a:cubicBezTo>
                  <a:cubicBezTo>
                    <a:pt x="1375" y="1653"/>
                    <a:pt x="1371" y="1658"/>
                    <a:pt x="1363" y="1657"/>
                  </a:cubicBezTo>
                  <a:cubicBezTo>
                    <a:pt x="1304" y="1650"/>
                    <a:pt x="1250" y="1631"/>
                    <a:pt x="1201" y="1597"/>
                  </a:cubicBezTo>
                  <a:cubicBezTo>
                    <a:pt x="1198" y="1594"/>
                    <a:pt x="1195" y="1592"/>
                    <a:pt x="1192" y="1589"/>
                  </a:cubicBezTo>
                  <a:cubicBezTo>
                    <a:pt x="1196" y="1585"/>
                    <a:pt x="1198" y="1582"/>
                    <a:pt x="1201" y="1579"/>
                  </a:cubicBezTo>
                  <a:cubicBezTo>
                    <a:pt x="1256" y="1527"/>
                    <a:pt x="1311" y="1474"/>
                    <a:pt x="1367" y="1423"/>
                  </a:cubicBezTo>
                  <a:cubicBezTo>
                    <a:pt x="1482" y="1320"/>
                    <a:pt x="1605" y="1228"/>
                    <a:pt x="1745" y="1161"/>
                  </a:cubicBezTo>
                  <a:cubicBezTo>
                    <a:pt x="1865" y="1103"/>
                    <a:pt x="1991" y="1071"/>
                    <a:pt x="2125" y="1072"/>
                  </a:cubicBezTo>
                  <a:cubicBezTo>
                    <a:pt x="2140" y="1072"/>
                    <a:pt x="2155" y="1075"/>
                    <a:pt x="2169" y="1074"/>
                  </a:cubicBezTo>
                  <a:cubicBezTo>
                    <a:pt x="2207" y="1072"/>
                    <a:pt x="2241" y="1083"/>
                    <a:pt x="2274" y="1098"/>
                  </a:cubicBezTo>
                  <a:cubicBezTo>
                    <a:pt x="2383" y="1149"/>
                    <a:pt x="2471" y="1225"/>
                    <a:pt x="2547" y="1316"/>
                  </a:cubicBezTo>
                  <a:cubicBezTo>
                    <a:pt x="2617" y="1399"/>
                    <a:pt x="2675" y="1490"/>
                    <a:pt x="2726" y="1586"/>
                  </a:cubicBezTo>
                  <a:cubicBezTo>
                    <a:pt x="2755" y="1639"/>
                    <a:pt x="2781" y="1694"/>
                    <a:pt x="2809" y="1748"/>
                  </a:cubicBezTo>
                  <a:cubicBezTo>
                    <a:pt x="2813" y="1756"/>
                    <a:pt x="2817" y="1760"/>
                    <a:pt x="2826" y="1759"/>
                  </a:cubicBezTo>
                  <a:cubicBezTo>
                    <a:pt x="2834" y="1759"/>
                    <a:pt x="2843" y="1760"/>
                    <a:pt x="2851" y="1760"/>
                  </a:cubicBezTo>
                  <a:cubicBezTo>
                    <a:pt x="2868" y="1759"/>
                    <a:pt x="2873" y="1752"/>
                    <a:pt x="2867" y="1735"/>
                  </a:cubicBezTo>
                  <a:cubicBezTo>
                    <a:pt x="2809" y="1555"/>
                    <a:pt x="2722" y="1391"/>
                    <a:pt x="2596" y="1248"/>
                  </a:cubicBezTo>
                  <a:cubicBezTo>
                    <a:pt x="2522" y="1163"/>
                    <a:pt x="2437" y="1091"/>
                    <a:pt x="2336" y="1041"/>
                  </a:cubicBezTo>
                  <a:cubicBezTo>
                    <a:pt x="2305" y="1025"/>
                    <a:pt x="2273" y="1009"/>
                    <a:pt x="2240" y="1002"/>
                  </a:cubicBezTo>
                  <a:cubicBezTo>
                    <a:pt x="2206" y="994"/>
                    <a:pt x="2170" y="994"/>
                    <a:pt x="2136" y="994"/>
                  </a:cubicBezTo>
                  <a:cubicBezTo>
                    <a:pt x="2033" y="994"/>
                    <a:pt x="1934" y="1012"/>
                    <a:pt x="1837" y="1045"/>
                  </a:cubicBezTo>
                  <a:cubicBezTo>
                    <a:pt x="1686" y="1096"/>
                    <a:pt x="1548" y="1176"/>
                    <a:pt x="1419" y="1268"/>
                  </a:cubicBezTo>
                  <a:cubicBezTo>
                    <a:pt x="1313" y="1343"/>
                    <a:pt x="1210" y="1422"/>
                    <a:pt x="1106" y="1499"/>
                  </a:cubicBezTo>
                  <a:cubicBezTo>
                    <a:pt x="1098" y="1504"/>
                    <a:pt x="1088" y="1508"/>
                    <a:pt x="1078" y="1508"/>
                  </a:cubicBezTo>
                  <a:cubicBezTo>
                    <a:pt x="1025" y="1510"/>
                    <a:pt x="984" y="1485"/>
                    <a:pt x="947" y="1451"/>
                  </a:cubicBezTo>
                  <a:cubicBezTo>
                    <a:pt x="937" y="1441"/>
                    <a:pt x="928" y="1430"/>
                    <a:pt x="918" y="1419"/>
                  </a:cubicBezTo>
                  <a:cubicBezTo>
                    <a:pt x="925" y="1414"/>
                    <a:pt x="930" y="1409"/>
                    <a:pt x="936" y="1405"/>
                  </a:cubicBezTo>
                  <a:cubicBezTo>
                    <a:pt x="997" y="1364"/>
                    <a:pt x="1056" y="1321"/>
                    <a:pt x="1118" y="1284"/>
                  </a:cubicBezTo>
                  <a:cubicBezTo>
                    <a:pt x="1207" y="1230"/>
                    <a:pt x="1298" y="1181"/>
                    <a:pt x="1388" y="1129"/>
                  </a:cubicBezTo>
                  <a:cubicBezTo>
                    <a:pt x="1419" y="1112"/>
                    <a:pt x="1447" y="1090"/>
                    <a:pt x="1479" y="1077"/>
                  </a:cubicBezTo>
                  <a:cubicBezTo>
                    <a:pt x="1591" y="1031"/>
                    <a:pt x="1702" y="986"/>
                    <a:pt x="1815" y="946"/>
                  </a:cubicBezTo>
                  <a:cubicBezTo>
                    <a:pt x="1936" y="903"/>
                    <a:pt x="2062" y="881"/>
                    <a:pt x="2192" y="889"/>
                  </a:cubicBezTo>
                  <a:cubicBezTo>
                    <a:pt x="2267" y="894"/>
                    <a:pt x="2340" y="910"/>
                    <a:pt x="2408" y="943"/>
                  </a:cubicBezTo>
                  <a:cubicBezTo>
                    <a:pt x="2525" y="997"/>
                    <a:pt x="2620" y="1077"/>
                    <a:pt x="2701" y="1175"/>
                  </a:cubicBezTo>
                  <a:cubicBezTo>
                    <a:pt x="2792" y="1284"/>
                    <a:pt x="2861" y="1406"/>
                    <a:pt x="2917" y="1535"/>
                  </a:cubicBezTo>
                  <a:cubicBezTo>
                    <a:pt x="2948" y="1604"/>
                    <a:pt x="2975" y="1676"/>
                    <a:pt x="3003" y="1746"/>
                  </a:cubicBezTo>
                  <a:cubicBezTo>
                    <a:pt x="3005" y="1751"/>
                    <a:pt x="3008" y="1758"/>
                    <a:pt x="3011" y="1758"/>
                  </a:cubicBezTo>
                  <a:cubicBezTo>
                    <a:pt x="3028" y="1759"/>
                    <a:pt x="3046" y="1759"/>
                    <a:pt x="3063" y="1757"/>
                  </a:cubicBezTo>
                  <a:cubicBezTo>
                    <a:pt x="3073" y="1756"/>
                    <a:pt x="3077" y="1748"/>
                    <a:pt x="3074" y="1738"/>
                  </a:cubicBezTo>
                  <a:cubicBezTo>
                    <a:pt x="3059" y="1682"/>
                    <a:pt x="3047" y="1626"/>
                    <a:pt x="3028" y="1572"/>
                  </a:cubicBezTo>
                  <a:cubicBezTo>
                    <a:pt x="2979" y="1424"/>
                    <a:pt x="2903" y="1291"/>
                    <a:pt x="2798" y="1175"/>
                  </a:cubicBezTo>
                  <a:cubicBezTo>
                    <a:pt x="2748" y="1119"/>
                    <a:pt x="2692" y="1067"/>
                    <a:pt x="2636" y="1015"/>
                  </a:cubicBezTo>
                  <a:cubicBezTo>
                    <a:pt x="2556" y="939"/>
                    <a:pt x="2462" y="889"/>
                    <a:pt x="2356" y="861"/>
                  </a:cubicBezTo>
                  <a:cubicBezTo>
                    <a:pt x="2244" y="831"/>
                    <a:pt x="2132" y="831"/>
                    <a:pt x="2018" y="843"/>
                  </a:cubicBezTo>
                  <a:cubicBezTo>
                    <a:pt x="1942" y="851"/>
                    <a:pt x="1867" y="867"/>
                    <a:pt x="1793" y="886"/>
                  </a:cubicBezTo>
                  <a:cubicBezTo>
                    <a:pt x="1611" y="933"/>
                    <a:pt x="1437" y="1005"/>
                    <a:pt x="1262" y="1071"/>
                  </a:cubicBezTo>
                  <a:cubicBezTo>
                    <a:pt x="1186" y="1099"/>
                    <a:pt x="1119" y="1145"/>
                    <a:pt x="1052" y="1188"/>
                  </a:cubicBezTo>
                  <a:cubicBezTo>
                    <a:pt x="1005" y="1217"/>
                    <a:pt x="958" y="1246"/>
                    <a:pt x="910" y="1271"/>
                  </a:cubicBezTo>
                  <a:cubicBezTo>
                    <a:pt x="875" y="1288"/>
                    <a:pt x="836" y="1295"/>
                    <a:pt x="796" y="1283"/>
                  </a:cubicBezTo>
                  <a:cubicBezTo>
                    <a:pt x="753" y="1270"/>
                    <a:pt x="722" y="1240"/>
                    <a:pt x="695" y="1206"/>
                  </a:cubicBezTo>
                  <a:cubicBezTo>
                    <a:pt x="693" y="1203"/>
                    <a:pt x="694" y="1195"/>
                    <a:pt x="697" y="1193"/>
                  </a:cubicBezTo>
                  <a:cubicBezTo>
                    <a:pt x="712" y="1178"/>
                    <a:pt x="726" y="1162"/>
                    <a:pt x="743" y="1149"/>
                  </a:cubicBezTo>
                  <a:cubicBezTo>
                    <a:pt x="785" y="1116"/>
                    <a:pt x="834" y="1094"/>
                    <a:pt x="883" y="1074"/>
                  </a:cubicBezTo>
                  <a:cubicBezTo>
                    <a:pt x="967" y="1039"/>
                    <a:pt x="1052" y="1006"/>
                    <a:pt x="1136" y="972"/>
                  </a:cubicBezTo>
                  <a:cubicBezTo>
                    <a:pt x="1155" y="965"/>
                    <a:pt x="1172" y="956"/>
                    <a:pt x="1191" y="950"/>
                  </a:cubicBezTo>
                  <a:cubicBezTo>
                    <a:pt x="1243" y="933"/>
                    <a:pt x="1296" y="918"/>
                    <a:pt x="1347" y="901"/>
                  </a:cubicBezTo>
                  <a:cubicBezTo>
                    <a:pt x="1453" y="865"/>
                    <a:pt x="1558" y="827"/>
                    <a:pt x="1664" y="792"/>
                  </a:cubicBezTo>
                  <a:cubicBezTo>
                    <a:pt x="1763" y="759"/>
                    <a:pt x="1864" y="734"/>
                    <a:pt x="1967" y="722"/>
                  </a:cubicBezTo>
                  <a:cubicBezTo>
                    <a:pt x="2041" y="713"/>
                    <a:pt x="2115" y="712"/>
                    <a:pt x="2190" y="720"/>
                  </a:cubicBezTo>
                  <a:cubicBezTo>
                    <a:pt x="2225" y="724"/>
                    <a:pt x="2261" y="727"/>
                    <a:pt x="2296" y="732"/>
                  </a:cubicBezTo>
                  <a:cubicBezTo>
                    <a:pt x="2394" y="747"/>
                    <a:pt x="2483" y="785"/>
                    <a:pt x="2566" y="837"/>
                  </a:cubicBezTo>
                  <a:cubicBezTo>
                    <a:pt x="2685" y="912"/>
                    <a:pt x="2785" y="1008"/>
                    <a:pt x="2875" y="1115"/>
                  </a:cubicBezTo>
                  <a:cubicBezTo>
                    <a:pt x="3031" y="1301"/>
                    <a:pt x="3152" y="1509"/>
                    <a:pt x="3253" y="1729"/>
                  </a:cubicBezTo>
                  <a:cubicBezTo>
                    <a:pt x="3263" y="1751"/>
                    <a:pt x="3275" y="1759"/>
                    <a:pt x="3298" y="1758"/>
                  </a:cubicBezTo>
                  <a:cubicBezTo>
                    <a:pt x="3364" y="1754"/>
                    <a:pt x="3430" y="1750"/>
                    <a:pt x="3496" y="1747"/>
                  </a:cubicBezTo>
                  <a:cubicBezTo>
                    <a:pt x="3496" y="1744"/>
                    <a:pt x="3496" y="1740"/>
                    <a:pt x="3496" y="1737"/>
                  </a:cubicBezTo>
                  <a:cubicBezTo>
                    <a:pt x="3494" y="1735"/>
                    <a:pt x="3491" y="1733"/>
                    <a:pt x="3490" y="17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58196AB8-50A5-4929-B3FE-A2C19C685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3919538"/>
              <a:ext cx="538163" cy="1330325"/>
            </a:xfrm>
            <a:custGeom>
              <a:avLst/>
              <a:gdLst>
                <a:gd name="T0" fmla="*/ 434 w 437"/>
                <a:gd name="T1" fmla="*/ 924 h 1083"/>
                <a:gd name="T2" fmla="*/ 429 w 437"/>
                <a:gd name="T3" fmla="*/ 761 h 1083"/>
                <a:gd name="T4" fmla="*/ 427 w 437"/>
                <a:gd name="T5" fmla="*/ 657 h 1083"/>
                <a:gd name="T6" fmla="*/ 424 w 437"/>
                <a:gd name="T7" fmla="*/ 530 h 1083"/>
                <a:gd name="T8" fmla="*/ 422 w 437"/>
                <a:gd name="T9" fmla="*/ 357 h 1083"/>
                <a:gd name="T10" fmla="*/ 421 w 437"/>
                <a:gd name="T11" fmla="*/ 331 h 1083"/>
                <a:gd name="T12" fmla="*/ 420 w 437"/>
                <a:gd name="T13" fmla="*/ 290 h 1083"/>
                <a:gd name="T14" fmla="*/ 414 w 437"/>
                <a:gd name="T15" fmla="*/ 31 h 1083"/>
                <a:gd name="T16" fmla="*/ 392 w 437"/>
                <a:gd name="T17" fmla="*/ 2 h 1083"/>
                <a:gd name="T18" fmla="*/ 363 w 437"/>
                <a:gd name="T19" fmla="*/ 25 h 1083"/>
                <a:gd name="T20" fmla="*/ 260 w 437"/>
                <a:gd name="T21" fmla="*/ 457 h 1083"/>
                <a:gd name="T22" fmla="*/ 203 w 437"/>
                <a:gd name="T23" fmla="*/ 696 h 1083"/>
                <a:gd name="T24" fmla="*/ 198 w 437"/>
                <a:gd name="T25" fmla="*/ 709 h 1083"/>
                <a:gd name="T26" fmla="*/ 195 w 437"/>
                <a:gd name="T27" fmla="*/ 697 h 1083"/>
                <a:gd name="T28" fmla="*/ 118 w 437"/>
                <a:gd name="T29" fmla="*/ 341 h 1083"/>
                <a:gd name="T30" fmla="*/ 56 w 437"/>
                <a:gd name="T31" fmla="*/ 54 h 1083"/>
                <a:gd name="T32" fmla="*/ 50 w 437"/>
                <a:gd name="T33" fmla="*/ 28 h 1083"/>
                <a:gd name="T34" fmla="*/ 21 w 437"/>
                <a:gd name="T35" fmla="*/ 10 h 1083"/>
                <a:gd name="T36" fmla="*/ 0 w 437"/>
                <a:gd name="T37" fmla="*/ 35 h 1083"/>
                <a:gd name="T38" fmla="*/ 0 w 437"/>
                <a:gd name="T39" fmla="*/ 50 h 1083"/>
                <a:gd name="T40" fmla="*/ 3 w 437"/>
                <a:gd name="T41" fmla="*/ 388 h 1083"/>
                <a:gd name="T42" fmla="*/ 3 w 437"/>
                <a:gd name="T43" fmla="*/ 395 h 1083"/>
                <a:gd name="T44" fmla="*/ 5 w 437"/>
                <a:gd name="T45" fmla="*/ 527 h 1083"/>
                <a:gd name="T46" fmla="*/ 8 w 437"/>
                <a:gd name="T47" fmla="*/ 816 h 1083"/>
                <a:gd name="T48" fmla="*/ 8 w 437"/>
                <a:gd name="T49" fmla="*/ 834 h 1083"/>
                <a:gd name="T50" fmla="*/ 28 w 437"/>
                <a:gd name="T51" fmla="*/ 855 h 1083"/>
                <a:gd name="T52" fmla="*/ 59 w 437"/>
                <a:gd name="T53" fmla="*/ 828 h 1083"/>
                <a:gd name="T54" fmla="*/ 58 w 437"/>
                <a:gd name="T55" fmla="*/ 703 h 1083"/>
                <a:gd name="T56" fmla="*/ 55 w 437"/>
                <a:gd name="T57" fmla="*/ 316 h 1083"/>
                <a:gd name="T58" fmla="*/ 55 w 437"/>
                <a:gd name="T59" fmla="*/ 306 h 1083"/>
                <a:gd name="T60" fmla="*/ 60 w 437"/>
                <a:gd name="T61" fmla="*/ 317 h 1083"/>
                <a:gd name="T62" fmla="*/ 170 w 437"/>
                <a:gd name="T63" fmla="*/ 830 h 1083"/>
                <a:gd name="T64" fmla="*/ 197 w 437"/>
                <a:gd name="T65" fmla="*/ 856 h 1083"/>
                <a:gd name="T66" fmla="*/ 223 w 437"/>
                <a:gd name="T67" fmla="*/ 831 h 1083"/>
                <a:gd name="T68" fmla="*/ 250 w 437"/>
                <a:gd name="T69" fmla="*/ 721 h 1083"/>
                <a:gd name="T70" fmla="*/ 360 w 437"/>
                <a:gd name="T71" fmla="*/ 256 h 1083"/>
                <a:gd name="T72" fmla="*/ 365 w 437"/>
                <a:gd name="T73" fmla="*/ 239 h 1083"/>
                <a:gd name="T74" fmla="*/ 367 w 437"/>
                <a:gd name="T75" fmla="*/ 240 h 1083"/>
                <a:gd name="T76" fmla="*/ 378 w 437"/>
                <a:gd name="T77" fmla="*/ 698 h 1083"/>
                <a:gd name="T78" fmla="*/ 378 w 437"/>
                <a:gd name="T79" fmla="*/ 713 h 1083"/>
                <a:gd name="T80" fmla="*/ 380 w 437"/>
                <a:gd name="T81" fmla="*/ 816 h 1083"/>
                <a:gd name="T82" fmla="*/ 381 w 437"/>
                <a:gd name="T83" fmla="*/ 824 h 1083"/>
                <a:gd name="T84" fmla="*/ 385 w 437"/>
                <a:gd name="T85" fmla="*/ 1029 h 1083"/>
                <a:gd name="T86" fmla="*/ 386 w 437"/>
                <a:gd name="T87" fmla="*/ 1055 h 1083"/>
                <a:gd name="T88" fmla="*/ 396 w 437"/>
                <a:gd name="T89" fmla="*/ 1083 h 1083"/>
                <a:gd name="T90" fmla="*/ 427 w 437"/>
                <a:gd name="T91" fmla="*/ 1083 h 1083"/>
                <a:gd name="T92" fmla="*/ 436 w 437"/>
                <a:gd name="T93" fmla="*/ 1051 h 1083"/>
                <a:gd name="T94" fmla="*/ 435 w 437"/>
                <a:gd name="T95" fmla="*/ 950 h 1083"/>
                <a:gd name="T96" fmla="*/ 434 w 437"/>
                <a:gd name="T97" fmla="*/ 924 h 1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37" h="1083">
                  <a:moveTo>
                    <a:pt x="434" y="924"/>
                  </a:moveTo>
                  <a:cubicBezTo>
                    <a:pt x="433" y="870"/>
                    <a:pt x="431" y="816"/>
                    <a:pt x="429" y="761"/>
                  </a:cubicBezTo>
                  <a:cubicBezTo>
                    <a:pt x="428" y="726"/>
                    <a:pt x="428" y="692"/>
                    <a:pt x="427" y="657"/>
                  </a:cubicBezTo>
                  <a:cubicBezTo>
                    <a:pt x="426" y="614"/>
                    <a:pt x="425" y="572"/>
                    <a:pt x="424" y="530"/>
                  </a:cubicBezTo>
                  <a:cubicBezTo>
                    <a:pt x="423" y="472"/>
                    <a:pt x="423" y="414"/>
                    <a:pt x="422" y="357"/>
                  </a:cubicBezTo>
                  <a:cubicBezTo>
                    <a:pt x="422" y="348"/>
                    <a:pt x="421" y="340"/>
                    <a:pt x="421" y="331"/>
                  </a:cubicBezTo>
                  <a:cubicBezTo>
                    <a:pt x="421" y="317"/>
                    <a:pt x="420" y="304"/>
                    <a:pt x="420" y="290"/>
                  </a:cubicBezTo>
                  <a:cubicBezTo>
                    <a:pt x="418" y="204"/>
                    <a:pt x="416" y="117"/>
                    <a:pt x="414" y="31"/>
                  </a:cubicBezTo>
                  <a:cubicBezTo>
                    <a:pt x="414" y="14"/>
                    <a:pt x="406" y="3"/>
                    <a:pt x="392" y="2"/>
                  </a:cubicBezTo>
                  <a:cubicBezTo>
                    <a:pt x="377" y="0"/>
                    <a:pt x="367" y="8"/>
                    <a:pt x="363" y="25"/>
                  </a:cubicBezTo>
                  <a:cubicBezTo>
                    <a:pt x="328" y="169"/>
                    <a:pt x="294" y="313"/>
                    <a:pt x="260" y="457"/>
                  </a:cubicBezTo>
                  <a:cubicBezTo>
                    <a:pt x="241" y="537"/>
                    <a:pt x="222" y="616"/>
                    <a:pt x="203" y="696"/>
                  </a:cubicBezTo>
                  <a:cubicBezTo>
                    <a:pt x="202" y="699"/>
                    <a:pt x="200" y="702"/>
                    <a:pt x="198" y="709"/>
                  </a:cubicBezTo>
                  <a:cubicBezTo>
                    <a:pt x="196" y="702"/>
                    <a:pt x="195" y="700"/>
                    <a:pt x="195" y="697"/>
                  </a:cubicBezTo>
                  <a:cubicBezTo>
                    <a:pt x="169" y="578"/>
                    <a:pt x="143" y="460"/>
                    <a:pt x="118" y="341"/>
                  </a:cubicBezTo>
                  <a:cubicBezTo>
                    <a:pt x="97" y="246"/>
                    <a:pt x="76" y="150"/>
                    <a:pt x="56" y="54"/>
                  </a:cubicBezTo>
                  <a:cubicBezTo>
                    <a:pt x="54" y="45"/>
                    <a:pt x="52" y="37"/>
                    <a:pt x="50" y="28"/>
                  </a:cubicBezTo>
                  <a:cubicBezTo>
                    <a:pt x="45" y="15"/>
                    <a:pt x="34" y="8"/>
                    <a:pt x="21" y="10"/>
                  </a:cubicBezTo>
                  <a:cubicBezTo>
                    <a:pt x="9" y="12"/>
                    <a:pt x="1" y="22"/>
                    <a:pt x="0" y="35"/>
                  </a:cubicBezTo>
                  <a:cubicBezTo>
                    <a:pt x="0" y="40"/>
                    <a:pt x="0" y="45"/>
                    <a:pt x="0" y="50"/>
                  </a:cubicBezTo>
                  <a:cubicBezTo>
                    <a:pt x="1" y="163"/>
                    <a:pt x="2" y="275"/>
                    <a:pt x="3" y="388"/>
                  </a:cubicBezTo>
                  <a:cubicBezTo>
                    <a:pt x="3" y="390"/>
                    <a:pt x="3" y="393"/>
                    <a:pt x="3" y="395"/>
                  </a:cubicBezTo>
                  <a:cubicBezTo>
                    <a:pt x="4" y="439"/>
                    <a:pt x="5" y="483"/>
                    <a:pt x="5" y="527"/>
                  </a:cubicBezTo>
                  <a:cubicBezTo>
                    <a:pt x="6" y="623"/>
                    <a:pt x="7" y="720"/>
                    <a:pt x="8" y="816"/>
                  </a:cubicBezTo>
                  <a:cubicBezTo>
                    <a:pt x="8" y="822"/>
                    <a:pt x="8" y="828"/>
                    <a:pt x="8" y="834"/>
                  </a:cubicBezTo>
                  <a:cubicBezTo>
                    <a:pt x="10" y="845"/>
                    <a:pt x="17" y="853"/>
                    <a:pt x="28" y="855"/>
                  </a:cubicBezTo>
                  <a:cubicBezTo>
                    <a:pt x="46" y="859"/>
                    <a:pt x="60" y="847"/>
                    <a:pt x="59" y="828"/>
                  </a:cubicBezTo>
                  <a:cubicBezTo>
                    <a:pt x="59" y="786"/>
                    <a:pt x="58" y="745"/>
                    <a:pt x="58" y="703"/>
                  </a:cubicBezTo>
                  <a:cubicBezTo>
                    <a:pt x="57" y="574"/>
                    <a:pt x="56" y="445"/>
                    <a:pt x="55" y="316"/>
                  </a:cubicBezTo>
                  <a:cubicBezTo>
                    <a:pt x="55" y="313"/>
                    <a:pt x="55" y="309"/>
                    <a:pt x="55" y="306"/>
                  </a:cubicBezTo>
                  <a:cubicBezTo>
                    <a:pt x="58" y="310"/>
                    <a:pt x="59" y="313"/>
                    <a:pt x="60" y="317"/>
                  </a:cubicBezTo>
                  <a:cubicBezTo>
                    <a:pt x="97" y="488"/>
                    <a:pt x="133" y="659"/>
                    <a:pt x="170" y="830"/>
                  </a:cubicBezTo>
                  <a:cubicBezTo>
                    <a:pt x="174" y="847"/>
                    <a:pt x="183" y="856"/>
                    <a:pt x="197" y="856"/>
                  </a:cubicBezTo>
                  <a:cubicBezTo>
                    <a:pt x="211" y="856"/>
                    <a:pt x="219" y="848"/>
                    <a:pt x="223" y="831"/>
                  </a:cubicBezTo>
                  <a:cubicBezTo>
                    <a:pt x="232" y="794"/>
                    <a:pt x="241" y="758"/>
                    <a:pt x="250" y="721"/>
                  </a:cubicBezTo>
                  <a:cubicBezTo>
                    <a:pt x="287" y="566"/>
                    <a:pt x="323" y="411"/>
                    <a:pt x="360" y="256"/>
                  </a:cubicBezTo>
                  <a:cubicBezTo>
                    <a:pt x="362" y="250"/>
                    <a:pt x="364" y="245"/>
                    <a:pt x="365" y="239"/>
                  </a:cubicBezTo>
                  <a:cubicBezTo>
                    <a:pt x="366" y="239"/>
                    <a:pt x="366" y="240"/>
                    <a:pt x="367" y="240"/>
                  </a:cubicBezTo>
                  <a:cubicBezTo>
                    <a:pt x="370" y="393"/>
                    <a:pt x="374" y="545"/>
                    <a:pt x="378" y="698"/>
                  </a:cubicBezTo>
                  <a:cubicBezTo>
                    <a:pt x="378" y="703"/>
                    <a:pt x="378" y="708"/>
                    <a:pt x="378" y="713"/>
                  </a:cubicBezTo>
                  <a:cubicBezTo>
                    <a:pt x="379" y="748"/>
                    <a:pt x="380" y="782"/>
                    <a:pt x="380" y="816"/>
                  </a:cubicBezTo>
                  <a:cubicBezTo>
                    <a:pt x="381" y="819"/>
                    <a:pt x="381" y="821"/>
                    <a:pt x="381" y="824"/>
                  </a:cubicBezTo>
                  <a:cubicBezTo>
                    <a:pt x="382" y="892"/>
                    <a:pt x="384" y="961"/>
                    <a:pt x="385" y="1029"/>
                  </a:cubicBezTo>
                  <a:cubicBezTo>
                    <a:pt x="386" y="1038"/>
                    <a:pt x="386" y="1046"/>
                    <a:pt x="386" y="1055"/>
                  </a:cubicBezTo>
                  <a:cubicBezTo>
                    <a:pt x="389" y="1064"/>
                    <a:pt x="393" y="1074"/>
                    <a:pt x="396" y="1083"/>
                  </a:cubicBezTo>
                  <a:cubicBezTo>
                    <a:pt x="406" y="1083"/>
                    <a:pt x="416" y="1083"/>
                    <a:pt x="427" y="1083"/>
                  </a:cubicBezTo>
                  <a:cubicBezTo>
                    <a:pt x="430" y="1072"/>
                    <a:pt x="436" y="1061"/>
                    <a:pt x="436" y="1051"/>
                  </a:cubicBezTo>
                  <a:cubicBezTo>
                    <a:pt x="437" y="1017"/>
                    <a:pt x="435" y="983"/>
                    <a:pt x="435" y="950"/>
                  </a:cubicBezTo>
                  <a:cubicBezTo>
                    <a:pt x="434" y="941"/>
                    <a:pt x="434" y="933"/>
                    <a:pt x="434" y="9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CDA99E08-CCA6-404A-AB78-0AC13F1776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7725" y="3698875"/>
              <a:ext cx="382588" cy="1282700"/>
            </a:xfrm>
            <a:custGeom>
              <a:avLst/>
              <a:gdLst>
                <a:gd name="T0" fmla="*/ 306 w 311"/>
                <a:gd name="T1" fmla="*/ 185 h 1044"/>
                <a:gd name="T2" fmla="*/ 305 w 311"/>
                <a:gd name="T3" fmla="*/ 32 h 1044"/>
                <a:gd name="T4" fmla="*/ 279 w 311"/>
                <a:gd name="T5" fmla="*/ 0 h 1044"/>
                <a:gd name="T6" fmla="*/ 254 w 311"/>
                <a:gd name="T7" fmla="*/ 32 h 1044"/>
                <a:gd name="T8" fmla="*/ 256 w 311"/>
                <a:gd name="T9" fmla="*/ 281 h 1044"/>
                <a:gd name="T10" fmla="*/ 258 w 311"/>
                <a:gd name="T11" fmla="*/ 834 h 1044"/>
                <a:gd name="T12" fmla="*/ 254 w 311"/>
                <a:gd name="T13" fmla="*/ 834 h 1044"/>
                <a:gd name="T14" fmla="*/ 71 w 311"/>
                <a:gd name="T15" fmla="*/ 252 h 1044"/>
                <a:gd name="T16" fmla="*/ 54 w 311"/>
                <a:gd name="T17" fmla="*/ 200 h 1044"/>
                <a:gd name="T18" fmla="*/ 26 w 311"/>
                <a:gd name="T19" fmla="*/ 183 h 1044"/>
                <a:gd name="T20" fmla="*/ 4 w 311"/>
                <a:gd name="T21" fmla="*/ 206 h 1044"/>
                <a:gd name="T22" fmla="*/ 4 w 311"/>
                <a:gd name="T23" fmla="*/ 222 h 1044"/>
                <a:gd name="T24" fmla="*/ 3 w 311"/>
                <a:gd name="T25" fmla="*/ 399 h 1044"/>
                <a:gd name="T26" fmla="*/ 0 w 311"/>
                <a:gd name="T27" fmla="*/ 1013 h 1044"/>
                <a:gd name="T28" fmla="*/ 26 w 311"/>
                <a:gd name="T29" fmla="*/ 1042 h 1044"/>
                <a:gd name="T30" fmla="*/ 51 w 311"/>
                <a:gd name="T31" fmla="*/ 1014 h 1044"/>
                <a:gd name="T32" fmla="*/ 53 w 311"/>
                <a:gd name="T33" fmla="*/ 734 h 1044"/>
                <a:gd name="T34" fmla="*/ 54 w 311"/>
                <a:gd name="T35" fmla="*/ 405 h 1044"/>
                <a:gd name="T36" fmla="*/ 55 w 311"/>
                <a:gd name="T37" fmla="*/ 388 h 1044"/>
                <a:gd name="T38" fmla="*/ 59 w 311"/>
                <a:gd name="T39" fmla="*/ 388 h 1044"/>
                <a:gd name="T40" fmla="*/ 61 w 311"/>
                <a:gd name="T41" fmla="*/ 394 h 1044"/>
                <a:gd name="T42" fmla="*/ 202 w 311"/>
                <a:gd name="T43" fmla="*/ 841 h 1044"/>
                <a:gd name="T44" fmla="*/ 260 w 311"/>
                <a:gd name="T45" fmla="*/ 1022 h 1044"/>
                <a:gd name="T46" fmla="*/ 283 w 311"/>
                <a:gd name="T47" fmla="*/ 1043 h 1044"/>
                <a:gd name="T48" fmla="*/ 311 w 311"/>
                <a:gd name="T49" fmla="*/ 1013 h 1044"/>
                <a:gd name="T50" fmla="*/ 308 w 311"/>
                <a:gd name="T51" fmla="*/ 653 h 1044"/>
                <a:gd name="T52" fmla="*/ 306 w 311"/>
                <a:gd name="T53" fmla="*/ 185 h 1044"/>
                <a:gd name="T54" fmla="*/ 257 w 311"/>
                <a:gd name="T55" fmla="*/ 838 h 1044"/>
                <a:gd name="T56" fmla="*/ 258 w 311"/>
                <a:gd name="T57" fmla="*/ 834 h 1044"/>
                <a:gd name="T58" fmla="*/ 258 w 311"/>
                <a:gd name="T59" fmla="*/ 834 h 1044"/>
                <a:gd name="T60" fmla="*/ 257 w 311"/>
                <a:gd name="T61" fmla="*/ 838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1" h="1044">
                  <a:moveTo>
                    <a:pt x="306" y="185"/>
                  </a:moveTo>
                  <a:cubicBezTo>
                    <a:pt x="306" y="134"/>
                    <a:pt x="306" y="83"/>
                    <a:pt x="305" y="32"/>
                  </a:cubicBezTo>
                  <a:cubicBezTo>
                    <a:pt x="305" y="13"/>
                    <a:pt x="295" y="0"/>
                    <a:pt x="279" y="0"/>
                  </a:cubicBezTo>
                  <a:cubicBezTo>
                    <a:pt x="264" y="0"/>
                    <a:pt x="254" y="12"/>
                    <a:pt x="254" y="32"/>
                  </a:cubicBezTo>
                  <a:cubicBezTo>
                    <a:pt x="254" y="115"/>
                    <a:pt x="255" y="198"/>
                    <a:pt x="256" y="281"/>
                  </a:cubicBezTo>
                  <a:cubicBezTo>
                    <a:pt x="257" y="465"/>
                    <a:pt x="258" y="650"/>
                    <a:pt x="258" y="834"/>
                  </a:cubicBezTo>
                  <a:cubicBezTo>
                    <a:pt x="257" y="834"/>
                    <a:pt x="256" y="834"/>
                    <a:pt x="254" y="834"/>
                  </a:cubicBezTo>
                  <a:cubicBezTo>
                    <a:pt x="193" y="640"/>
                    <a:pt x="132" y="446"/>
                    <a:pt x="71" y="252"/>
                  </a:cubicBezTo>
                  <a:cubicBezTo>
                    <a:pt x="65" y="235"/>
                    <a:pt x="60" y="217"/>
                    <a:pt x="54" y="200"/>
                  </a:cubicBezTo>
                  <a:cubicBezTo>
                    <a:pt x="50" y="187"/>
                    <a:pt x="38" y="181"/>
                    <a:pt x="26" y="183"/>
                  </a:cubicBezTo>
                  <a:cubicBezTo>
                    <a:pt x="14" y="184"/>
                    <a:pt x="6" y="193"/>
                    <a:pt x="4" y="206"/>
                  </a:cubicBezTo>
                  <a:cubicBezTo>
                    <a:pt x="4" y="211"/>
                    <a:pt x="4" y="217"/>
                    <a:pt x="4" y="222"/>
                  </a:cubicBezTo>
                  <a:cubicBezTo>
                    <a:pt x="4" y="281"/>
                    <a:pt x="3" y="340"/>
                    <a:pt x="3" y="399"/>
                  </a:cubicBezTo>
                  <a:cubicBezTo>
                    <a:pt x="2" y="604"/>
                    <a:pt x="1" y="808"/>
                    <a:pt x="0" y="1013"/>
                  </a:cubicBezTo>
                  <a:cubicBezTo>
                    <a:pt x="0" y="1030"/>
                    <a:pt x="11" y="1042"/>
                    <a:pt x="26" y="1042"/>
                  </a:cubicBezTo>
                  <a:cubicBezTo>
                    <a:pt x="41" y="1042"/>
                    <a:pt x="51" y="1030"/>
                    <a:pt x="51" y="1014"/>
                  </a:cubicBezTo>
                  <a:cubicBezTo>
                    <a:pt x="52" y="921"/>
                    <a:pt x="53" y="828"/>
                    <a:pt x="53" y="734"/>
                  </a:cubicBezTo>
                  <a:cubicBezTo>
                    <a:pt x="54" y="625"/>
                    <a:pt x="54" y="515"/>
                    <a:pt x="54" y="405"/>
                  </a:cubicBezTo>
                  <a:cubicBezTo>
                    <a:pt x="54" y="399"/>
                    <a:pt x="55" y="394"/>
                    <a:pt x="55" y="388"/>
                  </a:cubicBezTo>
                  <a:cubicBezTo>
                    <a:pt x="57" y="388"/>
                    <a:pt x="58" y="388"/>
                    <a:pt x="59" y="388"/>
                  </a:cubicBezTo>
                  <a:cubicBezTo>
                    <a:pt x="60" y="390"/>
                    <a:pt x="61" y="392"/>
                    <a:pt x="61" y="394"/>
                  </a:cubicBezTo>
                  <a:cubicBezTo>
                    <a:pt x="108" y="543"/>
                    <a:pt x="155" y="692"/>
                    <a:pt x="202" y="841"/>
                  </a:cubicBezTo>
                  <a:cubicBezTo>
                    <a:pt x="222" y="902"/>
                    <a:pt x="241" y="962"/>
                    <a:pt x="260" y="1022"/>
                  </a:cubicBezTo>
                  <a:cubicBezTo>
                    <a:pt x="263" y="1034"/>
                    <a:pt x="270" y="1042"/>
                    <a:pt x="283" y="1043"/>
                  </a:cubicBezTo>
                  <a:cubicBezTo>
                    <a:pt x="300" y="1044"/>
                    <a:pt x="311" y="1033"/>
                    <a:pt x="311" y="1013"/>
                  </a:cubicBezTo>
                  <a:cubicBezTo>
                    <a:pt x="310" y="893"/>
                    <a:pt x="309" y="773"/>
                    <a:pt x="308" y="653"/>
                  </a:cubicBezTo>
                  <a:cubicBezTo>
                    <a:pt x="308" y="497"/>
                    <a:pt x="307" y="341"/>
                    <a:pt x="306" y="185"/>
                  </a:cubicBezTo>
                  <a:close/>
                  <a:moveTo>
                    <a:pt x="257" y="838"/>
                  </a:moveTo>
                  <a:cubicBezTo>
                    <a:pt x="258" y="837"/>
                    <a:pt x="258" y="835"/>
                    <a:pt x="258" y="834"/>
                  </a:cubicBezTo>
                  <a:cubicBezTo>
                    <a:pt x="258" y="834"/>
                    <a:pt x="258" y="834"/>
                    <a:pt x="258" y="834"/>
                  </a:cubicBezTo>
                  <a:cubicBezTo>
                    <a:pt x="258" y="835"/>
                    <a:pt x="258" y="837"/>
                    <a:pt x="257" y="83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878A024B-7C22-441E-A599-BEFBDBF44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2600" y="3771900"/>
              <a:ext cx="390525" cy="1236663"/>
            </a:xfrm>
            <a:custGeom>
              <a:avLst/>
              <a:gdLst>
                <a:gd name="T0" fmla="*/ 294 w 317"/>
                <a:gd name="T1" fmla="*/ 2 h 1006"/>
                <a:gd name="T2" fmla="*/ 267 w 317"/>
                <a:gd name="T3" fmla="*/ 20 h 1006"/>
                <a:gd name="T4" fmla="*/ 265 w 317"/>
                <a:gd name="T5" fmla="*/ 41 h 1006"/>
                <a:gd name="T6" fmla="*/ 265 w 317"/>
                <a:gd name="T7" fmla="*/ 785 h 1006"/>
                <a:gd name="T8" fmla="*/ 262 w 317"/>
                <a:gd name="T9" fmla="*/ 785 h 1006"/>
                <a:gd name="T10" fmla="*/ 87 w 317"/>
                <a:gd name="T11" fmla="*/ 239 h 1006"/>
                <a:gd name="T12" fmla="*/ 54 w 317"/>
                <a:gd name="T13" fmla="*/ 139 h 1006"/>
                <a:gd name="T14" fmla="*/ 18 w 317"/>
                <a:gd name="T15" fmla="*/ 121 h 1006"/>
                <a:gd name="T16" fmla="*/ 3 w 317"/>
                <a:gd name="T17" fmla="*/ 150 h 1006"/>
                <a:gd name="T18" fmla="*/ 1 w 317"/>
                <a:gd name="T19" fmla="*/ 528 h 1006"/>
                <a:gd name="T20" fmla="*/ 0 w 317"/>
                <a:gd name="T21" fmla="*/ 849 h 1006"/>
                <a:gd name="T22" fmla="*/ 1 w 317"/>
                <a:gd name="T23" fmla="*/ 978 h 1006"/>
                <a:gd name="T24" fmla="*/ 26 w 317"/>
                <a:gd name="T25" fmla="*/ 1005 h 1006"/>
                <a:gd name="T26" fmla="*/ 52 w 317"/>
                <a:gd name="T27" fmla="*/ 980 h 1006"/>
                <a:gd name="T28" fmla="*/ 52 w 317"/>
                <a:gd name="T29" fmla="*/ 970 h 1006"/>
                <a:gd name="T30" fmla="*/ 52 w 317"/>
                <a:gd name="T31" fmla="*/ 829 h 1006"/>
                <a:gd name="T32" fmla="*/ 54 w 317"/>
                <a:gd name="T33" fmla="*/ 354 h 1006"/>
                <a:gd name="T34" fmla="*/ 54 w 317"/>
                <a:gd name="T35" fmla="*/ 320 h 1006"/>
                <a:gd name="T36" fmla="*/ 57 w 317"/>
                <a:gd name="T37" fmla="*/ 319 h 1006"/>
                <a:gd name="T38" fmla="*/ 62 w 317"/>
                <a:gd name="T39" fmla="*/ 330 h 1006"/>
                <a:gd name="T40" fmla="*/ 86 w 317"/>
                <a:gd name="T41" fmla="*/ 405 h 1006"/>
                <a:gd name="T42" fmla="*/ 264 w 317"/>
                <a:gd name="T43" fmla="*/ 957 h 1006"/>
                <a:gd name="T44" fmla="*/ 295 w 317"/>
                <a:gd name="T45" fmla="*/ 983 h 1006"/>
                <a:gd name="T46" fmla="*/ 316 w 317"/>
                <a:gd name="T47" fmla="*/ 948 h 1006"/>
                <a:gd name="T48" fmla="*/ 316 w 317"/>
                <a:gd name="T49" fmla="*/ 37 h 1006"/>
                <a:gd name="T50" fmla="*/ 316 w 317"/>
                <a:gd name="T51" fmla="*/ 25 h 1006"/>
                <a:gd name="T52" fmla="*/ 294 w 317"/>
                <a:gd name="T53" fmla="*/ 2 h 10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7" h="1006">
                  <a:moveTo>
                    <a:pt x="294" y="2"/>
                  </a:moveTo>
                  <a:cubicBezTo>
                    <a:pt x="280" y="0"/>
                    <a:pt x="270" y="7"/>
                    <a:pt x="267" y="20"/>
                  </a:cubicBezTo>
                  <a:cubicBezTo>
                    <a:pt x="265" y="27"/>
                    <a:pt x="265" y="34"/>
                    <a:pt x="265" y="41"/>
                  </a:cubicBezTo>
                  <a:cubicBezTo>
                    <a:pt x="265" y="289"/>
                    <a:pt x="265" y="537"/>
                    <a:pt x="265" y="785"/>
                  </a:cubicBezTo>
                  <a:cubicBezTo>
                    <a:pt x="264" y="785"/>
                    <a:pt x="263" y="785"/>
                    <a:pt x="262" y="785"/>
                  </a:cubicBezTo>
                  <a:cubicBezTo>
                    <a:pt x="204" y="603"/>
                    <a:pt x="145" y="421"/>
                    <a:pt x="87" y="239"/>
                  </a:cubicBezTo>
                  <a:cubicBezTo>
                    <a:pt x="76" y="206"/>
                    <a:pt x="65" y="172"/>
                    <a:pt x="54" y="139"/>
                  </a:cubicBezTo>
                  <a:cubicBezTo>
                    <a:pt x="48" y="121"/>
                    <a:pt x="33" y="114"/>
                    <a:pt x="18" y="121"/>
                  </a:cubicBezTo>
                  <a:cubicBezTo>
                    <a:pt x="6" y="127"/>
                    <a:pt x="3" y="137"/>
                    <a:pt x="3" y="150"/>
                  </a:cubicBezTo>
                  <a:cubicBezTo>
                    <a:pt x="2" y="276"/>
                    <a:pt x="2" y="402"/>
                    <a:pt x="1" y="528"/>
                  </a:cubicBezTo>
                  <a:cubicBezTo>
                    <a:pt x="1" y="635"/>
                    <a:pt x="1" y="742"/>
                    <a:pt x="0" y="849"/>
                  </a:cubicBezTo>
                  <a:cubicBezTo>
                    <a:pt x="0" y="892"/>
                    <a:pt x="0" y="935"/>
                    <a:pt x="1" y="978"/>
                  </a:cubicBezTo>
                  <a:cubicBezTo>
                    <a:pt x="1" y="994"/>
                    <a:pt x="12" y="1005"/>
                    <a:pt x="26" y="1005"/>
                  </a:cubicBezTo>
                  <a:cubicBezTo>
                    <a:pt x="39" y="1006"/>
                    <a:pt x="50" y="995"/>
                    <a:pt x="52" y="980"/>
                  </a:cubicBezTo>
                  <a:cubicBezTo>
                    <a:pt x="52" y="977"/>
                    <a:pt x="52" y="973"/>
                    <a:pt x="52" y="970"/>
                  </a:cubicBezTo>
                  <a:cubicBezTo>
                    <a:pt x="52" y="923"/>
                    <a:pt x="52" y="876"/>
                    <a:pt x="52" y="829"/>
                  </a:cubicBezTo>
                  <a:cubicBezTo>
                    <a:pt x="53" y="670"/>
                    <a:pt x="53" y="512"/>
                    <a:pt x="54" y="354"/>
                  </a:cubicBezTo>
                  <a:cubicBezTo>
                    <a:pt x="54" y="343"/>
                    <a:pt x="54" y="331"/>
                    <a:pt x="54" y="320"/>
                  </a:cubicBezTo>
                  <a:cubicBezTo>
                    <a:pt x="55" y="320"/>
                    <a:pt x="56" y="320"/>
                    <a:pt x="57" y="319"/>
                  </a:cubicBezTo>
                  <a:cubicBezTo>
                    <a:pt x="59" y="323"/>
                    <a:pt x="60" y="327"/>
                    <a:pt x="62" y="330"/>
                  </a:cubicBezTo>
                  <a:cubicBezTo>
                    <a:pt x="70" y="355"/>
                    <a:pt x="78" y="380"/>
                    <a:pt x="86" y="405"/>
                  </a:cubicBezTo>
                  <a:cubicBezTo>
                    <a:pt x="145" y="589"/>
                    <a:pt x="204" y="773"/>
                    <a:pt x="264" y="957"/>
                  </a:cubicBezTo>
                  <a:cubicBezTo>
                    <a:pt x="270" y="978"/>
                    <a:pt x="279" y="985"/>
                    <a:pt x="295" y="983"/>
                  </a:cubicBezTo>
                  <a:cubicBezTo>
                    <a:pt x="310" y="981"/>
                    <a:pt x="316" y="971"/>
                    <a:pt x="316" y="948"/>
                  </a:cubicBezTo>
                  <a:cubicBezTo>
                    <a:pt x="316" y="644"/>
                    <a:pt x="316" y="340"/>
                    <a:pt x="316" y="37"/>
                  </a:cubicBezTo>
                  <a:cubicBezTo>
                    <a:pt x="316" y="33"/>
                    <a:pt x="317" y="29"/>
                    <a:pt x="316" y="25"/>
                  </a:cubicBezTo>
                  <a:cubicBezTo>
                    <a:pt x="315" y="12"/>
                    <a:pt x="306" y="3"/>
                    <a:pt x="294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F3105A92-58D6-4DC1-99A3-6A9980222E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83225" y="3930650"/>
              <a:ext cx="555625" cy="1052513"/>
            </a:xfrm>
            <a:custGeom>
              <a:avLst/>
              <a:gdLst>
                <a:gd name="T0" fmla="*/ 408 w 452"/>
                <a:gd name="T1" fmla="*/ 658 h 857"/>
                <a:gd name="T2" fmla="*/ 377 w 452"/>
                <a:gd name="T3" fmla="*/ 659 h 857"/>
                <a:gd name="T4" fmla="*/ 358 w 452"/>
                <a:gd name="T5" fmla="*/ 643 h 857"/>
                <a:gd name="T6" fmla="*/ 256 w 452"/>
                <a:gd name="T7" fmla="*/ 52 h 857"/>
                <a:gd name="T8" fmla="*/ 248 w 452"/>
                <a:gd name="T9" fmla="*/ 17 h 857"/>
                <a:gd name="T10" fmla="*/ 224 w 452"/>
                <a:gd name="T11" fmla="*/ 0 h 857"/>
                <a:gd name="T12" fmla="*/ 201 w 452"/>
                <a:gd name="T13" fmla="*/ 17 h 857"/>
                <a:gd name="T14" fmla="*/ 197 w 452"/>
                <a:gd name="T15" fmla="*/ 30 h 857"/>
                <a:gd name="T16" fmla="*/ 64 w 452"/>
                <a:gd name="T17" fmla="*/ 571 h 857"/>
                <a:gd name="T18" fmla="*/ 5 w 452"/>
                <a:gd name="T19" fmla="*/ 815 h 857"/>
                <a:gd name="T20" fmla="*/ 21 w 452"/>
                <a:gd name="T21" fmla="*/ 853 h 857"/>
                <a:gd name="T22" fmla="*/ 55 w 452"/>
                <a:gd name="T23" fmla="*/ 828 h 857"/>
                <a:gd name="T24" fmla="*/ 71 w 452"/>
                <a:gd name="T25" fmla="*/ 758 h 857"/>
                <a:gd name="T26" fmla="*/ 91 w 452"/>
                <a:gd name="T27" fmla="*/ 743 h 857"/>
                <a:gd name="T28" fmla="*/ 311 w 452"/>
                <a:gd name="T29" fmla="*/ 745 h 857"/>
                <a:gd name="T30" fmla="*/ 326 w 452"/>
                <a:gd name="T31" fmla="*/ 758 h 857"/>
                <a:gd name="T32" fmla="*/ 340 w 452"/>
                <a:gd name="T33" fmla="*/ 834 h 857"/>
                <a:gd name="T34" fmla="*/ 363 w 452"/>
                <a:gd name="T35" fmla="*/ 856 h 857"/>
                <a:gd name="T36" fmla="*/ 388 w 452"/>
                <a:gd name="T37" fmla="*/ 840 h 857"/>
                <a:gd name="T38" fmla="*/ 389 w 452"/>
                <a:gd name="T39" fmla="*/ 817 h 857"/>
                <a:gd name="T40" fmla="*/ 378 w 452"/>
                <a:gd name="T41" fmla="*/ 759 h 857"/>
                <a:gd name="T42" fmla="*/ 390 w 452"/>
                <a:gd name="T43" fmla="*/ 746 h 857"/>
                <a:gd name="T44" fmla="*/ 409 w 452"/>
                <a:gd name="T45" fmla="*/ 746 h 857"/>
                <a:gd name="T46" fmla="*/ 451 w 452"/>
                <a:gd name="T47" fmla="*/ 702 h 857"/>
                <a:gd name="T48" fmla="*/ 408 w 452"/>
                <a:gd name="T49" fmla="*/ 658 h 857"/>
                <a:gd name="T50" fmla="*/ 97 w 452"/>
                <a:gd name="T51" fmla="*/ 655 h 857"/>
                <a:gd name="T52" fmla="*/ 218 w 452"/>
                <a:gd name="T53" fmla="*/ 161 h 857"/>
                <a:gd name="T54" fmla="*/ 222 w 452"/>
                <a:gd name="T55" fmla="*/ 161 h 857"/>
                <a:gd name="T56" fmla="*/ 308 w 452"/>
                <a:gd name="T57" fmla="*/ 655 h 857"/>
                <a:gd name="T58" fmla="*/ 97 w 452"/>
                <a:gd name="T59" fmla="*/ 655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52" h="857">
                  <a:moveTo>
                    <a:pt x="408" y="658"/>
                  </a:moveTo>
                  <a:cubicBezTo>
                    <a:pt x="397" y="658"/>
                    <a:pt x="387" y="657"/>
                    <a:pt x="377" y="659"/>
                  </a:cubicBezTo>
                  <a:cubicBezTo>
                    <a:pt x="364" y="660"/>
                    <a:pt x="360" y="655"/>
                    <a:pt x="358" y="643"/>
                  </a:cubicBezTo>
                  <a:cubicBezTo>
                    <a:pt x="324" y="446"/>
                    <a:pt x="290" y="249"/>
                    <a:pt x="256" y="52"/>
                  </a:cubicBezTo>
                  <a:cubicBezTo>
                    <a:pt x="254" y="40"/>
                    <a:pt x="252" y="28"/>
                    <a:pt x="248" y="17"/>
                  </a:cubicBezTo>
                  <a:cubicBezTo>
                    <a:pt x="245" y="5"/>
                    <a:pt x="236" y="0"/>
                    <a:pt x="224" y="0"/>
                  </a:cubicBezTo>
                  <a:cubicBezTo>
                    <a:pt x="212" y="1"/>
                    <a:pt x="204" y="7"/>
                    <a:pt x="201" y="17"/>
                  </a:cubicBezTo>
                  <a:cubicBezTo>
                    <a:pt x="199" y="21"/>
                    <a:pt x="198" y="26"/>
                    <a:pt x="197" y="30"/>
                  </a:cubicBezTo>
                  <a:cubicBezTo>
                    <a:pt x="153" y="210"/>
                    <a:pt x="109" y="391"/>
                    <a:pt x="64" y="571"/>
                  </a:cubicBezTo>
                  <a:cubicBezTo>
                    <a:pt x="44" y="653"/>
                    <a:pt x="24" y="734"/>
                    <a:pt x="5" y="815"/>
                  </a:cubicBezTo>
                  <a:cubicBezTo>
                    <a:pt x="0" y="835"/>
                    <a:pt x="6" y="849"/>
                    <a:pt x="21" y="853"/>
                  </a:cubicBezTo>
                  <a:cubicBezTo>
                    <a:pt x="37" y="857"/>
                    <a:pt x="50" y="847"/>
                    <a:pt x="55" y="828"/>
                  </a:cubicBezTo>
                  <a:cubicBezTo>
                    <a:pt x="60" y="805"/>
                    <a:pt x="67" y="781"/>
                    <a:pt x="71" y="758"/>
                  </a:cubicBezTo>
                  <a:cubicBezTo>
                    <a:pt x="74" y="746"/>
                    <a:pt x="79" y="743"/>
                    <a:pt x="91" y="743"/>
                  </a:cubicBezTo>
                  <a:cubicBezTo>
                    <a:pt x="164" y="744"/>
                    <a:pt x="238" y="745"/>
                    <a:pt x="311" y="745"/>
                  </a:cubicBezTo>
                  <a:cubicBezTo>
                    <a:pt x="321" y="745"/>
                    <a:pt x="325" y="748"/>
                    <a:pt x="326" y="758"/>
                  </a:cubicBezTo>
                  <a:cubicBezTo>
                    <a:pt x="330" y="783"/>
                    <a:pt x="335" y="809"/>
                    <a:pt x="340" y="834"/>
                  </a:cubicBezTo>
                  <a:cubicBezTo>
                    <a:pt x="342" y="847"/>
                    <a:pt x="351" y="855"/>
                    <a:pt x="363" y="856"/>
                  </a:cubicBezTo>
                  <a:cubicBezTo>
                    <a:pt x="375" y="856"/>
                    <a:pt x="384" y="851"/>
                    <a:pt x="388" y="840"/>
                  </a:cubicBezTo>
                  <a:cubicBezTo>
                    <a:pt x="391" y="833"/>
                    <a:pt x="390" y="825"/>
                    <a:pt x="389" y="817"/>
                  </a:cubicBezTo>
                  <a:cubicBezTo>
                    <a:pt x="386" y="798"/>
                    <a:pt x="382" y="778"/>
                    <a:pt x="378" y="759"/>
                  </a:cubicBezTo>
                  <a:cubicBezTo>
                    <a:pt x="376" y="748"/>
                    <a:pt x="380" y="745"/>
                    <a:pt x="390" y="746"/>
                  </a:cubicBezTo>
                  <a:cubicBezTo>
                    <a:pt x="396" y="746"/>
                    <a:pt x="403" y="746"/>
                    <a:pt x="409" y="746"/>
                  </a:cubicBezTo>
                  <a:cubicBezTo>
                    <a:pt x="433" y="744"/>
                    <a:pt x="451" y="725"/>
                    <a:pt x="451" y="702"/>
                  </a:cubicBezTo>
                  <a:cubicBezTo>
                    <a:pt x="452" y="678"/>
                    <a:pt x="432" y="658"/>
                    <a:pt x="408" y="658"/>
                  </a:cubicBezTo>
                  <a:close/>
                  <a:moveTo>
                    <a:pt x="97" y="655"/>
                  </a:moveTo>
                  <a:cubicBezTo>
                    <a:pt x="138" y="489"/>
                    <a:pt x="178" y="325"/>
                    <a:pt x="218" y="161"/>
                  </a:cubicBezTo>
                  <a:cubicBezTo>
                    <a:pt x="219" y="161"/>
                    <a:pt x="221" y="161"/>
                    <a:pt x="222" y="161"/>
                  </a:cubicBezTo>
                  <a:cubicBezTo>
                    <a:pt x="251" y="325"/>
                    <a:pt x="279" y="489"/>
                    <a:pt x="308" y="655"/>
                  </a:cubicBezTo>
                  <a:cubicBezTo>
                    <a:pt x="237" y="655"/>
                    <a:pt x="169" y="655"/>
                    <a:pt x="97" y="6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642C46C5-9D05-4ACC-A579-2AA50CC4AE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65588" y="3922713"/>
              <a:ext cx="554038" cy="1060450"/>
            </a:xfrm>
            <a:custGeom>
              <a:avLst/>
              <a:gdLst>
                <a:gd name="T0" fmla="*/ 406 w 451"/>
                <a:gd name="T1" fmla="*/ 663 h 864"/>
                <a:gd name="T2" fmla="*/ 373 w 451"/>
                <a:gd name="T3" fmla="*/ 663 h 864"/>
                <a:gd name="T4" fmla="*/ 358 w 451"/>
                <a:gd name="T5" fmla="*/ 650 h 864"/>
                <a:gd name="T6" fmla="*/ 299 w 451"/>
                <a:gd name="T7" fmla="*/ 308 h 864"/>
                <a:gd name="T8" fmla="*/ 274 w 451"/>
                <a:gd name="T9" fmla="*/ 165 h 864"/>
                <a:gd name="T10" fmla="*/ 249 w 451"/>
                <a:gd name="T11" fmla="*/ 27 h 864"/>
                <a:gd name="T12" fmla="*/ 214 w 451"/>
                <a:gd name="T13" fmla="*/ 6 h 864"/>
                <a:gd name="T14" fmla="*/ 197 w 451"/>
                <a:gd name="T15" fmla="*/ 31 h 864"/>
                <a:gd name="T16" fmla="*/ 49 w 451"/>
                <a:gd name="T17" fmla="*/ 635 h 864"/>
                <a:gd name="T18" fmla="*/ 3 w 451"/>
                <a:gd name="T19" fmla="*/ 821 h 864"/>
                <a:gd name="T20" fmla="*/ 11 w 451"/>
                <a:gd name="T21" fmla="*/ 852 h 864"/>
                <a:gd name="T22" fmla="*/ 53 w 451"/>
                <a:gd name="T23" fmla="*/ 836 h 864"/>
                <a:gd name="T24" fmla="*/ 70 w 451"/>
                <a:gd name="T25" fmla="*/ 762 h 864"/>
                <a:gd name="T26" fmla="*/ 89 w 451"/>
                <a:gd name="T27" fmla="*/ 748 h 864"/>
                <a:gd name="T28" fmla="*/ 306 w 451"/>
                <a:gd name="T29" fmla="*/ 749 h 864"/>
                <a:gd name="T30" fmla="*/ 326 w 451"/>
                <a:gd name="T31" fmla="*/ 767 h 864"/>
                <a:gd name="T32" fmla="*/ 338 w 451"/>
                <a:gd name="T33" fmla="*/ 837 h 864"/>
                <a:gd name="T34" fmla="*/ 366 w 451"/>
                <a:gd name="T35" fmla="*/ 860 h 864"/>
                <a:gd name="T36" fmla="*/ 389 w 451"/>
                <a:gd name="T37" fmla="*/ 837 h 864"/>
                <a:gd name="T38" fmla="*/ 388 w 451"/>
                <a:gd name="T39" fmla="*/ 824 h 864"/>
                <a:gd name="T40" fmla="*/ 376 w 451"/>
                <a:gd name="T41" fmla="*/ 750 h 864"/>
                <a:gd name="T42" fmla="*/ 408 w 451"/>
                <a:gd name="T43" fmla="*/ 750 h 864"/>
                <a:gd name="T44" fmla="*/ 450 w 451"/>
                <a:gd name="T45" fmla="*/ 704 h 864"/>
                <a:gd name="T46" fmla="*/ 406 w 451"/>
                <a:gd name="T47" fmla="*/ 663 h 864"/>
                <a:gd name="T48" fmla="*/ 96 w 451"/>
                <a:gd name="T49" fmla="*/ 659 h 864"/>
                <a:gd name="T50" fmla="*/ 217 w 451"/>
                <a:gd name="T51" fmla="*/ 164 h 864"/>
                <a:gd name="T52" fmla="*/ 221 w 451"/>
                <a:gd name="T53" fmla="*/ 164 h 864"/>
                <a:gd name="T54" fmla="*/ 307 w 451"/>
                <a:gd name="T55" fmla="*/ 659 h 864"/>
                <a:gd name="T56" fmla="*/ 96 w 451"/>
                <a:gd name="T57" fmla="*/ 659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1" h="864">
                  <a:moveTo>
                    <a:pt x="406" y="663"/>
                  </a:moveTo>
                  <a:cubicBezTo>
                    <a:pt x="395" y="663"/>
                    <a:pt x="384" y="662"/>
                    <a:pt x="373" y="663"/>
                  </a:cubicBezTo>
                  <a:cubicBezTo>
                    <a:pt x="364" y="663"/>
                    <a:pt x="360" y="660"/>
                    <a:pt x="358" y="650"/>
                  </a:cubicBezTo>
                  <a:cubicBezTo>
                    <a:pt x="339" y="536"/>
                    <a:pt x="319" y="422"/>
                    <a:pt x="299" y="308"/>
                  </a:cubicBezTo>
                  <a:cubicBezTo>
                    <a:pt x="290" y="261"/>
                    <a:pt x="282" y="213"/>
                    <a:pt x="274" y="165"/>
                  </a:cubicBezTo>
                  <a:cubicBezTo>
                    <a:pt x="266" y="119"/>
                    <a:pt x="258" y="73"/>
                    <a:pt x="249" y="27"/>
                  </a:cubicBezTo>
                  <a:cubicBezTo>
                    <a:pt x="246" y="9"/>
                    <a:pt x="230" y="0"/>
                    <a:pt x="214" y="6"/>
                  </a:cubicBezTo>
                  <a:cubicBezTo>
                    <a:pt x="203" y="11"/>
                    <a:pt x="199" y="21"/>
                    <a:pt x="197" y="31"/>
                  </a:cubicBezTo>
                  <a:cubicBezTo>
                    <a:pt x="148" y="233"/>
                    <a:pt x="98" y="434"/>
                    <a:pt x="49" y="635"/>
                  </a:cubicBezTo>
                  <a:cubicBezTo>
                    <a:pt x="34" y="697"/>
                    <a:pt x="19" y="759"/>
                    <a:pt x="3" y="821"/>
                  </a:cubicBezTo>
                  <a:cubicBezTo>
                    <a:pt x="0" y="833"/>
                    <a:pt x="1" y="844"/>
                    <a:pt x="11" y="852"/>
                  </a:cubicBezTo>
                  <a:cubicBezTo>
                    <a:pt x="26" y="864"/>
                    <a:pt x="47" y="856"/>
                    <a:pt x="53" y="836"/>
                  </a:cubicBezTo>
                  <a:cubicBezTo>
                    <a:pt x="59" y="811"/>
                    <a:pt x="65" y="787"/>
                    <a:pt x="70" y="762"/>
                  </a:cubicBezTo>
                  <a:cubicBezTo>
                    <a:pt x="73" y="750"/>
                    <a:pt x="78" y="747"/>
                    <a:pt x="89" y="748"/>
                  </a:cubicBezTo>
                  <a:cubicBezTo>
                    <a:pt x="162" y="749"/>
                    <a:pt x="234" y="749"/>
                    <a:pt x="306" y="749"/>
                  </a:cubicBezTo>
                  <a:cubicBezTo>
                    <a:pt x="320" y="749"/>
                    <a:pt x="325" y="753"/>
                    <a:pt x="326" y="767"/>
                  </a:cubicBezTo>
                  <a:cubicBezTo>
                    <a:pt x="329" y="790"/>
                    <a:pt x="334" y="814"/>
                    <a:pt x="338" y="837"/>
                  </a:cubicBezTo>
                  <a:cubicBezTo>
                    <a:pt x="341" y="852"/>
                    <a:pt x="353" y="861"/>
                    <a:pt x="366" y="860"/>
                  </a:cubicBezTo>
                  <a:cubicBezTo>
                    <a:pt x="378" y="859"/>
                    <a:pt x="388" y="849"/>
                    <a:pt x="389" y="837"/>
                  </a:cubicBezTo>
                  <a:cubicBezTo>
                    <a:pt x="390" y="833"/>
                    <a:pt x="389" y="828"/>
                    <a:pt x="388" y="824"/>
                  </a:cubicBezTo>
                  <a:cubicBezTo>
                    <a:pt x="384" y="800"/>
                    <a:pt x="380" y="776"/>
                    <a:pt x="376" y="750"/>
                  </a:cubicBezTo>
                  <a:cubicBezTo>
                    <a:pt x="388" y="750"/>
                    <a:pt x="398" y="750"/>
                    <a:pt x="408" y="750"/>
                  </a:cubicBezTo>
                  <a:cubicBezTo>
                    <a:pt x="433" y="749"/>
                    <a:pt x="451" y="729"/>
                    <a:pt x="450" y="704"/>
                  </a:cubicBezTo>
                  <a:cubicBezTo>
                    <a:pt x="449" y="680"/>
                    <a:pt x="430" y="662"/>
                    <a:pt x="406" y="663"/>
                  </a:cubicBezTo>
                  <a:close/>
                  <a:moveTo>
                    <a:pt x="96" y="659"/>
                  </a:moveTo>
                  <a:cubicBezTo>
                    <a:pt x="137" y="492"/>
                    <a:pt x="177" y="328"/>
                    <a:pt x="217" y="164"/>
                  </a:cubicBezTo>
                  <a:cubicBezTo>
                    <a:pt x="219" y="164"/>
                    <a:pt x="220" y="164"/>
                    <a:pt x="221" y="164"/>
                  </a:cubicBezTo>
                  <a:cubicBezTo>
                    <a:pt x="250" y="328"/>
                    <a:pt x="278" y="493"/>
                    <a:pt x="307" y="659"/>
                  </a:cubicBezTo>
                  <a:cubicBezTo>
                    <a:pt x="237" y="659"/>
                    <a:pt x="168" y="659"/>
                    <a:pt x="96" y="6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F5EBAFF-392D-4FD4-AF35-C44CCC925E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19963" y="3983038"/>
              <a:ext cx="555625" cy="1054100"/>
            </a:xfrm>
            <a:custGeom>
              <a:avLst/>
              <a:gdLst>
                <a:gd name="T0" fmla="*/ 406 w 452"/>
                <a:gd name="T1" fmla="*/ 657 h 858"/>
                <a:gd name="T2" fmla="*/ 372 w 452"/>
                <a:gd name="T3" fmla="*/ 658 h 858"/>
                <a:gd name="T4" fmla="*/ 358 w 452"/>
                <a:gd name="T5" fmla="*/ 645 h 858"/>
                <a:gd name="T6" fmla="*/ 273 w 452"/>
                <a:gd name="T7" fmla="*/ 150 h 858"/>
                <a:gd name="T8" fmla="*/ 251 w 452"/>
                <a:gd name="T9" fmla="*/ 24 h 858"/>
                <a:gd name="T10" fmla="*/ 227 w 452"/>
                <a:gd name="T11" fmla="*/ 1 h 858"/>
                <a:gd name="T12" fmla="*/ 200 w 452"/>
                <a:gd name="T13" fmla="*/ 21 h 858"/>
                <a:gd name="T14" fmla="*/ 198 w 452"/>
                <a:gd name="T15" fmla="*/ 30 h 858"/>
                <a:gd name="T16" fmla="*/ 5 w 452"/>
                <a:gd name="T17" fmla="*/ 817 h 858"/>
                <a:gd name="T18" fmla="*/ 23 w 452"/>
                <a:gd name="T19" fmla="*/ 854 h 858"/>
                <a:gd name="T20" fmla="*/ 55 w 452"/>
                <a:gd name="T21" fmla="*/ 830 h 858"/>
                <a:gd name="T22" fmla="*/ 73 w 452"/>
                <a:gd name="T23" fmla="*/ 757 h 858"/>
                <a:gd name="T24" fmla="*/ 80 w 452"/>
                <a:gd name="T25" fmla="*/ 745 h 858"/>
                <a:gd name="T26" fmla="*/ 106 w 452"/>
                <a:gd name="T27" fmla="*/ 745 h 858"/>
                <a:gd name="T28" fmla="*/ 303 w 452"/>
                <a:gd name="T29" fmla="*/ 746 h 858"/>
                <a:gd name="T30" fmla="*/ 326 w 452"/>
                <a:gd name="T31" fmla="*/ 766 h 858"/>
                <a:gd name="T32" fmla="*/ 337 w 452"/>
                <a:gd name="T33" fmla="*/ 826 h 858"/>
                <a:gd name="T34" fmla="*/ 365 w 452"/>
                <a:gd name="T35" fmla="*/ 846 h 858"/>
                <a:gd name="T36" fmla="*/ 386 w 452"/>
                <a:gd name="T37" fmla="*/ 820 h 858"/>
                <a:gd name="T38" fmla="*/ 384 w 452"/>
                <a:gd name="T39" fmla="*/ 805 h 858"/>
                <a:gd name="T40" fmla="*/ 376 w 452"/>
                <a:gd name="T41" fmla="*/ 747 h 858"/>
                <a:gd name="T42" fmla="*/ 405 w 452"/>
                <a:gd name="T43" fmla="*/ 747 h 858"/>
                <a:gd name="T44" fmla="*/ 451 w 452"/>
                <a:gd name="T45" fmla="*/ 703 h 858"/>
                <a:gd name="T46" fmla="*/ 406 w 452"/>
                <a:gd name="T47" fmla="*/ 657 h 858"/>
                <a:gd name="T48" fmla="*/ 98 w 452"/>
                <a:gd name="T49" fmla="*/ 655 h 858"/>
                <a:gd name="T50" fmla="*/ 219 w 452"/>
                <a:gd name="T51" fmla="*/ 161 h 858"/>
                <a:gd name="T52" fmla="*/ 222 w 452"/>
                <a:gd name="T53" fmla="*/ 161 h 858"/>
                <a:gd name="T54" fmla="*/ 307 w 452"/>
                <a:gd name="T55" fmla="*/ 655 h 858"/>
                <a:gd name="T56" fmla="*/ 98 w 452"/>
                <a:gd name="T57" fmla="*/ 655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2" h="858">
                  <a:moveTo>
                    <a:pt x="406" y="657"/>
                  </a:moveTo>
                  <a:cubicBezTo>
                    <a:pt x="395" y="657"/>
                    <a:pt x="383" y="657"/>
                    <a:pt x="372" y="658"/>
                  </a:cubicBezTo>
                  <a:cubicBezTo>
                    <a:pt x="362" y="658"/>
                    <a:pt x="359" y="654"/>
                    <a:pt x="358" y="645"/>
                  </a:cubicBezTo>
                  <a:cubicBezTo>
                    <a:pt x="329" y="480"/>
                    <a:pt x="301" y="315"/>
                    <a:pt x="273" y="150"/>
                  </a:cubicBezTo>
                  <a:cubicBezTo>
                    <a:pt x="265" y="108"/>
                    <a:pt x="258" y="66"/>
                    <a:pt x="251" y="24"/>
                  </a:cubicBezTo>
                  <a:cubicBezTo>
                    <a:pt x="248" y="9"/>
                    <a:pt x="240" y="1"/>
                    <a:pt x="227" y="1"/>
                  </a:cubicBezTo>
                  <a:cubicBezTo>
                    <a:pt x="214" y="0"/>
                    <a:pt x="205" y="7"/>
                    <a:pt x="200" y="21"/>
                  </a:cubicBezTo>
                  <a:cubicBezTo>
                    <a:pt x="199" y="24"/>
                    <a:pt x="199" y="27"/>
                    <a:pt x="198" y="30"/>
                  </a:cubicBezTo>
                  <a:cubicBezTo>
                    <a:pt x="134" y="292"/>
                    <a:pt x="69" y="555"/>
                    <a:pt x="5" y="817"/>
                  </a:cubicBezTo>
                  <a:cubicBezTo>
                    <a:pt x="0" y="836"/>
                    <a:pt x="7" y="849"/>
                    <a:pt x="23" y="854"/>
                  </a:cubicBezTo>
                  <a:cubicBezTo>
                    <a:pt x="37" y="858"/>
                    <a:pt x="50" y="848"/>
                    <a:pt x="55" y="830"/>
                  </a:cubicBezTo>
                  <a:cubicBezTo>
                    <a:pt x="61" y="806"/>
                    <a:pt x="66" y="781"/>
                    <a:pt x="73" y="757"/>
                  </a:cubicBezTo>
                  <a:cubicBezTo>
                    <a:pt x="74" y="752"/>
                    <a:pt x="78" y="749"/>
                    <a:pt x="80" y="745"/>
                  </a:cubicBezTo>
                  <a:cubicBezTo>
                    <a:pt x="89" y="745"/>
                    <a:pt x="97" y="745"/>
                    <a:pt x="106" y="745"/>
                  </a:cubicBezTo>
                  <a:cubicBezTo>
                    <a:pt x="172" y="745"/>
                    <a:pt x="238" y="745"/>
                    <a:pt x="303" y="746"/>
                  </a:cubicBezTo>
                  <a:cubicBezTo>
                    <a:pt x="323" y="746"/>
                    <a:pt x="323" y="746"/>
                    <a:pt x="326" y="766"/>
                  </a:cubicBezTo>
                  <a:cubicBezTo>
                    <a:pt x="330" y="786"/>
                    <a:pt x="333" y="806"/>
                    <a:pt x="337" y="826"/>
                  </a:cubicBezTo>
                  <a:cubicBezTo>
                    <a:pt x="340" y="840"/>
                    <a:pt x="351" y="847"/>
                    <a:pt x="365" y="846"/>
                  </a:cubicBezTo>
                  <a:cubicBezTo>
                    <a:pt x="378" y="844"/>
                    <a:pt x="386" y="836"/>
                    <a:pt x="386" y="820"/>
                  </a:cubicBezTo>
                  <a:cubicBezTo>
                    <a:pt x="386" y="815"/>
                    <a:pt x="385" y="810"/>
                    <a:pt x="384" y="805"/>
                  </a:cubicBezTo>
                  <a:cubicBezTo>
                    <a:pt x="381" y="786"/>
                    <a:pt x="379" y="768"/>
                    <a:pt x="376" y="747"/>
                  </a:cubicBezTo>
                  <a:cubicBezTo>
                    <a:pt x="387" y="747"/>
                    <a:pt x="396" y="747"/>
                    <a:pt x="405" y="747"/>
                  </a:cubicBezTo>
                  <a:cubicBezTo>
                    <a:pt x="432" y="746"/>
                    <a:pt x="451" y="729"/>
                    <a:pt x="451" y="703"/>
                  </a:cubicBezTo>
                  <a:cubicBezTo>
                    <a:pt x="452" y="678"/>
                    <a:pt x="433" y="658"/>
                    <a:pt x="406" y="657"/>
                  </a:cubicBezTo>
                  <a:close/>
                  <a:moveTo>
                    <a:pt x="98" y="655"/>
                  </a:moveTo>
                  <a:cubicBezTo>
                    <a:pt x="138" y="489"/>
                    <a:pt x="179" y="325"/>
                    <a:pt x="219" y="161"/>
                  </a:cubicBezTo>
                  <a:cubicBezTo>
                    <a:pt x="220" y="161"/>
                    <a:pt x="221" y="161"/>
                    <a:pt x="222" y="161"/>
                  </a:cubicBezTo>
                  <a:cubicBezTo>
                    <a:pt x="251" y="326"/>
                    <a:pt x="279" y="490"/>
                    <a:pt x="307" y="655"/>
                  </a:cubicBezTo>
                  <a:cubicBezTo>
                    <a:pt x="237" y="655"/>
                    <a:pt x="169" y="655"/>
                    <a:pt x="98" y="6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83B4A953-E14F-4CCF-81F0-1C7C31543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6450" y="3135313"/>
              <a:ext cx="979488" cy="495300"/>
            </a:xfrm>
            <a:custGeom>
              <a:avLst/>
              <a:gdLst>
                <a:gd name="T0" fmla="*/ 763 w 795"/>
                <a:gd name="T1" fmla="*/ 319 h 402"/>
                <a:gd name="T2" fmla="*/ 655 w 795"/>
                <a:gd name="T3" fmla="*/ 146 h 402"/>
                <a:gd name="T4" fmla="*/ 430 w 795"/>
                <a:gd name="T5" fmla="*/ 11 h 402"/>
                <a:gd name="T6" fmla="*/ 312 w 795"/>
                <a:gd name="T7" fmla="*/ 7 h 402"/>
                <a:gd name="T8" fmla="*/ 175 w 795"/>
                <a:gd name="T9" fmla="*/ 83 h 402"/>
                <a:gd name="T10" fmla="*/ 85 w 795"/>
                <a:gd name="T11" fmla="*/ 202 h 402"/>
                <a:gd name="T12" fmla="*/ 0 w 795"/>
                <a:gd name="T13" fmla="*/ 388 h 402"/>
                <a:gd name="T14" fmla="*/ 57 w 795"/>
                <a:gd name="T15" fmla="*/ 399 h 402"/>
                <a:gd name="T16" fmla="*/ 96 w 795"/>
                <a:gd name="T17" fmla="*/ 380 h 402"/>
                <a:gd name="T18" fmla="*/ 114 w 795"/>
                <a:gd name="T19" fmla="*/ 347 h 402"/>
                <a:gd name="T20" fmla="*/ 163 w 795"/>
                <a:gd name="T21" fmla="*/ 239 h 402"/>
                <a:gd name="T22" fmla="*/ 546 w 795"/>
                <a:gd name="T23" fmla="*/ 161 h 402"/>
                <a:gd name="T24" fmla="*/ 631 w 795"/>
                <a:gd name="T25" fmla="*/ 270 h 402"/>
                <a:gd name="T26" fmla="*/ 690 w 795"/>
                <a:gd name="T27" fmla="*/ 391 h 402"/>
                <a:gd name="T28" fmla="*/ 700 w 795"/>
                <a:gd name="T29" fmla="*/ 401 h 402"/>
                <a:gd name="T30" fmla="*/ 765 w 795"/>
                <a:gd name="T31" fmla="*/ 401 h 402"/>
                <a:gd name="T32" fmla="*/ 795 w 795"/>
                <a:gd name="T33" fmla="*/ 393 h 402"/>
                <a:gd name="T34" fmla="*/ 763 w 795"/>
                <a:gd name="T35" fmla="*/ 319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95" h="402">
                  <a:moveTo>
                    <a:pt x="763" y="319"/>
                  </a:moveTo>
                  <a:cubicBezTo>
                    <a:pt x="740" y="253"/>
                    <a:pt x="702" y="196"/>
                    <a:pt x="655" y="146"/>
                  </a:cubicBezTo>
                  <a:cubicBezTo>
                    <a:pt x="593" y="79"/>
                    <a:pt x="520" y="31"/>
                    <a:pt x="430" y="11"/>
                  </a:cubicBezTo>
                  <a:cubicBezTo>
                    <a:pt x="391" y="2"/>
                    <a:pt x="351" y="0"/>
                    <a:pt x="312" y="7"/>
                  </a:cubicBezTo>
                  <a:cubicBezTo>
                    <a:pt x="258" y="16"/>
                    <a:pt x="214" y="45"/>
                    <a:pt x="175" y="83"/>
                  </a:cubicBezTo>
                  <a:cubicBezTo>
                    <a:pt x="138" y="118"/>
                    <a:pt x="110" y="159"/>
                    <a:pt x="85" y="202"/>
                  </a:cubicBezTo>
                  <a:cubicBezTo>
                    <a:pt x="51" y="260"/>
                    <a:pt x="26" y="322"/>
                    <a:pt x="0" y="388"/>
                  </a:cubicBezTo>
                  <a:cubicBezTo>
                    <a:pt x="20" y="392"/>
                    <a:pt x="39" y="396"/>
                    <a:pt x="57" y="399"/>
                  </a:cubicBezTo>
                  <a:cubicBezTo>
                    <a:pt x="74" y="401"/>
                    <a:pt x="87" y="394"/>
                    <a:pt x="96" y="380"/>
                  </a:cubicBezTo>
                  <a:cubicBezTo>
                    <a:pt x="103" y="369"/>
                    <a:pt x="109" y="358"/>
                    <a:pt x="114" y="347"/>
                  </a:cubicBezTo>
                  <a:cubicBezTo>
                    <a:pt x="131" y="311"/>
                    <a:pt x="145" y="274"/>
                    <a:pt x="163" y="239"/>
                  </a:cubicBezTo>
                  <a:cubicBezTo>
                    <a:pt x="240" y="91"/>
                    <a:pt x="424" y="69"/>
                    <a:pt x="546" y="161"/>
                  </a:cubicBezTo>
                  <a:cubicBezTo>
                    <a:pt x="584" y="190"/>
                    <a:pt x="610" y="229"/>
                    <a:pt x="631" y="270"/>
                  </a:cubicBezTo>
                  <a:cubicBezTo>
                    <a:pt x="652" y="310"/>
                    <a:pt x="670" y="351"/>
                    <a:pt x="690" y="391"/>
                  </a:cubicBezTo>
                  <a:cubicBezTo>
                    <a:pt x="692" y="395"/>
                    <a:pt x="697" y="401"/>
                    <a:pt x="700" y="401"/>
                  </a:cubicBezTo>
                  <a:cubicBezTo>
                    <a:pt x="722" y="402"/>
                    <a:pt x="744" y="402"/>
                    <a:pt x="765" y="401"/>
                  </a:cubicBezTo>
                  <a:cubicBezTo>
                    <a:pt x="776" y="400"/>
                    <a:pt x="785" y="396"/>
                    <a:pt x="795" y="393"/>
                  </a:cubicBezTo>
                  <a:cubicBezTo>
                    <a:pt x="783" y="366"/>
                    <a:pt x="771" y="343"/>
                    <a:pt x="763" y="3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C45715C3-6A72-4028-A75F-A41246993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825" y="3938588"/>
              <a:ext cx="536575" cy="1266825"/>
            </a:xfrm>
            <a:custGeom>
              <a:avLst/>
              <a:gdLst>
                <a:gd name="T0" fmla="*/ 417 w 436"/>
                <a:gd name="T1" fmla="*/ 75 h 1032"/>
                <a:gd name="T2" fmla="*/ 429 w 436"/>
                <a:gd name="T3" fmla="*/ 28 h 1032"/>
                <a:gd name="T4" fmla="*/ 387 w 436"/>
                <a:gd name="T5" fmla="*/ 1 h 1032"/>
                <a:gd name="T6" fmla="*/ 262 w 436"/>
                <a:gd name="T7" fmla="*/ 0 h 1032"/>
                <a:gd name="T8" fmla="*/ 45 w 436"/>
                <a:gd name="T9" fmla="*/ 1 h 1032"/>
                <a:gd name="T10" fmla="*/ 0 w 436"/>
                <a:gd name="T11" fmla="*/ 43 h 1032"/>
                <a:gd name="T12" fmla="*/ 45 w 436"/>
                <a:gd name="T13" fmla="*/ 85 h 1032"/>
                <a:gd name="T14" fmla="*/ 181 w 436"/>
                <a:gd name="T15" fmla="*/ 85 h 1032"/>
                <a:gd name="T16" fmla="*/ 189 w 436"/>
                <a:gd name="T17" fmla="*/ 86 h 1032"/>
                <a:gd name="T18" fmla="*/ 190 w 436"/>
                <a:gd name="T19" fmla="*/ 98 h 1032"/>
                <a:gd name="T20" fmla="*/ 187 w 436"/>
                <a:gd name="T21" fmla="*/ 345 h 1032"/>
                <a:gd name="T22" fmla="*/ 184 w 436"/>
                <a:gd name="T23" fmla="*/ 621 h 1032"/>
                <a:gd name="T24" fmla="*/ 180 w 436"/>
                <a:gd name="T25" fmla="*/ 956 h 1032"/>
                <a:gd name="T26" fmla="*/ 180 w 436"/>
                <a:gd name="T27" fmla="*/ 1006 h 1032"/>
                <a:gd name="T28" fmla="*/ 202 w 436"/>
                <a:gd name="T29" fmla="*/ 1032 h 1032"/>
                <a:gd name="T30" fmla="*/ 226 w 436"/>
                <a:gd name="T31" fmla="*/ 1007 h 1032"/>
                <a:gd name="T32" fmla="*/ 227 w 436"/>
                <a:gd name="T33" fmla="*/ 988 h 1032"/>
                <a:gd name="T34" fmla="*/ 229 w 436"/>
                <a:gd name="T35" fmla="*/ 788 h 1032"/>
                <a:gd name="T36" fmla="*/ 232 w 436"/>
                <a:gd name="T37" fmla="*/ 442 h 1032"/>
                <a:gd name="T38" fmla="*/ 233 w 436"/>
                <a:gd name="T39" fmla="*/ 390 h 1032"/>
                <a:gd name="T40" fmla="*/ 233 w 436"/>
                <a:gd name="T41" fmla="*/ 379 h 1032"/>
                <a:gd name="T42" fmla="*/ 236 w 436"/>
                <a:gd name="T43" fmla="*/ 102 h 1032"/>
                <a:gd name="T44" fmla="*/ 252 w 436"/>
                <a:gd name="T45" fmla="*/ 85 h 1032"/>
                <a:gd name="T46" fmla="*/ 388 w 436"/>
                <a:gd name="T47" fmla="*/ 85 h 1032"/>
                <a:gd name="T48" fmla="*/ 417 w 436"/>
                <a:gd name="T49" fmla="*/ 75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36" h="1032">
                  <a:moveTo>
                    <a:pt x="417" y="75"/>
                  </a:moveTo>
                  <a:cubicBezTo>
                    <a:pt x="432" y="65"/>
                    <a:pt x="436" y="45"/>
                    <a:pt x="429" y="28"/>
                  </a:cubicBezTo>
                  <a:cubicBezTo>
                    <a:pt x="424" y="12"/>
                    <a:pt x="408" y="1"/>
                    <a:pt x="387" y="1"/>
                  </a:cubicBezTo>
                  <a:cubicBezTo>
                    <a:pt x="345" y="0"/>
                    <a:pt x="303" y="0"/>
                    <a:pt x="262" y="0"/>
                  </a:cubicBezTo>
                  <a:cubicBezTo>
                    <a:pt x="189" y="0"/>
                    <a:pt x="117" y="0"/>
                    <a:pt x="45" y="1"/>
                  </a:cubicBezTo>
                  <a:cubicBezTo>
                    <a:pt x="18" y="1"/>
                    <a:pt x="0" y="19"/>
                    <a:pt x="0" y="43"/>
                  </a:cubicBezTo>
                  <a:cubicBezTo>
                    <a:pt x="0" y="68"/>
                    <a:pt x="18" y="85"/>
                    <a:pt x="45" y="85"/>
                  </a:cubicBezTo>
                  <a:cubicBezTo>
                    <a:pt x="90" y="85"/>
                    <a:pt x="136" y="85"/>
                    <a:pt x="181" y="85"/>
                  </a:cubicBezTo>
                  <a:cubicBezTo>
                    <a:pt x="184" y="85"/>
                    <a:pt x="186" y="86"/>
                    <a:pt x="189" y="86"/>
                  </a:cubicBezTo>
                  <a:cubicBezTo>
                    <a:pt x="189" y="90"/>
                    <a:pt x="190" y="94"/>
                    <a:pt x="190" y="98"/>
                  </a:cubicBezTo>
                  <a:cubicBezTo>
                    <a:pt x="189" y="180"/>
                    <a:pt x="188" y="263"/>
                    <a:pt x="187" y="345"/>
                  </a:cubicBezTo>
                  <a:cubicBezTo>
                    <a:pt x="186" y="437"/>
                    <a:pt x="185" y="529"/>
                    <a:pt x="184" y="621"/>
                  </a:cubicBezTo>
                  <a:cubicBezTo>
                    <a:pt x="183" y="732"/>
                    <a:pt x="181" y="844"/>
                    <a:pt x="180" y="956"/>
                  </a:cubicBezTo>
                  <a:cubicBezTo>
                    <a:pt x="180" y="972"/>
                    <a:pt x="180" y="989"/>
                    <a:pt x="180" y="1006"/>
                  </a:cubicBezTo>
                  <a:cubicBezTo>
                    <a:pt x="180" y="1021"/>
                    <a:pt x="189" y="1031"/>
                    <a:pt x="202" y="1032"/>
                  </a:cubicBezTo>
                  <a:cubicBezTo>
                    <a:pt x="215" y="1032"/>
                    <a:pt x="225" y="1023"/>
                    <a:pt x="226" y="1007"/>
                  </a:cubicBezTo>
                  <a:cubicBezTo>
                    <a:pt x="227" y="1001"/>
                    <a:pt x="227" y="994"/>
                    <a:pt x="227" y="988"/>
                  </a:cubicBezTo>
                  <a:cubicBezTo>
                    <a:pt x="228" y="921"/>
                    <a:pt x="229" y="855"/>
                    <a:pt x="229" y="788"/>
                  </a:cubicBezTo>
                  <a:cubicBezTo>
                    <a:pt x="230" y="673"/>
                    <a:pt x="231" y="557"/>
                    <a:pt x="232" y="442"/>
                  </a:cubicBezTo>
                  <a:cubicBezTo>
                    <a:pt x="232" y="425"/>
                    <a:pt x="232" y="408"/>
                    <a:pt x="233" y="390"/>
                  </a:cubicBezTo>
                  <a:cubicBezTo>
                    <a:pt x="233" y="387"/>
                    <a:pt x="233" y="383"/>
                    <a:pt x="233" y="379"/>
                  </a:cubicBezTo>
                  <a:cubicBezTo>
                    <a:pt x="234" y="287"/>
                    <a:pt x="235" y="194"/>
                    <a:pt x="236" y="102"/>
                  </a:cubicBezTo>
                  <a:cubicBezTo>
                    <a:pt x="236" y="89"/>
                    <a:pt x="239" y="85"/>
                    <a:pt x="252" y="85"/>
                  </a:cubicBezTo>
                  <a:cubicBezTo>
                    <a:pt x="297" y="86"/>
                    <a:pt x="343" y="86"/>
                    <a:pt x="388" y="85"/>
                  </a:cubicBezTo>
                  <a:cubicBezTo>
                    <a:pt x="398" y="84"/>
                    <a:pt x="409" y="80"/>
                    <a:pt x="417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BFC3478D-33BA-4A17-9838-A0C243AC4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8613" y="3930650"/>
              <a:ext cx="57150" cy="1098550"/>
            </a:xfrm>
            <a:custGeom>
              <a:avLst/>
              <a:gdLst>
                <a:gd name="T0" fmla="*/ 46 w 47"/>
                <a:gd name="T1" fmla="*/ 22 h 894"/>
                <a:gd name="T2" fmla="*/ 24 w 47"/>
                <a:gd name="T3" fmla="*/ 0 h 894"/>
                <a:gd name="T4" fmla="*/ 1 w 47"/>
                <a:gd name="T5" fmla="*/ 21 h 894"/>
                <a:gd name="T6" fmla="*/ 0 w 47"/>
                <a:gd name="T7" fmla="*/ 33 h 894"/>
                <a:gd name="T8" fmla="*/ 0 w 47"/>
                <a:gd name="T9" fmla="*/ 859 h 894"/>
                <a:gd name="T10" fmla="*/ 1 w 47"/>
                <a:gd name="T11" fmla="*/ 875 h 894"/>
                <a:gd name="T12" fmla="*/ 23 w 47"/>
                <a:gd name="T13" fmla="*/ 894 h 894"/>
                <a:gd name="T14" fmla="*/ 46 w 47"/>
                <a:gd name="T15" fmla="*/ 875 h 894"/>
                <a:gd name="T16" fmla="*/ 46 w 47"/>
                <a:gd name="T17" fmla="*/ 859 h 894"/>
                <a:gd name="T18" fmla="*/ 46 w 47"/>
                <a:gd name="T19" fmla="*/ 448 h 894"/>
                <a:gd name="T20" fmla="*/ 46 w 47"/>
                <a:gd name="T21" fmla="*/ 35 h 894"/>
                <a:gd name="T22" fmla="*/ 46 w 47"/>
                <a:gd name="T23" fmla="*/ 22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" h="894">
                  <a:moveTo>
                    <a:pt x="46" y="22"/>
                  </a:moveTo>
                  <a:cubicBezTo>
                    <a:pt x="45" y="9"/>
                    <a:pt x="36" y="0"/>
                    <a:pt x="24" y="0"/>
                  </a:cubicBezTo>
                  <a:cubicBezTo>
                    <a:pt x="11" y="0"/>
                    <a:pt x="2" y="8"/>
                    <a:pt x="1" y="21"/>
                  </a:cubicBezTo>
                  <a:cubicBezTo>
                    <a:pt x="0" y="25"/>
                    <a:pt x="0" y="29"/>
                    <a:pt x="0" y="33"/>
                  </a:cubicBezTo>
                  <a:cubicBezTo>
                    <a:pt x="0" y="309"/>
                    <a:pt x="0" y="584"/>
                    <a:pt x="0" y="859"/>
                  </a:cubicBezTo>
                  <a:cubicBezTo>
                    <a:pt x="0" y="865"/>
                    <a:pt x="0" y="870"/>
                    <a:pt x="1" y="875"/>
                  </a:cubicBezTo>
                  <a:cubicBezTo>
                    <a:pt x="3" y="886"/>
                    <a:pt x="12" y="894"/>
                    <a:pt x="23" y="894"/>
                  </a:cubicBezTo>
                  <a:cubicBezTo>
                    <a:pt x="34" y="894"/>
                    <a:pt x="44" y="886"/>
                    <a:pt x="46" y="875"/>
                  </a:cubicBezTo>
                  <a:cubicBezTo>
                    <a:pt x="47" y="870"/>
                    <a:pt x="46" y="864"/>
                    <a:pt x="46" y="859"/>
                  </a:cubicBezTo>
                  <a:cubicBezTo>
                    <a:pt x="46" y="722"/>
                    <a:pt x="46" y="585"/>
                    <a:pt x="46" y="448"/>
                  </a:cubicBezTo>
                  <a:cubicBezTo>
                    <a:pt x="46" y="310"/>
                    <a:pt x="46" y="172"/>
                    <a:pt x="46" y="35"/>
                  </a:cubicBezTo>
                  <a:cubicBezTo>
                    <a:pt x="46" y="30"/>
                    <a:pt x="47" y="26"/>
                    <a:pt x="46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96C0ADF6-7A10-4299-8FD2-37EF12ECD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5375" y="3351213"/>
              <a:ext cx="377825" cy="265113"/>
            </a:xfrm>
            <a:custGeom>
              <a:avLst/>
              <a:gdLst>
                <a:gd name="T0" fmla="*/ 21 w 307"/>
                <a:gd name="T1" fmla="*/ 213 h 216"/>
                <a:gd name="T2" fmla="*/ 83 w 307"/>
                <a:gd name="T3" fmla="*/ 178 h 216"/>
                <a:gd name="T4" fmla="*/ 125 w 307"/>
                <a:gd name="T5" fmla="*/ 141 h 216"/>
                <a:gd name="T6" fmla="*/ 189 w 307"/>
                <a:gd name="T7" fmla="*/ 144 h 216"/>
                <a:gd name="T8" fmla="*/ 234 w 307"/>
                <a:gd name="T9" fmla="*/ 198 h 216"/>
                <a:gd name="T10" fmla="*/ 267 w 307"/>
                <a:gd name="T11" fmla="*/ 214 h 216"/>
                <a:gd name="T12" fmla="*/ 307 w 307"/>
                <a:gd name="T13" fmla="*/ 204 h 216"/>
                <a:gd name="T14" fmla="*/ 280 w 307"/>
                <a:gd name="T15" fmla="*/ 153 h 216"/>
                <a:gd name="T16" fmla="*/ 245 w 307"/>
                <a:gd name="T17" fmla="*/ 75 h 216"/>
                <a:gd name="T18" fmla="*/ 107 w 307"/>
                <a:gd name="T19" fmla="*/ 45 h 216"/>
                <a:gd name="T20" fmla="*/ 8 w 307"/>
                <a:gd name="T21" fmla="*/ 161 h 216"/>
                <a:gd name="T22" fmla="*/ 0 w 307"/>
                <a:gd name="T23" fmla="*/ 197 h 216"/>
                <a:gd name="T24" fmla="*/ 21 w 307"/>
                <a:gd name="T25" fmla="*/ 21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7" h="216">
                  <a:moveTo>
                    <a:pt x="21" y="213"/>
                  </a:moveTo>
                  <a:cubicBezTo>
                    <a:pt x="46" y="209"/>
                    <a:pt x="65" y="194"/>
                    <a:pt x="83" y="178"/>
                  </a:cubicBezTo>
                  <a:cubicBezTo>
                    <a:pt x="96" y="165"/>
                    <a:pt x="110" y="152"/>
                    <a:pt x="125" y="141"/>
                  </a:cubicBezTo>
                  <a:cubicBezTo>
                    <a:pt x="145" y="128"/>
                    <a:pt x="174" y="129"/>
                    <a:pt x="189" y="144"/>
                  </a:cubicBezTo>
                  <a:cubicBezTo>
                    <a:pt x="205" y="161"/>
                    <a:pt x="222" y="178"/>
                    <a:pt x="234" y="198"/>
                  </a:cubicBezTo>
                  <a:cubicBezTo>
                    <a:pt x="243" y="211"/>
                    <a:pt x="252" y="215"/>
                    <a:pt x="267" y="214"/>
                  </a:cubicBezTo>
                  <a:cubicBezTo>
                    <a:pt x="281" y="212"/>
                    <a:pt x="295" y="212"/>
                    <a:pt x="307" y="204"/>
                  </a:cubicBezTo>
                  <a:cubicBezTo>
                    <a:pt x="298" y="186"/>
                    <a:pt x="288" y="170"/>
                    <a:pt x="280" y="153"/>
                  </a:cubicBezTo>
                  <a:cubicBezTo>
                    <a:pt x="268" y="127"/>
                    <a:pt x="258" y="100"/>
                    <a:pt x="245" y="75"/>
                  </a:cubicBezTo>
                  <a:cubicBezTo>
                    <a:pt x="218" y="26"/>
                    <a:pt x="163" y="0"/>
                    <a:pt x="107" y="45"/>
                  </a:cubicBezTo>
                  <a:cubicBezTo>
                    <a:pt x="66" y="77"/>
                    <a:pt x="34" y="117"/>
                    <a:pt x="8" y="161"/>
                  </a:cubicBezTo>
                  <a:cubicBezTo>
                    <a:pt x="2" y="171"/>
                    <a:pt x="0" y="185"/>
                    <a:pt x="0" y="197"/>
                  </a:cubicBezTo>
                  <a:cubicBezTo>
                    <a:pt x="0" y="213"/>
                    <a:pt x="6" y="216"/>
                    <a:pt x="21" y="2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DF346E7-D6E2-4029-8938-D93DBF326A24}"/>
              </a:ext>
            </a:extLst>
          </p:cNvPr>
          <p:cNvGrpSpPr/>
          <p:nvPr/>
        </p:nvGrpSpPr>
        <p:grpSpPr>
          <a:xfrm>
            <a:off x="4930578" y="3168225"/>
            <a:ext cx="7259804" cy="3689778"/>
            <a:chOff x="4832350" y="3105151"/>
            <a:chExt cx="7115175" cy="3616324"/>
          </a:xfrm>
          <a:solidFill>
            <a:schemeClr val="bg2">
              <a:alpha val="17000"/>
            </a:schemeClr>
          </a:solidFill>
        </p:grpSpPr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DAA05E5C-6371-42FA-AC41-86A8F89831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32350" y="3105151"/>
              <a:ext cx="7115175" cy="3616324"/>
            </a:xfrm>
            <a:custGeom>
              <a:avLst/>
              <a:gdLst>
                <a:gd name="T0" fmla="*/ 3293 w 3293"/>
                <a:gd name="T1" fmla="*/ 289 h 1675"/>
                <a:gd name="T2" fmla="*/ 3038 w 3293"/>
                <a:gd name="T3" fmla="*/ 206 h 1675"/>
                <a:gd name="T4" fmla="*/ 2344 w 3293"/>
                <a:gd name="T5" fmla="*/ 26 h 1675"/>
                <a:gd name="T6" fmla="*/ 1994 w 3293"/>
                <a:gd name="T7" fmla="*/ 1 h 1675"/>
                <a:gd name="T8" fmla="*/ 802 w 3293"/>
                <a:gd name="T9" fmla="*/ 507 h 1675"/>
                <a:gd name="T10" fmla="*/ 195 w 3293"/>
                <a:gd name="T11" fmla="*/ 1291 h 1675"/>
                <a:gd name="T12" fmla="*/ 0 w 3293"/>
                <a:gd name="T13" fmla="*/ 1675 h 1675"/>
                <a:gd name="T14" fmla="*/ 227 w 3293"/>
                <a:gd name="T15" fmla="*/ 1675 h 1675"/>
                <a:gd name="T16" fmla="*/ 257 w 3293"/>
                <a:gd name="T17" fmla="*/ 1618 h 1675"/>
                <a:gd name="T18" fmla="*/ 984 w 3293"/>
                <a:gd name="T19" fmla="*/ 591 h 1675"/>
                <a:gd name="T20" fmla="*/ 2306 w 3293"/>
                <a:gd name="T21" fmla="*/ 200 h 1675"/>
                <a:gd name="T22" fmla="*/ 3293 w 3293"/>
                <a:gd name="T23" fmla="*/ 538 h 1675"/>
                <a:gd name="T24" fmla="*/ 3293 w 3293"/>
                <a:gd name="T25" fmla="*/ 289 h 1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93" h="1675">
                  <a:moveTo>
                    <a:pt x="3293" y="289"/>
                  </a:moveTo>
                  <a:cubicBezTo>
                    <a:pt x="3208" y="261"/>
                    <a:pt x="3124" y="230"/>
                    <a:pt x="3038" y="206"/>
                  </a:cubicBezTo>
                  <a:cubicBezTo>
                    <a:pt x="2807" y="143"/>
                    <a:pt x="2577" y="77"/>
                    <a:pt x="2344" y="26"/>
                  </a:cubicBezTo>
                  <a:cubicBezTo>
                    <a:pt x="2231" y="1"/>
                    <a:pt x="2111" y="0"/>
                    <a:pt x="1994" y="1"/>
                  </a:cubicBezTo>
                  <a:cubicBezTo>
                    <a:pt x="1528" y="4"/>
                    <a:pt x="1135" y="184"/>
                    <a:pt x="802" y="507"/>
                  </a:cubicBezTo>
                  <a:cubicBezTo>
                    <a:pt x="562" y="740"/>
                    <a:pt x="358" y="999"/>
                    <a:pt x="195" y="1291"/>
                  </a:cubicBezTo>
                  <a:cubicBezTo>
                    <a:pt x="125" y="1416"/>
                    <a:pt x="64" y="1547"/>
                    <a:pt x="0" y="1675"/>
                  </a:cubicBezTo>
                  <a:cubicBezTo>
                    <a:pt x="75" y="1675"/>
                    <a:pt x="151" y="1675"/>
                    <a:pt x="227" y="1675"/>
                  </a:cubicBezTo>
                  <a:cubicBezTo>
                    <a:pt x="237" y="1656"/>
                    <a:pt x="247" y="1637"/>
                    <a:pt x="257" y="1618"/>
                  </a:cubicBezTo>
                  <a:cubicBezTo>
                    <a:pt x="450" y="1241"/>
                    <a:pt x="678" y="888"/>
                    <a:pt x="984" y="591"/>
                  </a:cubicBezTo>
                  <a:cubicBezTo>
                    <a:pt x="1356" y="229"/>
                    <a:pt x="1799" y="108"/>
                    <a:pt x="2306" y="200"/>
                  </a:cubicBezTo>
                  <a:cubicBezTo>
                    <a:pt x="2652" y="262"/>
                    <a:pt x="2974" y="397"/>
                    <a:pt x="3293" y="538"/>
                  </a:cubicBezTo>
                  <a:cubicBezTo>
                    <a:pt x="3293" y="455"/>
                    <a:pt x="3293" y="372"/>
                    <a:pt x="3293" y="2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3127ED2A-2548-45A0-B8BD-5CAC431733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43575" y="3806825"/>
              <a:ext cx="6203950" cy="2914650"/>
            </a:xfrm>
            <a:custGeom>
              <a:avLst/>
              <a:gdLst>
                <a:gd name="T0" fmla="*/ 2871 w 2871"/>
                <a:gd name="T1" fmla="*/ 690 h 1350"/>
                <a:gd name="T2" fmla="*/ 2871 w 2871"/>
                <a:gd name="T3" fmla="*/ 430 h 1350"/>
                <a:gd name="T4" fmla="*/ 2063 w 2871"/>
                <a:gd name="T5" fmla="*/ 88 h 1350"/>
                <a:gd name="T6" fmla="*/ 1159 w 2871"/>
                <a:gd name="T7" fmla="*/ 99 h 1350"/>
                <a:gd name="T8" fmla="*/ 338 w 2871"/>
                <a:gd name="T9" fmla="*/ 756 h 1350"/>
                <a:gd name="T10" fmla="*/ 0 w 2871"/>
                <a:gd name="T11" fmla="*/ 1350 h 1350"/>
                <a:gd name="T12" fmla="*/ 238 w 2871"/>
                <a:gd name="T13" fmla="*/ 1350 h 1350"/>
                <a:gd name="T14" fmla="*/ 403 w 2871"/>
                <a:gd name="T15" fmla="*/ 1054 h 1350"/>
                <a:gd name="T16" fmla="*/ 899 w 2871"/>
                <a:gd name="T17" fmla="*/ 459 h 1350"/>
                <a:gd name="T18" fmla="*/ 1904 w 2871"/>
                <a:gd name="T19" fmla="*/ 233 h 1350"/>
                <a:gd name="T20" fmla="*/ 2871 w 2871"/>
                <a:gd name="T21" fmla="*/ 690 h 1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71" h="1350">
                  <a:moveTo>
                    <a:pt x="2871" y="690"/>
                  </a:moveTo>
                  <a:cubicBezTo>
                    <a:pt x="2871" y="603"/>
                    <a:pt x="2871" y="516"/>
                    <a:pt x="2871" y="430"/>
                  </a:cubicBezTo>
                  <a:cubicBezTo>
                    <a:pt x="2610" y="296"/>
                    <a:pt x="2347" y="168"/>
                    <a:pt x="2063" y="88"/>
                  </a:cubicBezTo>
                  <a:cubicBezTo>
                    <a:pt x="1760" y="3"/>
                    <a:pt x="1459" y="0"/>
                    <a:pt x="1159" y="99"/>
                  </a:cubicBezTo>
                  <a:cubicBezTo>
                    <a:pt x="804" y="216"/>
                    <a:pt x="540" y="452"/>
                    <a:pt x="338" y="756"/>
                  </a:cubicBezTo>
                  <a:cubicBezTo>
                    <a:pt x="213" y="945"/>
                    <a:pt x="112" y="1152"/>
                    <a:pt x="0" y="1350"/>
                  </a:cubicBezTo>
                  <a:cubicBezTo>
                    <a:pt x="79" y="1350"/>
                    <a:pt x="159" y="1350"/>
                    <a:pt x="238" y="1350"/>
                  </a:cubicBezTo>
                  <a:cubicBezTo>
                    <a:pt x="293" y="1252"/>
                    <a:pt x="345" y="1151"/>
                    <a:pt x="403" y="1054"/>
                  </a:cubicBezTo>
                  <a:cubicBezTo>
                    <a:pt x="539" y="831"/>
                    <a:pt x="694" y="624"/>
                    <a:pt x="899" y="459"/>
                  </a:cubicBezTo>
                  <a:cubicBezTo>
                    <a:pt x="1197" y="220"/>
                    <a:pt x="1536" y="146"/>
                    <a:pt x="1904" y="233"/>
                  </a:cubicBezTo>
                  <a:cubicBezTo>
                    <a:pt x="2257" y="317"/>
                    <a:pt x="2568" y="497"/>
                    <a:pt x="2871" y="6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61BD6682-27DE-479B-88E8-E90BE14B62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57975" y="4592638"/>
              <a:ext cx="5289550" cy="2128837"/>
            </a:xfrm>
            <a:custGeom>
              <a:avLst/>
              <a:gdLst>
                <a:gd name="T0" fmla="*/ 0 w 2448"/>
                <a:gd name="T1" fmla="*/ 986 h 986"/>
                <a:gd name="T2" fmla="*/ 205 w 2448"/>
                <a:gd name="T3" fmla="*/ 986 h 986"/>
                <a:gd name="T4" fmla="*/ 376 w 2448"/>
                <a:gd name="T5" fmla="*/ 680 h 986"/>
                <a:gd name="T6" fmla="*/ 1590 w 2448"/>
                <a:gd name="T7" fmla="*/ 256 h 986"/>
                <a:gd name="T8" fmla="*/ 2199 w 2448"/>
                <a:gd name="T9" fmla="*/ 682 h 986"/>
                <a:gd name="T10" fmla="*/ 2448 w 2448"/>
                <a:gd name="T11" fmla="*/ 965 h 986"/>
                <a:gd name="T12" fmla="*/ 2448 w 2448"/>
                <a:gd name="T13" fmla="*/ 542 h 986"/>
                <a:gd name="T14" fmla="*/ 2416 w 2448"/>
                <a:gd name="T15" fmla="*/ 525 h 986"/>
                <a:gd name="T16" fmla="*/ 1919 w 2448"/>
                <a:gd name="T17" fmla="*/ 202 h 986"/>
                <a:gd name="T18" fmla="*/ 1185 w 2448"/>
                <a:gd name="T19" fmla="*/ 13 h 986"/>
                <a:gd name="T20" fmla="*/ 369 w 2448"/>
                <a:gd name="T21" fmla="*/ 411 h 986"/>
                <a:gd name="T22" fmla="*/ 0 w 2448"/>
                <a:gd name="T23" fmla="*/ 986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48" h="986">
                  <a:moveTo>
                    <a:pt x="0" y="986"/>
                  </a:moveTo>
                  <a:cubicBezTo>
                    <a:pt x="68" y="986"/>
                    <a:pt x="137" y="986"/>
                    <a:pt x="205" y="986"/>
                  </a:cubicBezTo>
                  <a:cubicBezTo>
                    <a:pt x="262" y="884"/>
                    <a:pt x="314" y="779"/>
                    <a:pt x="376" y="680"/>
                  </a:cubicBezTo>
                  <a:cubicBezTo>
                    <a:pt x="604" y="317"/>
                    <a:pt x="1070" y="57"/>
                    <a:pt x="1590" y="256"/>
                  </a:cubicBezTo>
                  <a:cubicBezTo>
                    <a:pt x="1829" y="348"/>
                    <a:pt x="2028" y="495"/>
                    <a:pt x="2199" y="682"/>
                  </a:cubicBezTo>
                  <a:cubicBezTo>
                    <a:pt x="2284" y="775"/>
                    <a:pt x="2365" y="871"/>
                    <a:pt x="2448" y="965"/>
                  </a:cubicBezTo>
                  <a:cubicBezTo>
                    <a:pt x="2448" y="824"/>
                    <a:pt x="2448" y="683"/>
                    <a:pt x="2448" y="542"/>
                  </a:cubicBezTo>
                  <a:cubicBezTo>
                    <a:pt x="2437" y="536"/>
                    <a:pt x="2425" y="532"/>
                    <a:pt x="2416" y="525"/>
                  </a:cubicBezTo>
                  <a:cubicBezTo>
                    <a:pt x="2265" y="395"/>
                    <a:pt x="2095" y="293"/>
                    <a:pt x="1919" y="202"/>
                  </a:cubicBezTo>
                  <a:cubicBezTo>
                    <a:pt x="1689" y="82"/>
                    <a:pt x="1448" y="0"/>
                    <a:pt x="1185" y="13"/>
                  </a:cubicBezTo>
                  <a:cubicBezTo>
                    <a:pt x="857" y="29"/>
                    <a:pt x="586" y="165"/>
                    <a:pt x="369" y="411"/>
                  </a:cubicBezTo>
                  <a:cubicBezTo>
                    <a:pt x="216" y="584"/>
                    <a:pt x="104" y="783"/>
                    <a:pt x="0" y="9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5C22F777-D919-4118-8695-A2C989116E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0938" y="5211763"/>
              <a:ext cx="3813175" cy="1509712"/>
            </a:xfrm>
            <a:custGeom>
              <a:avLst/>
              <a:gdLst>
                <a:gd name="T0" fmla="*/ 1765 w 1765"/>
                <a:gd name="T1" fmla="*/ 699 h 699"/>
                <a:gd name="T2" fmla="*/ 1108 w 1765"/>
                <a:gd name="T3" fmla="*/ 118 h 699"/>
                <a:gd name="T4" fmla="*/ 109 w 1765"/>
                <a:gd name="T5" fmla="*/ 484 h 699"/>
                <a:gd name="T6" fmla="*/ 0 w 1765"/>
                <a:gd name="T7" fmla="*/ 699 h 699"/>
                <a:gd name="T8" fmla="*/ 227 w 1765"/>
                <a:gd name="T9" fmla="*/ 699 h 699"/>
                <a:gd name="T10" fmla="*/ 428 w 1765"/>
                <a:gd name="T11" fmla="*/ 439 h 699"/>
                <a:gd name="T12" fmla="*/ 824 w 1765"/>
                <a:gd name="T13" fmla="*/ 253 h 699"/>
                <a:gd name="T14" fmla="*/ 1462 w 1765"/>
                <a:gd name="T15" fmla="*/ 699 h 699"/>
                <a:gd name="T16" fmla="*/ 1765 w 1765"/>
                <a:gd name="T17" fmla="*/ 699 h 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65" h="699">
                  <a:moveTo>
                    <a:pt x="1765" y="699"/>
                  </a:moveTo>
                  <a:cubicBezTo>
                    <a:pt x="1618" y="425"/>
                    <a:pt x="1414" y="204"/>
                    <a:pt x="1108" y="118"/>
                  </a:cubicBezTo>
                  <a:cubicBezTo>
                    <a:pt x="694" y="0"/>
                    <a:pt x="348" y="119"/>
                    <a:pt x="109" y="484"/>
                  </a:cubicBezTo>
                  <a:cubicBezTo>
                    <a:pt x="66" y="551"/>
                    <a:pt x="36" y="628"/>
                    <a:pt x="0" y="699"/>
                  </a:cubicBezTo>
                  <a:cubicBezTo>
                    <a:pt x="75" y="699"/>
                    <a:pt x="151" y="699"/>
                    <a:pt x="227" y="699"/>
                  </a:cubicBezTo>
                  <a:cubicBezTo>
                    <a:pt x="294" y="612"/>
                    <a:pt x="353" y="519"/>
                    <a:pt x="428" y="439"/>
                  </a:cubicBezTo>
                  <a:cubicBezTo>
                    <a:pt x="533" y="327"/>
                    <a:pt x="666" y="262"/>
                    <a:pt x="824" y="253"/>
                  </a:cubicBezTo>
                  <a:cubicBezTo>
                    <a:pt x="1110" y="238"/>
                    <a:pt x="1342" y="446"/>
                    <a:pt x="1462" y="699"/>
                  </a:cubicBezTo>
                  <a:cubicBezTo>
                    <a:pt x="1563" y="699"/>
                    <a:pt x="1664" y="699"/>
                    <a:pt x="1765" y="6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8AF99BFA-7667-4148-BA1B-188EDE80AE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35975" y="6038850"/>
              <a:ext cx="1754188" cy="682625"/>
            </a:xfrm>
            <a:custGeom>
              <a:avLst/>
              <a:gdLst>
                <a:gd name="T0" fmla="*/ 812 w 812"/>
                <a:gd name="T1" fmla="*/ 316 h 316"/>
                <a:gd name="T2" fmla="*/ 532 w 812"/>
                <a:gd name="T3" fmla="*/ 64 h 316"/>
                <a:gd name="T4" fmla="*/ 0 w 812"/>
                <a:gd name="T5" fmla="*/ 316 h 316"/>
                <a:gd name="T6" fmla="*/ 227 w 812"/>
                <a:gd name="T7" fmla="*/ 316 h 316"/>
                <a:gd name="T8" fmla="*/ 552 w 812"/>
                <a:gd name="T9" fmla="*/ 316 h 316"/>
                <a:gd name="T10" fmla="*/ 812 w 812"/>
                <a:gd name="T11" fmla="*/ 316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2" h="316">
                  <a:moveTo>
                    <a:pt x="812" y="316"/>
                  </a:moveTo>
                  <a:cubicBezTo>
                    <a:pt x="746" y="202"/>
                    <a:pt x="666" y="104"/>
                    <a:pt x="532" y="64"/>
                  </a:cubicBezTo>
                  <a:cubicBezTo>
                    <a:pt x="319" y="0"/>
                    <a:pt x="94" y="108"/>
                    <a:pt x="0" y="316"/>
                  </a:cubicBezTo>
                  <a:cubicBezTo>
                    <a:pt x="76" y="316"/>
                    <a:pt x="152" y="316"/>
                    <a:pt x="227" y="316"/>
                  </a:cubicBezTo>
                  <a:cubicBezTo>
                    <a:pt x="338" y="187"/>
                    <a:pt x="467" y="187"/>
                    <a:pt x="552" y="316"/>
                  </a:cubicBezTo>
                  <a:cubicBezTo>
                    <a:pt x="639" y="316"/>
                    <a:pt x="726" y="316"/>
                    <a:pt x="812" y="3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</p:grpSp>
    </p:spTree>
    <p:extLst>
      <p:ext uri="{BB962C8B-B14F-4D97-AF65-F5344CB8AC3E}">
        <p14:creationId xmlns:p14="http://schemas.microsoft.com/office/powerpoint/2010/main" val="896146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8F46AFA-E89E-4FD5-BC40-6E9A538D09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8838296"/>
              </p:ext>
            </p:extLst>
          </p:nvPr>
        </p:nvGraphicFramePr>
        <p:xfrm>
          <a:off x="1622" y="1620"/>
          <a:ext cx="1620" cy="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83" imgH="384" progId="TCLayout.ActiveDocument.1">
                  <p:embed/>
                </p:oleObj>
              </mc:Choice>
              <mc:Fallback>
                <p:oleObj name="Diapositiva de think-cell" r:id="rId4" imgW="383" imgH="38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8F46AFA-E89E-4FD5-BC40-6E9A538D09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2" y="1620"/>
                        <a:ext cx="1620" cy="1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6367276-A377-49D5-B4B3-39D1571AF8C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" y="3"/>
            <a:ext cx="161977" cy="1619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CO" sz="1836" b="0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gray"/>
        <p:txBody>
          <a:bodyPr vert="horz"/>
          <a:lstStyle/>
          <a:p>
            <a:r>
              <a:rPr lang="es-CO" err="1"/>
              <a:t>Click</a:t>
            </a:r>
            <a:r>
              <a:rPr lang="es-CO"/>
              <a:t> </a:t>
            </a:r>
            <a:r>
              <a:rPr lang="es-CO" err="1"/>
              <a:t>to</a:t>
            </a:r>
            <a:r>
              <a:rPr lang="es-CO"/>
              <a:t> </a:t>
            </a:r>
            <a:r>
              <a:rPr lang="es-CO" err="1"/>
              <a:t>edit</a:t>
            </a:r>
            <a:r>
              <a:rPr lang="es-CO"/>
              <a:t> Master </a:t>
            </a:r>
            <a:r>
              <a:rPr lang="es-CO" err="1"/>
              <a:t>title</a:t>
            </a:r>
            <a:r>
              <a:rPr lang="es-CO"/>
              <a:t> </a:t>
            </a:r>
            <a:r>
              <a:rPr lang="es-CO" err="1"/>
              <a:t>style</a:t>
            </a:r>
            <a:endParaRPr lang="es-CO"/>
          </a:p>
        </p:txBody>
      </p:sp>
      <p:sp>
        <p:nvSpPr>
          <p:cNvPr id="5" name="doc id" hidden="1"/>
          <p:cNvSpPr>
            <a:spLocks noChangeArrowheads="1"/>
          </p:cNvSpPr>
          <p:nvPr/>
        </p:nvSpPr>
        <p:spPr bwMode="gray">
          <a:xfrm>
            <a:off x="10670215" y="51835"/>
            <a:ext cx="1190120" cy="84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822138" eaLnBrk="1"/>
            <a:endParaRPr lang="es-CO" sz="551" baseline="0">
              <a:solidFill>
                <a:srgbClr val="808080"/>
              </a:solidFill>
              <a:latin typeface="+mn-lt"/>
              <a:ea typeface="+mn-ea"/>
            </a:endParaRPr>
          </a:p>
        </p:txBody>
      </p:sp>
      <p:sp>
        <p:nvSpPr>
          <p:cNvPr id="8" name="Slide Number"/>
          <p:cNvSpPr txBox="1">
            <a:spLocks/>
          </p:cNvSpPr>
          <p:nvPr/>
        </p:nvSpPr>
        <p:spPr bwMode="gray">
          <a:xfrm>
            <a:off x="11885947" y="6602351"/>
            <a:ext cx="117020" cy="112980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s-ES"/>
            </a:defPPr>
            <a:lvl1pPr>
              <a:defRPr sz="1000" baseline="0">
                <a:latin typeface="+mn-lt"/>
              </a:defRPr>
            </a:lvl1pPr>
          </a:lstStyle>
          <a:p>
            <a:pPr lvl="0" algn="ctr"/>
            <a:fld id="{42C328C1-A84F-4A39-A664-DBA00541A8C6}" type="slidenum">
              <a:rPr lang="es-CO" sz="734" smtClean="0">
                <a:solidFill>
                  <a:schemeClr val="accent3"/>
                </a:solidFill>
              </a:rPr>
              <a:pPr lvl="0" algn="ctr"/>
              <a:t>‹#›</a:t>
            </a:fld>
            <a:endParaRPr lang="es-CO" sz="734">
              <a:solidFill>
                <a:schemeClr val="accent3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D9C2BA1-BA9E-4D12-93DD-4078CF3E8AE3}"/>
              </a:ext>
            </a:extLst>
          </p:cNvPr>
          <p:cNvGrpSpPr/>
          <p:nvPr/>
        </p:nvGrpSpPr>
        <p:grpSpPr>
          <a:xfrm>
            <a:off x="11312748" y="6520243"/>
            <a:ext cx="315256" cy="277199"/>
            <a:chOff x="3824288" y="1468438"/>
            <a:chExt cx="4300538" cy="3781425"/>
          </a:xfrm>
          <a:solidFill>
            <a:srgbClr val="008598"/>
          </a:solidFill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F829A2FC-C6BC-49BE-9591-8C05C5F3D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288" y="1468438"/>
              <a:ext cx="4300538" cy="2162175"/>
            </a:xfrm>
            <a:custGeom>
              <a:avLst/>
              <a:gdLst>
                <a:gd name="T0" fmla="*/ 3354 w 3496"/>
                <a:gd name="T1" fmla="*/ 1490 h 1760"/>
                <a:gd name="T2" fmla="*/ 3233 w 3496"/>
                <a:gd name="T3" fmla="*/ 1296 h 1760"/>
                <a:gd name="T4" fmla="*/ 2953 w 3496"/>
                <a:gd name="T5" fmla="*/ 944 h 1760"/>
                <a:gd name="T6" fmla="*/ 2751 w 3496"/>
                <a:gd name="T7" fmla="*/ 782 h 1760"/>
                <a:gd name="T8" fmla="*/ 2465 w 3496"/>
                <a:gd name="T9" fmla="*/ 554 h 1760"/>
                <a:gd name="T10" fmla="*/ 2256 w 3496"/>
                <a:gd name="T11" fmla="*/ 302 h 1760"/>
                <a:gd name="T12" fmla="*/ 1941 w 3496"/>
                <a:gd name="T13" fmla="*/ 6 h 1760"/>
                <a:gd name="T14" fmla="*/ 1889 w 3496"/>
                <a:gd name="T15" fmla="*/ 5 h 1760"/>
                <a:gd name="T16" fmla="*/ 1432 w 3496"/>
                <a:gd name="T17" fmla="*/ 328 h 1760"/>
                <a:gd name="T18" fmla="*/ 1007 w 3496"/>
                <a:gd name="T19" fmla="*/ 586 h 1760"/>
                <a:gd name="T20" fmla="*/ 944 w 3496"/>
                <a:gd name="T21" fmla="*/ 607 h 1760"/>
                <a:gd name="T22" fmla="*/ 330 w 3496"/>
                <a:gd name="T23" fmla="*/ 1347 h 1760"/>
                <a:gd name="T24" fmla="*/ 0 w 3496"/>
                <a:gd name="T25" fmla="*/ 1714 h 1760"/>
                <a:gd name="T26" fmla="*/ 1470 w 3496"/>
                <a:gd name="T27" fmla="*/ 1714 h 1760"/>
                <a:gd name="T28" fmla="*/ 1566 w 3496"/>
                <a:gd name="T29" fmla="*/ 1580 h 1760"/>
                <a:gd name="T30" fmla="*/ 1910 w 3496"/>
                <a:gd name="T31" fmla="*/ 1286 h 1760"/>
                <a:gd name="T32" fmla="*/ 2232 w 3496"/>
                <a:gd name="T33" fmla="*/ 1295 h 1760"/>
                <a:gd name="T34" fmla="*/ 2597 w 3496"/>
                <a:gd name="T35" fmla="*/ 1750 h 1760"/>
                <a:gd name="T36" fmla="*/ 2662 w 3496"/>
                <a:gd name="T37" fmla="*/ 1757 h 1760"/>
                <a:gd name="T38" fmla="*/ 2605 w 3496"/>
                <a:gd name="T39" fmla="*/ 1554 h 1760"/>
                <a:gd name="T40" fmla="*/ 2230 w 3496"/>
                <a:gd name="T41" fmla="*/ 1203 h 1760"/>
                <a:gd name="T42" fmla="*/ 1735 w 3496"/>
                <a:gd name="T43" fmla="*/ 1279 h 1760"/>
                <a:gd name="T44" fmla="*/ 1379 w 3496"/>
                <a:gd name="T45" fmla="*/ 1647 h 1760"/>
                <a:gd name="T46" fmla="*/ 1201 w 3496"/>
                <a:gd name="T47" fmla="*/ 1597 h 1760"/>
                <a:gd name="T48" fmla="*/ 1201 w 3496"/>
                <a:gd name="T49" fmla="*/ 1579 h 1760"/>
                <a:gd name="T50" fmla="*/ 1745 w 3496"/>
                <a:gd name="T51" fmla="*/ 1161 h 1760"/>
                <a:gd name="T52" fmla="*/ 2169 w 3496"/>
                <a:gd name="T53" fmla="*/ 1074 h 1760"/>
                <a:gd name="T54" fmla="*/ 2547 w 3496"/>
                <a:gd name="T55" fmla="*/ 1316 h 1760"/>
                <a:gd name="T56" fmla="*/ 2809 w 3496"/>
                <a:gd name="T57" fmla="*/ 1748 h 1760"/>
                <a:gd name="T58" fmla="*/ 2851 w 3496"/>
                <a:gd name="T59" fmla="*/ 1760 h 1760"/>
                <a:gd name="T60" fmla="*/ 2596 w 3496"/>
                <a:gd name="T61" fmla="*/ 1248 h 1760"/>
                <a:gd name="T62" fmla="*/ 2240 w 3496"/>
                <a:gd name="T63" fmla="*/ 1002 h 1760"/>
                <a:gd name="T64" fmla="*/ 1837 w 3496"/>
                <a:gd name="T65" fmla="*/ 1045 h 1760"/>
                <a:gd name="T66" fmla="*/ 1106 w 3496"/>
                <a:gd name="T67" fmla="*/ 1499 h 1760"/>
                <a:gd name="T68" fmla="*/ 947 w 3496"/>
                <a:gd name="T69" fmla="*/ 1451 h 1760"/>
                <a:gd name="T70" fmla="*/ 936 w 3496"/>
                <a:gd name="T71" fmla="*/ 1405 h 1760"/>
                <a:gd name="T72" fmla="*/ 1388 w 3496"/>
                <a:gd name="T73" fmla="*/ 1129 h 1760"/>
                <a:gd name="T74" fmla="*/ 1815 w 3496"/>
                <a:gd name="T75" fmla="*/ 946 h 1760"/>
                <a:gd name="T76" fmla="*/ 2408 w 3496"/>
                <a:gd name="T77" fmla="*/ 943 h 1760"/>
                <a:gd name="T78" fmla="*/ 2917 w 3496"/>
                <a:gd name="T79" fmla="*/ 1535 h 1760"/>
                <a:gd name="T80" fmla="*/ 3011 w 3496"/>
                <a:gd name="T81" fmla="*/ 1758 h 1760"/>
                <a:gd name="T82" fmla="*/ 3074 w 3496"/>
                <a:gd name="T83" fmla="*/ 1738 h 1760"/>
                <a:gd name="T84" fmla="*/ 2798 w 3496"/>
                <a:gd name="T85" fmla="*/ 1175 h 1760"/>
                <a:gd name="T86" fmla="*/ 2356 w 3496"/>
                <a:gd name="T87" fmla="*/ 861 h 1760"/>
                <a:gd name="T88" fmla="*/ 1793 w 3496"/>
                <a:gd name="T89" fmla="*/ 886 h 1760"/>
                <a:gd name="T90" fmla="*/ 1052 w 3496"/>
                <a:gd name="T91" fmla="*/ 1188 h 1760"/>
                <a:gd name="T92" fmla="*/ 796 w 3496"/>
                <a:gd name="T93" fmla="*/ 1283 h 1760"/>
                <a:gd name="T94" fmla="*/ 697 w 3496"/>
                <a:gd name="T95" fmla="*/ 1193 h 1760"/>
                <a:gd name="T96" fmla="*/ 883 w 3496"/>
                <a:gd name="T97" fmla="*/ 1074 h 1760"/>
                <a:gd name="T98" fmla="*/ 1191 w 3496"/>
                <a:gd name="T99" fmla="*/ 950 h 1760"/>
                <a:gd name="T100" fmla="*/ 1664 w 3496"/>
                <a:gd name="T101" fmla="*/ 792 h 1760"/>
                <a:gd name="T102" fmla="*/ 2190 w 3496"/>
                <a:gd name="T103" fmla="*/ 720 h 1760"/>
                <a:gd name="T104" fmla="*/ 2566 w 3496"/>
                <a:gd name="T105" fmla="*/ 837 h 1760"/>
                <a:gd name="T106" fmla="*/ 3253 w 3496"/>
                <a:gd name="T107" fmla="*/ 1729 h 1760"/>
                <a:gd name="T108" fmla="*/ 3496 w 3496"/>
                <a:gd name="T109" fmla="*/ 1747 h 1760"/>
                <a:gd name="T110" fmla="*/ 3490 w 3496"/>
                <a:gd name="T111" fmla="*/ 173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96" h="1760">
                  <a:moveTo>
                    <a:pt x="3490" y="1730"/>
                  </a:moveTo>
                  <a:cubicBezTo>
                    <a:pt x="3458" y="1642"/>
                    <a:pt x="3407" y="1566"/>
                    <a:pt x="3354" y="1490"/>
                  </a:cubicBezTo>
                  <a:cubicBezTo>
                    <a:pt x="3319" y="1440"/>
                    <a:pt x="3284" y="1390"/>
                    <a:pt x="3250" y="1340"/>
                  </a:cubicBezTo>
                  <a:cubicBezTo>
                    <a:pt x="3240" y="1327"/>
                    <a:pt x="3234" y="1313"/>
                    <a:pt x="3233" y="1296"/>
                  </a:cubicBezTo>
                  <a:cubicBezTo>
                    <a:pt x="3225" y="1211"/>
                    <a:pt x="3185" y="1143"/>
                    <a:pt x="3127" y="1083"/>
                  </a:cubicBezTo>
                  <a:cubicBezTo>
                    <a:pt x="3075" y="1029"/>
                    <a:pt x="3014" y="986"/>
                    <a:pt x="2953" y="944"/>
                  </a:cubicBezTo>
                  <a:cubicBezTo>
                    <a:pt x="2891" y="901"/>
                    <a:pt x="2828" y="860"/>
                    <a:pt x="2773" y="808"/>
                  </a:cubicBezTo>
                  <a:cubicBezTo>
                    <a:pt x="2764" y="800"/>
                    <a:pt x="2757" y="791"/>
                    <a:pt x="2751" y="782"/>
                  </a:cubicBezTo>
                  <a:cubicBezTo>
                    <a:pt x="2720" y="738"/>
                    <a:pt x="2682" y="702"/>
                    <a:pt x="2639" y="671"/>
                  </a:cubicBezTo>
                  <a:cubicBezTo>
                    <a:pt x="2583" y="630"/>
                    <a:pt x="2525" y="590"/>
                    <a:pt x="2465" y="554"/>
                  </a:cubicBezTo>
                  <a:cubicBezTo>
                    <a:pt x="2430" y="534"/>
                    <a:pt x="2401" y="509"/>
                    <a:pt x="2378" y="478"/>
                  </a:cubicBezTo>
                  <a:cubicBezTo>
                    <a:pt x="2336" y="420"/>
                    <a:pt x="2295" y="361"/>
                    <a:pt x="2256" y="302"/>
                  </a:cubicBezTo>
                  <a:cubicBezTo>
                    <a:pt x="2210" y="234"/>
                    <a:pt x="2166" y="166"/>
                    <a:pt x="2107" y="108"/>
                  </a:cubicBezTo>
                  <a:cubicBezTo>
                    <a:pt x="2059" y="62"/>
                    <a:pt x="2005" y="26"/>
                    <a:pt x="1941" y="6"/>
                  </a:cubicBezTo>
                  <a:cubicBezTo>
                    <a:pt x="1941" y="6"/>
                    <a:pt x="1940" y="6"/>
                    <a:pt x="1940" y="6"/>
                  </a:cubicBezTo>
                  <a:cubicBezTo>
                    <a:pt x="1916" y="0"/>
                    <a:pt x="1889" y="5"/>
                    <a:pt x="1889" y="5"/>
                  </a:cubicBezTo>
                  <a:cubicBezTo>
                    <a:pt x="1791" y="28"/>
                    <a:pt x="1708" y="79"/>
                    <a:pt x="1633" y="143"/>
                  </a:cubicBezTo>
                  <a:cubicBezTo>
                    <a:pt x="1564" y="203"/>
                    <a:pt x="1498" y="266"/>
                    <a:pt x="1432" y="328"/>
                  </a:cubicBezTo>
                  <a:cubicBezTo>
                    <a:pt x="1368" y="388"/>
                    <a:pt x="1304" y="448"/>
                    <a:pt x="1230" y="497"/>
                  </a:cubicBezTo>
                  <a:cubicBezTo>
                    <a:pt x="1162" y="542"/>
                    <a:pt x="1089" y="575"/>
                    <a:pt x="1007" y="586"/>
                  </a:cubicBezTo>
                  <a:cubicBezTo>
                    <a:pt x="1000" y="587"/>
                    <a:pt x="992" y="589"/>
                    <a:pt x="984" y="588"/>
                  </a:cubicBezTo>
                  <a:cubicBezTo>
                    <a:pt x="967" y="587"/>
                    <a:pt x="956" y="596"/>
                    <a:pt x="944" y="607"/>
                  </a:cubicBezTo>
                  <a:cubicBezTo>
                    <a:pt x="828" y="716"/>
                    <a:pt x="724" y="836"/>
                    <a:pt x="626" y="962"/>
                  </a:cubicBezTo>
                  <a:cubicBezTo>
                    <a:pt x="527" y="1090"/>
                    <a:pt x="430" y="1219"/>
                    <a:pt x="330" y="1347"/>
                  </a:cubicBezTo>
                  <a:cubicBezTo>
                    <a:pt x="231" y="1475"/>
                    <a:pt x="125" y="1596"/>
                    <a:pt x="7" y="1706"/>
                  </a:cubicBezTo>
                  <a:cubicBezTo>
                    <a:pt x="4" y="1708"/>
                    <a:pt x="2" y="1711"/>
                    <a:pt x="0" y="1714"/>
                  </a:cubicBezTo>
                  <a:cubicBezTo>
                    <a:pt x="195" y="1714"/>
                    <a:pt x="390" y="1714"/>
                    <a:pt x="585" y="1714"/>
                  </a:cubicBezTo>
                  <a:cubicBezTo>
                    <a:pt x="880" y="1714"/>
                    <a:pt x="1175" y="1714"/>
                    <a:pt x="1470" y="1714"/>
                  </a:cubicBezTo>
                  <a:cubicBezTo>
                    <a:pt x="1481" y="1714"/>
                    <a:pt x="1487" y="1711"/>
                    <a:pt x="1493" y="1702"/>
                  </a:cubicBezTo>
                  <a:cubicBezTo>
                    <a:pt x="1517" y="1661"/>
                    <a:pt x="1541" y="1620"/>
                    <a:pt x="1566" y="1580"/>
                  </a:cubicBezTo>
                  <a:cubicBezTo>
                    <a:pt x="1615" y="1504"/>
                    <a:pt x="1671" y="1433"/>
                    <a:pt x="1743" y="1378"/>
                  </a:cubicBezTo>
                  <a:cubicBezTo>
                    <a:pt x="1794" y="1339"/>
                    <a:pt x="1848" y="1304"/>
                    <a:pt x="1910" y="1286"/>
                  </a:cubicBezTo>
                  <a:cubicBezTo>
                    <a:pt x="1974" y="1268"/>
                    <a:pt x="2039" y="1261"/>
                    <a:pt x="2104" y="1262"/>
                  </a:cubicBezTo>
                  <a:cubicBezTo>
                    <a:pt x="2150" y="1263"/>
                    <a:pt x="2192" y="1273"/>
                    <a:pt x="2232" y="1295"/>
                  </a:cubicBezTo>
                  <a:cubicBezTo>
                    <a:pt x="2303" y="1334"/>
                    <a:pt x="2363" y="1386"/>
                    <a:pt x="2416" y="1446"/>
                  </a:cubicBezTo>
                  <a:cubicBezTo>
                    <a:pt x="2497" y="1535"/>
                    <a:pt x="2564" y="1632"/>
                    <a:pt x="2597" y="1750"/>
                  </a:cubicBezTo>
                  <a:cubicBezTo>
                    <a:pt x="2598" y="1754"/>
                    <a:pt x="2601" y="1759"/>
                    <a:pt x="2604" y="1759"/>
                  </a:cubicBezTo>
                  <a:cubicBezTo>
                    <a:pt x="2623" y="1759"/>
                    <a:pt x="2643" y="1760"/>
                    <a:pt x="2662" y="1757"/>
                  </a:cubicBezTo>
                  <a:cubicBezTo>
                    <a:pt x="2677" y="1755"/>
                    <a:pt x="2679" y="1750"/>
                    <a:pt x="2675" y="1735"/>
                  </a:cubicBezTo>
                  <a:cubicBezTo>
                    <a:pt x="2662" y="1671"/>
                    <a:pt x="2638" y="1611"/>
                    <a:pt x="2605" y="1554"/>
                  </a:cubicBezTo>
                  <a:cubicBezTo>
                    <a:pt x="2518" y="1402"/>
                    <a:pt x="2393" y="1290"/>
                    <a:pt x="2240" y="1207"/>
                  </a:cubicBezTo>
                  <a:cubicBezTo>
                    <a:pt x="2237" y="1205"/>
                    <a:pt x="2233" y="1203"/>
                    <a:pt x="2230" y="1203"/>
                  </a:cubicBezTo>
                  <a:cubicBezTo>
                    <a:pt x="2128" y="1183"/>
                    <a:pt x="2027" y="1180"/>
                    <a:pt x="1925" y="1202"/>
                  </a:cubicBezTo>
                  <a:cubicBezTo>
                    <a:pt x="1857" y="1216"/>
                    <a:pt x="1794" y="1243"/>
                    <a:pt x="1735" y="1279"/>
                  </a:cubicBezTo>
                  <a:cubicBezTo>
                    <a:pt x="1643" y="1334"/>
                    <a:pt x="1567" y="1406"/>
                    <a:pt x="1501" y="1488"/>
                  </a:cubicBezTo>
                  <a:cubicBezTo>
                    <a:pt x="1458" y="1540"/>
                    <a:pt x="1419" y="1594"/>
                    <a:pt x="1379" y="1647"/>
                  </a:cubicBezTo>
                  <a:cubicBezTo>
                    <a:pt x="1375" y="1653"/>
                    <a:pt x="1371" y="1658"/>
                    <a:pt x="1363" y="1657"/>
                  </a:cubicBezTo>
                  <a:cubicBezTo>
                    <a:pt x="1304" y="1650"/>
                    <a:pt x="1250" y="1631"/>
                    <a:pt x="1201" y="1597"/>
                  </a:cubicBezTo>
                  <a:cubicBezTo>
                    <a:pt x="1198" y="1594"/>
                    <a:pt x="1195" y="1592"/>
                    <a:pt x="1192" y="1589"/>
                  </a:cubicBezTo>
                  <a:cubicBezTo>
                    <a:pt x="1196" y="1585"/>
                    <a:pt x="1198" y="1582"/>
                    <a:pt x="1201" y="1579"/>
                  </a:cubicBezTo>
                  <a:cubicBezTo>
                    <a:pt x="1256" y="1527"/>
                    <a:pt x="1311" y="1474"/>
                    <a:pt x="1367" y="1423"/>
                  </a:cubicBezTo>
                  <a:cubicBezTo>
                    <a:pt x="1482" y="1320"/>
                    <a:pt x="1605" y="1228"/>
                    <a:pt x="1745" y="1161"/>
                  </a:cubicBezTo>
                  <a:cubicBezTo>
                    <a:pt x="1865" y="1103"/>
                    <a:pt x="1991" y="1071"/>
                    <a:pt x="2125" y="1072"/>
                  </a:cubicBezTo>
                  <a:cubicBezTo>
                    <a:pt x="2140" y="1072"/>
                    <a:pt x="2155" y="1075"/>
                    <a:pt x="2169" y="1074"/>
                  </a:cubicBezTo>
                  <a:cubicBezTo>
                    <a:pt x="2207" y="1072"/>
                    <a:pt x="2241" y="1083"/>
                    <a:pt x="2274" y="1098"/>
                  </a:cubicBezTo>
                  <a:cubicBezTo>
                    <a:pt x="2383" y="1149"/>
                    <a:pt x="2471" y="1225"/>
                    <a:pt x="2547" y="1316"/>
                  </a:cubicBezTo>
                  <a:cubicBezTo>
                    <a:pt x="2617" y="1399"/>
                    <a:pt x="2675" y="1490"/>
                    <a:pt x="2726" y="1586"/>
                  </a:cubicBezTo>
                  <a:cubicBezTo>
                    <a:pt x="2755" y="1639"/>
                    <a:pt x="2781" y="1694"/>
                    <a:pt x="2809" y="1748"/>
                  </a:cubicBezTo>
                  <a:cubicBezTo>
                    <a:pt x="2813" y="1756"/>
                    <a:pt x="2817" y="1760"/>
                    <a:pt x="2826" y="1759"/>
                  </a:cubicBezTo>
                  <a:cubicBezTo>
                    <a:pt x="2834" y="1759"/>
                    <a:pt x="2843" y="1760"/>
                    <a:pt x="2851" y="1760"/>
                  </a:cubicBezTo>
                  <a:cubicBezTo>
                    <a:pt x="2868" y="1759"/>
                    <a:pt x="2873" y="1752"/>
                    <a:pt x="2867" y="1735"/>
                  </a:cubicBezTo>
                  <a:cubicBezTo>
                    <a:pt x="2809" y="1555"/>
                    <a:pt x="2722" y="1391"/>
                    <a:pt x="2596" y="1248"/>
                  </a:cubicBezTo>
                  <a:cubicBezTo>
                    <a:pt x="2522" y="1163"/>
                    <a:pt x="2437" y="1091"/>
                    <a:pt x="2336" y="1041"/>
                  </a:cubicBezTo>
                  <a:cubicBezTo>
                    <a:pt x="2305" y="1025"/>
                    <a:pt x="2273" y="1009"/>
                    <a:pt x="2240" y="1002"/>
                  </a:cubicBezTo>
                  <a:cubicBezTo>
                    <a:pt x="2206" y="994"/>
                    <a:pt x="2170" y="994"/>
                    <a:pt x="2136" y="994"/>
                  </a:cubicBezTo>
                  <a:cubicBezTo>
                    <a:pt x="2033" y="994"/>
                    <a:pt x="1934" y="1012"/>
                    <a:pt x="1837" y="1045"/>
                  </a:cubicBezTo>
                  <a:cubicBezTo>
                    <a:pt x="1686" y="1096"/>
                    <a:pt x="1548" y="1176"/>
                    <a:pt x="1419" y="1268"/>
                  </a:cubicBezTo>
                  <a:cubicBezTo>
                    <a:pt x="1313" y="1343"/>
                    <a:pt x="1210" y="1422"/>
                    <a:pt x="1106" y="1499"/>
                  </a:cubicBezTo>
                  <a:cubicBezTo>
                    <a:pt x="1098" y="1504"/>
                    <a:pt x="1088" y="1508"/>
                    <a:pt x="1078" y="1508"/>
                  </a:cubicBezTo>
                  <a:cubicBezTo>
                    <a:pt x="1025" y="1510"/>
                    <a:pt x="984" y="1485"/>
                    <a:pt x="947" y="1451"/>
                  </a:cubicBezTo>
                  <a:cubicBezTo>
                    <a:pt x="937" y="1441"/>
                    <a:pt x="928" y="1430"/>
                    <a:pt x="918" y="1419"/>
                  </a:cubicBezTo>
                  <a:cubicBezTo>
                    <a:pt x="925" y="1414"/>
                    <a:pt x="930" y="1409"/>
                    <a:pt x="936" y="1405"/>
                  </a:cubicBezTo>
                  <a:cubicBezTo>
                    <a:pt x="997" y="1364"/>
                    <a:pt x="1056" y="1321"/>
                    <a:pt x="1118" y="1284"/>
                  </a:cubicBezTo>
                  <a:cubicBezTo>
                    <a:pt x="1207" y="1230"/>
                    <a:pt x="1298" y="1181"/>
                    <a:pt x="1388" y="1129"/>
                  </a:cubicBezTo>
                  <a:cubicBezTo>
                    <a:pt x="1419" y="1112"/>
                    <a:pt x="1447" y="1090"/>
                    <a:pt x="1479" y="1077"/>
                  </a:cubicBezTo>
                  <a:cubicBezTo>
                    <a:pt x="1591" y="1031"/>
                    <a:pt x="1702" y="986"/>
                    <a:pt x="1815" y="946"/>
                  </a:cubicBezTo>
                  <a:cubicBezTo>
                    <a:pt x="1936" y="903"/>
                    <a:pt x="2062" y="881"/>
                    <a:pt x="2192" y="889"/>
                  </a:cubicBezTo>
                  <a:cubicBezTo>
                    <a:pt x="2267" y="894"/>
                    <a:pt x="2340" y="910"/>
                    <a:pt x="2408" y="943"/>
                  </a:cubicBezTo>
                  <a:cubicBezTo>
                    <a:pt x="2525" y="997"/>
                    <a:pt x="2620" y="1077"/>
                    <a:pt x="2701" y="1175"/>
                  </a:cubicBezTo>
                  <a:cubicBezTo>
                    <a:pt x="2792" y="1284"/>
                    <a:pt x="2861" y="1406"/>
                    <a:pt x="2917" y="1535"/>
                  </a:cubicBezTo>
                  <a:cubicBezTo>
                    <a:pt x="2948" y="1604"/>
                    <a:pt x="2975" y="1676"/>
                    <a:pt x="3003" y="1746"/>
                  </a:cubicBezTo>
                  <a:cubicBezTo>
                    <a:pt x="3005" y="1751"/>
                    <a:pt x="3008" y="1758"/>
                    <a:pt x="3011" y="1758"/>
                  </a:cubicBezTo>
                  <a:cubicBezTo>
                    <a:pt x="3028" y="1759"/>
                    <a:pt x="3046" y="1759"/>
                    <a:pt x="3063" y="1757"/>
                  </a:cubicBezTo>
                  <a:cubicBezTo>
                    <a:pt x="3073" y="1756"/>
                    <a:pt x="3077" y="1748"/>
                    <a:pt x="3074" y="1738"/>
                  </a:cubicBezTo>
                  <a:cubicBezTo>
                    <a:pt x="3059" y="1682"/>
                    <a:pt x="3047" y="1626"/>
                    <a:pt x="3028" y="1572"/>
                  </a:cubicBezTo>
                  <a:cubicBezTo>
                    <a:pt x="2979" y="1424"/>
                    <a:pt x="2903" y="1291"/>
                    <a:pt x="2798" y="1175"/>
                  </a:cubicBezTo>
                  <a:cubicBezTo>
                    <a:pt x="2748" y="1119"/>
                    <a:pt x="2692" y="1067"/>
                    <a:pt x="2636" y="1015"/>
                  </a:cubicBezTo>
                  <a:cubicBezTo>
                    <a:pt x="2556" y="939"/>
                    <a:pt x="2462" y="889"/>
                    <a:pt x="2356" y="861"/>
                  </a:cubicBezTo>
                  <a:cubicBezTo>
                    <a:pt x="2244" y="831"/>
                    <a:pt x="2132" y="831"/>
                    <a:pt x="2018" y="843"/>
                  </a:cubicBezTo>
                  <a:cubicBezTo>
                    <a:pt x="1942" y="851"/>
                    <a:pt x="1867" y="867"/>
                    <a:pt x="1793" y="886"/>
                  </a:cubicBezTo>
                  <a:cubicBezTo>
                    <a:pt x="1611" y="933"/>
                    <a:pt x="1437" y="1005"/>
                    <a:pt x="1262" y="1071"/>
                  </a:cubicBezTo>
                  <a:cubicBezTo>
                    <a:pt x="1186" y="1099"/>
                    <a:pt x="1119" y="1145"/>
                    <a:pt x="1052" y="1188"/>
                  </a:cubicBezTo>
                  <a:cubicBezTo>
                    <a:pt x="1005" y="1217"/>
                    <a:pt x="958" y="1246"/>
                    <a:pt x="910" y="1271"/>
                  </a:cubicBezTo>
                  <a:cubicBezTo>
                    <a:pt x="875" y="1288"/>
                    <a:pt x="836" y="1295"/>
                    <a:pt x="796" y="1283"/>
                  </a:cubicBezTo>
                  <a:cubicBezTo>
                    <a:pt x="753" y="1270"/>
                    <a:pt x="722" y="1240"/>
                    <a:pt x="695" y="1206"/>
                  </a:cubicBezTo>
                  <a:cubicBezTo>
                    <a:pt x="693" y="1203"/>
                    <a:pt x="694" y="1195"/>
                    <a:pt x="697" y="1193"/>
                  </a:cubicBezTo>
                  <a:cubicBezTo>
                    <a:pt x="712" y="1178"/>
                    <a:pt x="726" y="1162"/>
                    <a:pt x="743" y="1149"/>
                  </a:cubicBezTo>
                  <a:cubicBezTo>
                    <a:pt x="785" y="1116"/>
                    <a:pt x="834" y="1094"/>
                    <a:pt x="883" y="1074"/>
                  </a:cubicBezTo>
                  <a:cubicBezTo>
                    <a:pt x="967" y="1039"/>
                    <a:pt x="1052" y="1006"/>
                    <a:pt x="1136" y="972"/>
                  </a:cubicBezTo>
                  <a:cubicBezTo>
                    <a:pt x="1155" y="965"/>
                    <a:pt x="1172" y="956"/>
                    <a:pt x="1191" y="950"/>
                  </a:cubicBezTo>
                  <a:cubicBezTo>
                    <a:pt x="1243" y="933"/>
                    <a:pt x="1296" y="918"/>
                    <a:pt x="1347" y="901"/>
                  </a:cubicBezTo>
                  <a:cubicBezTo>
                    <a:pt x="1453" y="865"/>
                    <a:pt x="1558" y="827"/>
                    <a:pt x="1664" y="792"/>
                  </a:cubicBezTo>
                  <a:cubicBezTo>
                    <a:pt x="1763" y="759"/>
                    <a:pt x="1864" y="734"/>
                    <a:pt x="1967" y="722"/>
                  </a:cubicBezTo>
                  <a:cubicBezTo>
                    <a:pt x="2041" y="713"/>
                    <a:pt x="2115" y="712"/>
                    <a:pt x="2190" y="720"/>
                  </a:cubicBezTo>
                  <a:cubicBezTo>
                    <a:pt x="2225" y="724"/>
                    <a:pt x="2261" y="727"/>
                    <a:pt x="2296" y="732"/>
                  </a:cubicBezTo>
                  <a:cubicBezTo>
                    <a:pt x="2394" y="747"/>
                    <a:pt x="2483" y="785"/>
                    <a:pt x="2566" y="837"/>
                  </a:cubicBezTo>
                  <a:cubicBezTo>
                    <a:pt x="2685" y="912"/>
                    <a:pt x="2785" y="1008"/>
                    <a:pt x="2875" y="1115"/>
                  </a:cubicBezTo>
                  <a:cubicBezTo>
                    <a:pt x="3031" y="1301"/>
                    <a:pt x="3152" y="1509"/>
                    <a:pt x="3253" y="1729"/>
                  </a:cubicBezTo>
                  <a:cubicBezTo>
                    <a:pt x="3263" y="1751"/>
                    <a:pt x="3275" y="1759"/>
                    <a:pt x="3298" y="1758"/>
                  </a:cubicBezTo>
                  <a:cubicBezTo>
                    <a:pt x="3364" y="1754"/>
                    <a:pt x="3430" y="1750"/>
                    <a:pt x="3496" y="1747"/>
                  </a:cubicBezTo>
                  <a:cubicBezTo>
                    <a:pt x="3496" y="1744"/>
                    <a:pt x="3496" y="1740"/>
                    <a:pt x="3496" y="1737"/>
                  </a:cubicBezTo>
                  <a:cubicBezTo>
                    <a:pt x="3494" y="1735"/>
                    <a:pt x="3491" y="1733"/>
                    <a:pt x="3490" y="17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4129E84B-41BC-4987-99A8-F1CD72B8D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3919538"/>
              <a:ext cx="538163" cy="1330325"/>
            </a:xfrm>
            <a:custGeom>
              <a:avLst/>
              <a:gdLst>
                <a:gd name="T0" fmla="*/ 434 w 437"/>
                <a:gd name="T1" fmla="*/ 924 h 1083"/>
                <a:gd name="T2" fmla="*/ 429 w 437"/>
                <a:gd name="T3" fmla="*/ 761 h 1083"/>
                <a:gd name="T4" fmla="*/ 427 w 437"/>
                <a:gd name="T5" fmla="*/ 657 h 1083"/>
                <a:gd name="T6" fmla="*/ 424 w 437"/>
                <a:gd name="T7" fmla="*/ 530 h 1083"/>
                <a:gd name="T8" fmla="*/ 422 w 437"/>
                <a:gd name="T9" fmla="*/ 357 h 1083"/>
                <a:gd name="T10" fmla="*/ 421 w 437"/>
                <a:gd name="T11" fmla="*/ 331 h 1083"/>
                <a:gd name="T12" fmla="*/ 420 w 437"/>
                <a:gd name="T13" fmla="*/ 290 h 1083"/>
                <a:gd name="T14" fmla="*/ 414 w 437"/>
                <a:gd name="T15" fmla="*/ 31 h 1083"/>
                <a:gd name="T16" fmla="*/ 392 w 437"/>
                <a:gd name="T17" fmla="*/ 2 h 1083"/>
                <a:gd name="T18" fmla="*/ 363 w 437"/>
                <a:gd name="T19" fmla="*/ 25 h 1083"/>
                <a:gd name="T20" fmla="*/ 260 w 437"/>
                <a:gd name="T21" fmla="*/ 457 h 1083"/>
                <a:gd name="T22" fmla="*/ 203 w 437"/>
                <a:gd name="T23" fmla="*/ 696 h 1083"/>
                <a:gd name="T24" fmla="*/ 198 w 437"/>
                <a:gd name="T25" fmla="*/ 709 h 1083"/>
                <a:gd name="T26" fmla="*/ 195 w 437"/>
                <a:gd name="T27" fmla="*/ 697 h 1083"/>
                <a:gd name="T28" fmla="*/ 118 w 437"/>
                <a:gd name="T29" fmla="*/ 341 h 1083"/>
                <a:gd name="T30" fmla="*/ 56 w 437"/>
                <a:gd name="T31" fmla="*/ 54 h 1083"/>
                <a:gd name="T32" fmla="*/ 50 w 437"/>
                <a:gd name="T33" fmla="*/ 28 h 1083"/>
                <a:gd name="T34" fmla="*/ 21 w 437"/>
                <a:gd name="T35" fmla="*/ 10 h 1083"/>
                <a:gd name="T36" fmla="*/ 0 w 437"/>
                <a:gd name="T37" fmla="*/ 35 h 1083"/>
                <a:gd name="T38" fmla="*/ 0 w 437"/>
                <a:gd name="T39" fmla="*/ 50 h 1083"/>
                <a:gd name="T40" fmla="*/ 3 w 437"/>
                <a:gd name="T41" fmla="*/ 388 h 1083"/>
                <a:gd name="T42" fmla="*/ 3 w 437"/>
                <a:gd name="T43" fmla="*/ 395 h 1083"/>
                <a:gd name="T44" fmla="*/ 5 w 437"/>
                <a:gd name="T45" fmla="*/ 527 h 1083"/>
                <a:gd name="T46" fmla="*/ 8 w 437"/>
                <a:gd name="T47" fmla="*/ 816 h 1083"/>
                <a:gd name="T48" fmla="*/ 8 w 437"/>
                <a:gd name="T49" fmla="*/ 834 h 1083"/>
                <a:gd name="T50" fmla="*/ 28 w 437"/>
                <a:gd name="T51" fmla="*/ 855 h 1083"/>
                <a:gd name="T52" fmla="*/ 59 w 437"/>
                <a:gd name="T53" fmla="*/ 828 h 1083"/>
                <a:gd name="T54" fmla="*/ 58 w 437"/>
                <a:gd name="T55" fmla="*/ 703 h 1083"/>
                <a:gd name="T56" fmla="*/ 55 w 437"/>
                <a:gd name="T57" fmla="*/ 316 h 1083"/>
                <a:gd name="T58" fmla="*/ 55 w 437"/>
                <a:gd name="T59" fmla="*/ 306 h 1083"/>
                <a:gd name="T60" fmla="*/ 60 w 437"/>
                <a:gd name="T61" fmla="*/ 317 h 1083"/>
                <a:gd name="T62" fmla="*/ 170 w 437"/>
                <a:gd name="T63" fmla="*/ 830 h 1083"/>
                <a:gd name="T64" fmla="*/ 197 w 437"/>
                <a:gd name="T65" fmla="*/ 856 h 1083"/>
                <a:gd name="T66" fmla="*/ 223 w 437"/>
                <a:gd name="T67" fmla="*/ 831 h 1083"/>
                <a:gd name="T68" fmla="*/ 250 w 437"/>
                <a:gd name="T69" fmla="*/ 721 h 1083"/>
                <a:gd name="T70" fmla="*/ 360 w 437"/>
                <a:gd name="T71" fmla="*/ 256 h 1083"/>
                <a:gd name="T72" fmla="*/ 365 w 437"/>
                <a:gd name="T73" fmla="*/ 239 h 1083"/>
                <a:gd name="T74" fmla="*/ 367 w 437"/>
                <a:gd name="T75" fmla="*/ 240 h 1083"/>
                <a:gd name="T76" fmla="*/ 378 w 437"/>
                <a:gd name="T77" fmla="*/ 698 h 1083"/>
                <a:gd name="T78" fmla="*/ 378 w 437"/>
                <a:gd name="T79" fmla="*/ 713 h 1083"/>
                <a:gd name="T80" fmla="*/ 380 w 437"/>
                <a:gd name="T81" fmla="*/ 816 h 1083"/>
                <a:gd name="T82" fmla="*/ 381 w 437"/>
                <a:gd name="T83" fmla="*/ 824 h 1083"/>
                <a:gd name="T84" fmla="*/ 385 w 437"/>
                <a:gd name="T85" fmla="*/ 1029 h 1083"/>
                <a:gd name="T86" fmla="*/ 386 w 437"/>
                <a:gd name="T87" fmla="*/ 1055 h 1083"/>
                <a:gd name="T88" fmla="*/ 396 w 437"/>
                <a:gd name="T89" fmla="*/ 1083 h 1083"/>
                <a:gd name="T90" fmla="*/ 427 w 437"/>
                <a:gd name="T91" fmla="*/ 1083 h 1083"/>
                <a:gd name="T92" fmla="*/ 436 w 437"/>
                <a:gd name="T93" fmla="*/ 1051 h 1083"/>
                <a:gd name="T94" fmla="*/ 435 w 437"/>
                <a:gd name="T95" fmla="*/ 950 h 1083"/>
                <a:gd name="T96" fmla="*/ 434 w 437"/>
                <a:gd name="T97" fmla="*/ 924 h 1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37" h="1083">
                  <a:moveTo>
                    <a:pt x="434" y="924"/>
                  </a:moveTo>
                  <a:cubicBezTo>
                    <a:pt x="433" y="870"/>
                    <a:pt x="431" y="816"/>
                    <a:pt x="429" y="761"/>
                  </a:cubicBezTo>
                  <a:cubicBezTo>
                    <a:pt x="428" y="726"/>
                    <a:pt x="428" y="692"/>
                    <a:pt x="427" y="657"/>
                  </a:cubicBezTo>
                  <a:cubicBezTo>
                    <a:pt x="426" y="614"/>
                    <a:pt x="425" y="572"/>
                    <a:pt x="424" y="530"/>
                  </a:cubicBezTo>
                  <a:cubicBezTo>
                    <a:pt x="423" y="472"/>
                    <a:pt x="423" y="414"/>
                    <a:pt x="422" y="357"/>
                  </a:cubicBezTo>
                  <a:cubicBezTo>
                    <a:pt x="422" y="348"/>
                    <a:pt x="421" y="340"/>
                    <a:pt x="421" y="331"/>
                  </a:cubicBezTo>
                  <a:cubicBezTo>
                    <a:pt x="421" y="317"/>
                    <a:pt x="420" y="304"/>
                    <a:pt x="420" y="290"/>
                  </a:cubicBezTo>
                  <a:cubicBezTo>
                    <a:pt x="418" y="204"/>
                    <a:pt x="416" y="117"/>
                    <a:pt x="414" y="31"/>
                  </a:cubicBezTo>
                  <a:cubicBezTo>
                    <a:pt x="414" y="14"/>
                    <a:pt x="406" y="3"/>
                    <a:pt x="392" y="2"/>
                  </a:cubicBezTo>
                  <a:cubicBezTo>
                    <a:pt x="377" y="0"/>
                    <a:pt x="367" y="8"/>
                    <a:pt x="363" y="25"/>
                  </a:cubicBezTo>
                  <a:cubicBezTo>
                    <a:pt x="328" y="169"/>
                    <a:pt x="294" y="313"/>
                    <a:pt x="260" y="457"/>
                  </a:cubicBezTo>
                  <a:cubicBezTo>
                    <a:pt x="241" y="537"/>
                    <a:pt x="222" y="616"/>
                    <a:pt x="203" y="696"/>
                  </a:cubicBezTo>
                  <a:cubicBezTo>
                    <a:pt x="202" y="699"/>
                    <a:pt x="200" y="702"/>
                    <a:pt x="198" y="709"/>
                  </a:cubicBezTo>
                  <a:cubicBezTo>
                    <a:pt x="196" y="702"/>
                    <a:pt x="195" y="700"/>
                    <a:pt x="195" y="697"/>
                  </a:cubicBezTo>
                  <a:cubicBezTo>
                    <a:pt x="169" y="578"/>
                    <a:pt x="143" y="460"/>
                    <a:pt x="118" y="341"/>
                  </a:cubicBezTo>
                  <a:cubicBezTo>
                    <a:pt x="97" y="246"/>
                    <a:pt x="76" y="150"/>
                    <a:pt x="56" y="54"/>
                  </a:cubicBezTo>
                  <a:cubicBezTo>
                    <a:pt x="54" y="45"/>
                    <a:pt x="52" y="37"/>
                    <a:pt x="50" y="28"/>
                  </a:cubicBezTo>
                  <a:cubicBezTo>
                    <a:pt x="45" y="15"/>
                    <a:pt x="34" y="8"/>
                    <a:pt x="21" y="10"/>
                  </a:cubicBezTo>
                  <a:cubicBezTo>
                    <a:pt x="9" y="12"/>
                    <a:pt x="1" y="22"/>
                    <a:pt x="0" y="35"/>
                  </a:cubicBezTo>
                  <a:cubicBezTo>
                    <a:pt x="0" y="40"/>
                    <a:pt x="0" y="45"/>
                    <a:pt x="0" y="50"/>
                  </a:cubicBezTo>
                  <a:cubicBezTo>
                    <a:pt x="1" y="163"/>
                    <a:pt x="2" y="275"/>
                    <a:pt x="3" y="388"/>
                  </a:cubicBezTo>
                  <a:cubicBezTo>
                    <a:pt x="3" y="390"/>
                    <a:pt x="3" y="393"/>
                    <a:pt x="3" y="395"/>
                  </a:cubicBezTo>
                  <a:cubicBezTo>
                    <a:pt x="4" y="439"/>
                    <a:pt x="5" y="483"/>
                    <a:pt x="5" y="527"/>
                  </a:cubicBezTo>
                  <a:cubicBezTo>
                    <a:pt x="6" y="623"/>
                    <a:pt x="7" y="720"/>
                    <a:pt x="8" y="816"/>
                  </a:cubicBezTo>
                  <a:cubicBezTo>
                    <a:pt x="8" y="822"/>
                    <a:pt x="8" y="828"/>
                    <a:pt x="8" y="834"/>
                  </a:cubicBezTo>
                  <a:cubicBezTo>
                    <a:pt x="10" y="845"/>
                    <a:pt x="17" y="853"/>
                    <a:pt x="28" y="855"/>
                  </a:cubicBezTo>
                  <a:cubicBezTo>
                    <a:pt x="46" y="859"/>
                    <a:pt x="60" y="847"/>
                    <a:pt x="59" y="828"/>
                  </a:cubicBezTo>
                  <a:cubicBezTo>
                    <a:pt x="59" y="786"/>
                    <a:pt x="58" y="745"/>
                    <a:pt x="58" y="703"/>
                  </a:cubicBezTo>
                  <a:cubicBezTo>
                    <a:pt x="57" y="574"/>
                    <a:pt x="56" y="445"/>
                    <a:pt x="55" y="316"/>
                  </a:cubicBezTo>
                  <a:cubicBezTo>
                    <a:pt x="55" y="313"/>
                    <a:pt x="55" y="309"/>
                    <a:pt x="55" y="306"/>
                  </a:cubicBezTo>
                  <a:cubicBezTo>
                    <a:pt x="58" y="310"/>
                    <a:pt x="59" y="313"/>
                    <a:pt x="60" y="317"/>
                  </a:cubicBezTo>
                  <a:cubicBezTo>
                    <a:pt x="97" y="488"/>
                    <a:pt x="133" y="659"/>
                    <a:pt x="170" y="830"/>
                  </a:cubicBezTo>
                  <a:cubicBezTo>
                    <a:pt x="174" y="847"/>
                    <a:pt x="183" y="856"/>
                    <a:pt x="197" y="856"/>
                  </a:cubicBezTo>
                  <a:cubicBezTo>
                    <a:pt x="211" y="856"/>
                    <a:pt x="219" y="848"/>
                    <a:pt x="223" y="831"/>
                  </a:cubicBezTo>
                  <a:cubicBezTo>
                    <a:pt x="232" y="794"/>
                    <a:pt x="241" y="758"/>
                    <a:pt x="250" y="721"/>
                  </a:cubicBezTo>
                  <a:cubicBezTo>
                    <a:pt x="287" y="566"/>
                    <a:pt x="323" y="411"/>
                    <a:pt x="360" y="256"/>
                  </a:cubicBezTo>
                  <a:cubicBezTo>
                    <a:pt x="362" y="250"/>
                    <a:pt x="364" y="245"/>
                    <a:pt x="365" y="239"/>
                  </a:cubicBezTo>
                  <a:cubicBezTo>
                    <a:pt x="366" y="239"/>
                    <a:pt x="366" y="240"/>
                    <a:pt x="367" y="240"/>
                  </a:cubicBezTo>
                  <a:cubicBezTo>
                    <a:pt x="370" y="393"/>
                    <a:pt x="374" y="545"/>
                    <a:pt x="378" y="698"/>
                  </a:cubicBezTo>
                  <a:cubicBezTo>
                    <a:pt x="378" y="703"/>
                    <a:pt x="378" y="708"/>
                    <a:pt x="378" y="713"/>
                  </a:cubicBezTo>
                  <a:cubicBezTo>
                    <a:pt x="379" y="748"/>
                    <a:pt x="380" y="782"/>
                    <a:pt x="380" y="816"/>
                  </a:cubicBezTo>
                  <a:cubicBezTo>
                    <a:pt x="381" y="819"/>
                    <a:pt x="381" y="821"/>
                    <a:pt x="381" y="824"/>
                  </a:cubicBezTo>
                  <a:cubicBezTo>
                    <a:pt x="382" y="892"/>
                    <a:pt x="384" y="961"/>
                    <a:pt x="385" y="1029"/>
                  </a:cubicBezTo>
                  <a:cubicBezTo>
                    <a:pt x="386" y="1038"/>
                    <a:pt x="386" y="1046"/>
                    <a:pt x="386" y="1055"/>
                  </a:cubicBezTo>
                  <a:cubicBezTo>
                    <a:pt x="389" y="1064"/>
                    <a:pt x="393" y="1074"/>
                    <a:pt x="396" y="1083"/>
                  </a:cubicBezTo>
                  <a:cubicBezTo>
                    <a:pt x="406" y="1083"/>
                    <a:pt x="416" y="1083"/>
                    <a:pt x="427" y="1083"/>
                  </a:cubicBezTo>
                  <a:cubicBezTo>
                    <a:pt x="430" y="1072"/>
                    <a:pt x="436" y="1061"/>
                    <a:pt x="436" y="1051"/>
                  </a:cubicBezTo>
                  <a:cubicBezTo>
                    <a:pt x="437" y="1017"/>
                    <a:pt x="435" y="983"/>
                    <a:pt x="435" y="950"/>
                  </a:cubicBezTo>
                  <a:cubicBezTo>
                    <a:pt x="434" y="941"/>
                    <a:pt x="434" y="933"/>
                    <a:pt x="434" y="9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27FE00B7-FEE8-4A2A-ADBC-2E65E155EA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7725" y="3698875"/>
              <a:ext cx="382588" cy="1282700"/>
            </a:xfrm>
            <a:custGeom>
              <a:avLst/>
              <a:gdLst>
                <a:gd name="T0" fmla="*/ 306 w 311"/>
                <a:gd name="T1" fmla="*/ 185 h 1044"/>
                <a:gd name="T2" fmla="*/ 305 w 311"/>
                <a:gd name="T3" fmla="*/ 32 h 1044"/>
                <a:gd name="T4" fmla="*/ 279 w 311"/>
                <a:gd name="T5" fmla="*/ 0 h 1044"/>
                <a:gd name="T6" fmla="*/ 254 w 311"/>
                <a:gd name="T7" fmla="*/ 32 h 1044"/>
                <a:gd name="T8" fmla="*/ 256 w 311"/>
                <a:gd name="T9" fmla="*/ 281 h 1044"/>
                <a:gd name="T10" fmla="*/ 258 w 311"/>
                <a:gd name="T11" fmla="*/ 834 h 1044"/>
                <a:gd name="T12" fmla="*/ 254 w 311"/>
                <a:gd name="T13" fmla="*/ 834 h 1044"/>
                <a:gd name="T14" fmla="*/ 71 w 311"/>
                <a:gd name="T15" fmla="*/ 252 h 1044"/>
                <a:gd name="T16" fmla="*/ 54 w 311"/>
                <a:gd name="T17" fmla="*/ 200 h 1044"/>
                <a:gd name="T18" fmla="*/ 26 w 311"/>
                <a:gd name="T19" fmla="*/ 183 h 1044"/>
                <a:gd name="T20" fmla="*/ 4 w 311"/>
                <a:gd name="T21" fmla="*/ 206 h 1044"/>
                <a:gd name="T22" fmla="*/ 4 w 311"/>
                <a:gd name="T23" fmla="*/ 222 h 1044"/>
                <a:gd name="T24" fmla="*/ 3 w 311"/>
                <a:gd name="T25" fmla="*/ 399 h 1044"/>
                <a:gd name="T26" fmla="*/ 0 w 311"/>
                <a:gd name="T27" fmla="*/ 1013 h 1044"/>
                <a:gd name="T28" fmla="*/ 26 w 311"/>
                <a:gd name="T29" fmla="*/ 1042 h 1044"/>
                <a:gd name="T30" fmla="*/ 51 w 311"/>
                <a:gd name="T31" fmla="*/ 1014 h 1044"/>
                <a:gd name="T32" fmla="*/ 53 w 311"/>
                <a:gd name="T33" fmla="*/ 734 h 1044"/>
                <a:gd name="T34" fmla="*/ 54 w 311"/>
                <a:gd name="T35" fmla="*/ 405 h 1044"/>
                <a:gd name="T36" fmla="*/ 55 w 311"/>
                <a:gd name="T37" fmla="*/ 388 h 1044"/>
                <a:gd name="T38" fmla="*/ 59 w 311"/>
                <a:gd name="T39" fmla="*/ 388 h 1044"/>
                <a:gd name="T40" fmla="*/ 61 w 311"/>
                <a:gd name="T41" fmla="*/ 394 h 1044"/>
                <a:gd name="T42" fmla="*/ 202 w 311"/>
                <a:gd name="T43" fmla="*/ 841 h 1044"/>
                <a:gd name="T44" fmla="*/ 260 w 311"/>
                <a:gd name="T45" fmla="*/ 1022 h 1044"/>
                <a:gd name="T46" fmla="*/ 283 w 311"/>
                <a:gd name="T47" fmla="*/ 1043 h 1044"/>
                <a:gd name="T48" fmla="*/ 311 w 311"/>
                <a:gd name="T49" fmla="*/ 1013 h 1044"/>
                <a:gd name="T50" fmla="*/ 308 w 311"/>
                <a:gd name="T51" fmla="*/ 653 h 1044"/>
                <a:gd name="T52" fmla="*/ 306 w 311"/>
                <a:gd name="T53" fmla="*/ 185 h 1044"/>
                <a:gd name="T54" fmla="*/ 257 w 311"/>
                <a:gd name="T55" fmla="*/ 838 h 1044"/>
                <a:gd name="T56" fmla="*/ 258 w 311"/>
                <a:gd name="T57" fmla="*/ 834 h 1044"/>
                <a:gd name="T58" fmla="*/ 258 w 311"/>
                <a:gd name="T59" fmla="*/ 834 h 1044"/>
                <a:gd name="T60" fmla="*/ 257 w 311"/>
                <a:gd name="T61" fmla="*/ 838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1" h="1044">
                  <a:moveTo>
                    <a:pt x="306" y="185"/>
                  </a:moveTo>
                  <a:cubicBezTo>
                    <a:pt x="306" y="134"/>
                    <a:pt x="306" y="83"/>
                    <a:pt x="305" y="32"/>
                  </a:cubicBezTo>
                  <a:cubicBezTo>
                    <a:pt x="305" y="13"/>
                    <a:pt x="295" y="0"/>
                    <a:pt x="279" y="0"/>
                  </a:cubicBezTo>
                  <a:cubicBezTo>
                    <a:pt x="264" y="0"/>
                    <a:pt x="254" y="12"/>
                    <a:pt x="254" y="32"/>
                  </a:cubicBezTo>
                  <a:cubicBezTo>
                    <a:pt x="254" y="115"/>
                    <a:pt x="255" y="198"/>
                    <a:pt x="256" y="281"/>
                  </a:cubicBezTo>
                  <a:cubicBezTo>
                    <a:pt x="257" y="465"/>
                    <a:pt x="258" y="650"/>
                    <a:pt x="258" y="834"/>
                  </a:cubicBezTo>
                  <a:cubicBezTo>
                    <a:pt x="257" y="834"/>
                    <a:pt x="256" y="834"/>
                    <a:pt x="254" y="834"/>
                  </a:cubicBezTo>
                  <a:cubicBezTo>
                    <a:pt x="193" y="640"/>
                    <a:pt x="132" y="446"/>
                    <a:pt x="71" y="252"/>
                  </a:cubicBezTo>
                  <a:cubicBezTo>
                    <a:pt x="65" y="235"/>
                    <a:pt x="60" y="217"/>
                    <a:pt x="54" y="200"/>
                  </a:cubicBezTo>
                  <a:cubicBezTo>
                    <a:pt x="50" y="187"/>
                    <a:pt x="38" y="181"/>
                    <a:pt x="26" y="183"/>
                  </a:cubicBezTo>
                  <a:cubicBezTo>
                    <a:pt x="14" y="184"/>
                    <a:pt x="6" y="193"/>
                    <a:pt x="4" y="206"/>
                  </a:cubicBezTo>
                  <a:cubicBezTo>
                    <a:pt x="4" y="211"/>
                    <a:pt x="4" y="217"/>
                    <a:pt x="4" y="222"/>
                  </a:cubicBezTo>
                  <a:cubicBezTo>
                    <a:pt x="4" y="281"/>
                    <a:pt x="3" y="340"/>
                    <a:pt x="3" y="399"/>
                  </a:cubicBezTo>
                  <a:cubicBezTo>
                    <a:pt x="2" y="604"/>
                    <a:pt x="1" y="808"/>
                    <a:pt x="0" y="1013"/>
                  </a:cubicBezTo>
                  <a:cubicBezTo>
                    <a:pt x="0" y="1030"/>
                    <a:pt x="11" y="1042"/>
                    <a:pt x="26" y="1042"/>
                  </a:cubicBezTo>
                  <a:cubicBezTo>
                    <a:pt x="41" y="1042"/>
                    <a:pt x="51" y="1030"/>
                    <a:pt x="51" y="1014"/>
                  </a:cubicBezTo>
                  <a:cubicBezTo>
                    <a:pt x="52" y="921"/>
                    <a:pt x="53" y="828"/>
                    <a:pt x="53" y="734"/>
                  </a:cubicBezTo>
                  <a:cubicBezTo>
                    <a:pt x="54" y="625"/>
                    <a:pt x="54" y="515"/>
                    <a:pt x="54" y="405"/>
                  </a:cubicBezTo>
                  <a:cubicBezTo>
                    <a:pt x="54" y="399"/>
                    <a:pt x="55" y="394"/>
                    <a:pt x="55" y="388"/>
                  </a:cubicBezTo>
                  <a:cubicBezTo>
                    <a:pt x="57" y="388"/>
                    <a:pt x="58" y="388"/>
                    <a:pt x="59" y="388"/>
                  </a:cubicBezTo>
                  <a:cubicBezTo>
                    <a:pt x="60" y="390"/>
                    <a:pt x="61" y="392"/>
                    <a:pt x="61" y="394"/>
                  </a:cubicBezTo>
                  <a:cubicBezTo>
                    <a:pt x="108" y="543"/>
                    <a:pt x="155" y="692"/>
                    <a:pt x="202" y="841"/>
                  </a:cubicBezTo>
                  <a:cubicBezTo>
                    <a:pt x="222" y="902"/>
                    <a:pt x="241" y="962"/>
                    <a:pt x="260" y="1022"/>
                  </a:cubicBezTo>
                  <a:cubicBezTo>
                    <a:pt x="263" y="1034"/>
                    <a:pt x="270" y="1042"/>
                    <a:pt x="283" y="1043"/>
                  </a:cubicBezTo>
                  <a:cubicBezTo>
                    <a:pt x="300" y="1044"/>
                    <a:pt x="311" y="1033"/>
                    <a:pt x="311" y="1013"/>
                  </a:cubicBezTo>
                  <a:cubicBezTo>
                    <a:pt x="310" y="893"/>
                    <a:pt x="309" y="773"/>
                    <a:pt x="308" y="653"/>
                  </a:cubicBezTo>
                  <a:cubicBezTo>
                    <a:pt x="308" y="497"/>
                    <a:pt x="307" y="341"/>
                    <a:pt x="306" y="185"/>
                  </a:cubicBezTo>
                  <a:close/>
                  <a:moveTo>
                    <a:pt x="257" y="838"/>
                  </a:moveTo>
                  <a:cubicBezTo>
                    <a:pt x="258" y="837"/>
                    <a:pt x="258" y="835"/>
                    <a:pt x="258" y="834"/>
                  </a:cubicBezTo>
                  <a:cubicBezTo>
                    <a:pt x="258" y="834"/>
                    <a:pt x="258" y="834"/>
                    <a:pt x="258" y="834"/>
                  </a:cubicBezTo>
                  <a:cubicBezTo>
                    <a:pt x="258" y="835"/>
                    <a:pt x="258" y="837"/>
                    <a:pt x="257" y="83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899E8260-AC67-4086-B330-4ADACD6FF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2600" y="3771900"/>
              <a:ext cx="390525" cy="1236663"/>
            </a:xfrm>
            <a:custGeom>
              <a:avLst/>
              <a:gdLst>
                <a:gd name="T0" fmla="*/ 294 w 317"/>
                <a:gd name="T1" fmla="*/ 2 h 1006"/>
                <a:gd name="T2" fmla="*/ 267 w 317"/>
                <a:gd name="T3" fmla="*/ 20 h 1006"/>
                <a:gd name="T4" fmla="*/ 265 w 317"/>
                <a:gd name="T5" fmla="*/ 41 h 1006"/>
                <a:gd name="T6" fmla="*/ 265 w 317"/>
                <a:gd name="T7" fmla="*/ 785 h 1006"/>
                <a:gd name="T8" fmla="*/ 262 w 317"/>
                <a:gd name="T9" fmla="*/ 785 h 1006"/>
                <a:gd name="T10" fmla="*/ 87 w 317"/>
                <a:gd name="T11" fmla="*/ 239 h 1006"/>
                <a:gd name="T12" fmla="*/ 54 w 317"/>
                <a:gd name="T13" fmla="*/ 139 h 1006"/>
                <a:gd name="T14" fmla="*/ 18 w 317"/>
                <a:gd name="T15" fmla="*/ 121 h 1006"/>
                <a:gd name="T16" fmla="*/ 3 w 317"/>
                <a:gd name="T17" fmla="*/ 150 h 1006"/>
                <a:gd name="T18" fmla="*/ 1 w 317"/>
                <a:gd name="T19" fmla="*/ 528 h 1006"/>
                <a:gd name="T20" fmla="*/ 0 w 317"/>
                <a:gd name="T21" fmla="*/ 849 h 1006"/>
                <a:gd name="T22" fmla="*/ 1 w 317"/>
                <a:gd name="T23" fmla="*/ 978 h 1006"/>
                <a:gd name="T24" fmla="*/ 26 w 317"/>
                <a:gd name="T25" fmla="*/ 1005 h 1006"/>
                <a:gd name="T26" fmla="*/ 52 w 317"/>
                <a:gd name="T27" fmla="*/ 980 h 1006"/>
                <a:gd name="T28" fmla="*/ 52 w 317"/>
                <a:gd name="T29" fmla="*/ 970 h 1006"/>
                <a:gd name="T30" fmla="*/ 52 w 317"/>
                <a:gd name="T31" fmla="*/ 829 h 1006"/>
                <a:gd name="T32" fmla="*/ 54 w 317"/>
                <a:gd name="T33" fmla="*/ 354 h 1006"/>
                <a:gd name="T34" fmla="*/ 54 w 317"/>
                <a:gd name="T35" fmla="*/ 320 h 1006"/>
                <a:gd name="T36" fmla="*/ 57 w 317"/>
                <a:gd name="T37" fmla="*/ 319 h 1006"/>
                <a:gd name="T38" fmla="*/ 62 w 317"/>
                <a:gd name="T39" fmla="*/ 330 h 1006"/>
                <a:gd name="T40" fmla="*/ 86 w 317"/>
                <a:gd name="T41" fmla="*/ 405 h 1006"/>
                <a:gd name="T42" fmla="*/ 264 w 317"/>
                <a:gd name="T43" fmla="*/ 957 h 1006"/>
                <a:gd name="T44" fmla="*/ 295 w 317"/>
                <a:gd name="T45" fmla="*/ 983 h 1006"/>
                <a:gd name="T46" fmla="*/ 316 w 317"/>
                <a:gd name="T47" fmla="*/ 948 h 1006"/>
                <a:gd name="T48" fmla="*/ 316 w 317"/>
                <a:gd name="T49" fmla="*/ 37 h 1006"/>
                <a:gd name="T50" fmla="*/ 316 w 317"/>
                <a:gd name="T51" fmla="*/ 25 h 1006"/>
                <a:gd name="T52" fmla="*/ 294 w 317"/>
                <a:gd name="T53" fmla="*/ 2 h 10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7" h="1006">
                  <a:moveTo>
                    <a:pt x="294" y="2"/>
                  </a:moveTo>
                  <a:cubicBezTo>
                    <a:pt x="280" y="0"/>
                    <a:pt x="270" y="7"/>
                    <a:pt x="267" y="20"/>
                  </a:cubicBezTo>
                  <a:cubicBezTo>
                    <a:pt x="265" y="27"/>
                    <a:pt x="265" y="34"/>
                    <a:pt x="265" y="41"/>
                  </a:cubicBezTo>
                  <a:cubicBezTo>
                    <a:pt x="265" y="289"/>
                    <a:pt x="265" y="537"/>
                    <a:pt x="265" y="785"/>
                  </a:cubicBezTo>
                  <a:cubicBezTo>
                    <a:pt x="264" y="785"/>
                    <a:pt x="263" y="785"/>
                    <a:pt x="262" y="785"/>
                  </a:cubicBezTo>
                  <a:cubicBezTo>
                    <a:pt x="204" y="603"/>
                    <a:pt x="145" y="421"/>
                    <a:pt x="87" y="239"/>
                  </a:cubicBezTo>
                  <a:cubicBezTo>
                    <a:pt x="76" y="206"/>
                    <a:pt x="65" y="172"/>
                    <a:pt x="54" y="139"/>
                  </a:cubicBezTo>
                  <a:cubicBezTo>
                    <a:pt x="48" y="121"/>
                    <a:pt x="33" y="114"/>
                    <a:pt x="18" y="121"/>
                  </a:cubicBezTo>
                  <a:cubicBezTo>
                    <a:pt x="6" y="127"/>
                    <a:pt x="3" y="137"/>
                    <a:pt x="3" y="150"/>
                  </a:cubicBezTo>
                  <a:cubicBezTo>
                    <a:pt x="2" y="276"/>
                    <a:pt x="2" y="402"/>
                    <a:pt x="1" y="528"/>
                  </a:cubicBezTo>
                  <a:cubicBezTo>
                    <a:pt x="1" y="635"/>
                    <a:pt x="1" y="742"/>
                    <a:pt x="0" y="849"/>
                  </a:cubicBezTo>
                  <a:cubicBezTo>
                    <a:pt x="0" y="892"/>
                    <a:pt x="0" y="935"/>
                    <a:pt x="1" y="978"/>
                  </a:cubicBezTo>
                  <a:cubicBezTo>
                    <a:pt x="1" y="994"/>
                    <a:pt x="12" y="1005"/>
                    <a:pt x="26" y="1005"/>
                  </a:cubicBezTo>
                  <a:cubicBezTo>
                    <a:pt x="39" y="1006"/>
                    <a:pt x="50" y="995"/>
                    <a:pt x="52" y="980"/>
                  </a:cubicBezTo>
                  <a:cubicBezTo>
                    <a:pt x="52" y="977"/>
                    <a:pt x="52" y="973"/>
                    <a:pt x="52" y="970"/>
                  </a:cubicBezTo>
                  <a:cubicBezTo>
                    <a:pt x="52" y="923"/>
                    <a:pt x="52" y="876"/>
                    <a:pt x="52" y="829"/>
                  </a:cubicBezTo>
                  <a:cubicBezTo>
                    <a:pt x="53" y="670"/>
                    <a:pt x="53" y="512"/>
                    <a:pt x="54" y="354"/>
                  </a:cubicBezTo>
                  <a:cubicBezTo>
                    <a:pt x="54" y="343"/>
                    <a:pt x="54" y="331"/>
                    <a:pt x="54" y="320"/>
                  </a:cubicBezTo>
                  <a:cubicBezTo>
                    <a:pt x="55" y="320"/>
                    <a:pt x="56" y="320"/>
                    <a:pt x="57" y="319"/>
                  </a:cubicBezTo>
                  <a:cubicBezTo>
                    <a:pt x="59" y="323"/>
                    <a:pt x="60" y="327"/>
                    <a:pt x="62" y="330"/>
                  </a:cubicBezTo>
                  <a:cubicBezTo>
                    <a:pt x="70" y="355"/>
                    <a:pt x="78" y="380"/>
                    <a:pt x="86" y="405"/>
                  </a:cubicBezTo>
                  <a:cubicBezTo>
                    <a:pt x="145" y="589"/>
                    <a:pt x="204" y="773"/>
                    <a:pt x="264" y="957"/>
                  </a:cubicBezTo>
                  <a:cubicBezTo>
                    <a:pt x="270" y="978"/>
                    <a:pt x="279" y="985"/>
                    <a:pt x="295" y="983"/>
                  </a:cubicBezTo>
                  <a:cubicBezTo>
                    <a:pt x="310" y="981"/>
                    <a:pt x="316" y="971"/>
                    <a:pt x="316" y="948"/>
                  </a:cubicBezTo>
                  <a:cubicBezTo>
                    <a:pt x="316" y="644"/>
                    <a:pt x="316" y="340"/>
                    <a:pt x="316" y="37"/>
                  </a:cubicBezTo>
                  <a:cubicBezTo>
                    <a:pt x="316" y="33"/>
                    <a:pt x="317" y="29"/>
                    <a:pt x="316" y="25"/>
                  </a:cubicBezTo>
                  <a:cubicBezTo>
                    <a:pt x="315" y="12"/>
                    <a:pt x="306" y="3"/>
                    <a:pt x="294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89E84779-5620-4B4E-9A8A-E18469C939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83225" y="3930650"/>
              <a:ext cx="555625" cy="1052513"/>
            </a:xfrm>
            <a:custGeom>
              <a:avLst/>
              <a:gdLst>
                <a:gd name="T0" fmla="*/ 408 w 452"/>
                <a:gd name="T1" fmla="*/ 658 h 857"/>
                <a:gd name="T2" fmla="*/ 377 w 452"/>
                <a:gd name="T3" fmla="*/ 659 h 857"/>
                <a:gd name="T4" fmla="*/ 358 w 452"/>
                <a:gd name="T5" fmla="*/ 643 h 857"/>
                <a:gd name="T6" fmla="*/ 256 w 452"/>
                <a:gd name="T7" fmla="*/ 52 h 857"/>
                <a:gd name="T8" fmla="*/ 248 w 452"/>
                <a:gd name="T9" fmla="*/ 17 h 857"/>
                <a:gd name="T10" fmla="*/ 224 w 452"/>
                <a:gd name="T11" fmla="*/ 0 h 857"/>
                <a:gd name="T12" fmla="*/ 201 w 452"/>
                <a:gd name="T13" fmla="*/ 17 h 857"/>
                <a:gd name="T14" fmla="*/ 197 w 452"/>
                <a:gd name="T15" fmla="*/ 30 h 857"/>
                <a:gd name="T16" fmla="*/ 64 w 452"/>
                <a:gd name="T17" fmla="*/ 571 h 857"/>
                <a:gd name="T18" fmla="*/ 5 w 452"/>
                <a:gd name="T19" fmla="*/ 815 h 857"/>
                <a:gd name="T20" fmla="*/ 21 w 452"/>
                <a:gd name="T21" fmla="*/ 853 h 857"/>
                <a:gd name="T22" fmla="*/ 55 w 452"/>
                <a:gd name="T23" fmla="*/ 828 h 857"/>
                <a:gd name="T24" fmla="*/ 71 w 452"/>
                <a:gd name="T25" fmla="*/ 758 h 857"/>
                <a:gd name="T26" fmla="*/ 91 w 452"/>
                <a:gd name="T27" fmla="*/ 743 h 857"/>
                <a:gd name="T28" fmla="*/ 311 w 452"/>
                <a:gd name="T29" fmla="*/ 745 h 857"/>
                <a:gd name="T30" fmla="*/ 326 w 452"/>
                <a:gd name="T31" fmla="*/ 758 h 857"/>
                <a:gd name="T32" fmla="*/ 340 w 452"/>
                <a:gd name="T33" fmla="*/ 834 h 857"/>
                <a:gd name="T34" fmla="*/ 363 w 452"/>
                <a:gd name="T35" fmla="*/ 856 h 857"/>
                <a:gd name="T36" fmla="*/ 388 w 452"/>
                <a:gd name="T37" fmla="*/ 840 h 857"/>
                <a:gd name="T38" fmla="*/ 389 w 452"/>
                <a:gd name="T39" fmla="*/ 817 h 857"/>
                <a:gd name="T40" fmla="*/ 378 w 452"/>
                <a:gd name="T41" fmla="*/ 759 h 857"/>
                <a:gd name="T42" fmla="*/ 390 w 452"/>
                <a:gd name="T43" fmla="*/ 746 h 857"/>
                <a:gd name="T44" fmla="*/ 409 w 452"/>
                <a:gd name="T45" fmla="*/ 746 h 857"/>
                <a:gd name="T46" fmla="*/ 451 w 452"/>
                <a:gd name="T47" fmla="*/ 702 h 857"/>
                <a:gd name="T48" fmla="*/ 408 w 452"/>
                <a:gd name="T49" fmla="*/ 658 h 857"/>
                <a:gd name="T50" fmla="*/ 97 w 452"/>
                <a:gd name="T51" fmla="*/ 655 h 857"/>
                <a:gd name="T52" fmla="*/ 218 w 452"/>
                <a:gd name="T53" fmla="*/ 161 h 857"/>
                <a:gd name="T54" fmla="*/ 222 w 452"/>
                <a:gd name="T55" fmla="*/ 161 h 857"/>
                <a:gd name="T56" fmla="*/ 308 w 452"/>
                <a:gd name="T57" fmla="*/ 655 h 857"/>
                <a:gd name="T58" fmla="*/ 97 w 452"/>
                <a:gd name="T59" fmla="*/ 655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52" h="857">
                  <a:moveTo>
                    <a:pt x="408" y="658"/>
                  </a:moveTo>
                  <a:cubicBezTo>
                    <a:pt x="397" y="658"/>
                    <a:pt x="387" y="657"/>
                    <a:pt x="377" y="659"/>
                  </a:cubicBezTo>
                  <a:cubicBezTo>
                    <a:pt x="364" y="660"/>
                    <a:pt x="360" y="655"/>
                    <a:pt x="358" y="643"/>
                  </a:cubicBezTo>
                  <a:cubicBezTo>
                    <a:pt x="324" y="446"/>
                    <a:pt x="290" y="249"/>
                    <a:pt x="256" y="52"/>
                  </a:cubicBezTo>
                  <a:cubicBezTo>
                    <a:pt x="254" y="40"/>
                    <a:pt x="252" y="28"/>
                    <a:pt x="248" y="17"/>
                  </a:cubicBezTo>
                  <a:cubicBezTo>
                    <a:pt x="245" y="5"/>
                    <a:pt x="236" y="0"/>
                    <a:pt x="224" y="0"/>
                  </a:cubicBezTo>
                  <a:cubicBezTo>
                    <a:pt x="212" y="1"/>
                    <a:pt x="204" y="7"/>
                    <a:pt x="201" y="17"/>
                  </a:cubicBezTo>
                  <a:cubicBezTo>
                    <a:pt x="199" y="21"/>
                    <a:pt x="198" y="26"/>
                    <a:pt x="197" y="30"/>
                  </a:cubicBezTo>
                  <a:cubicBezTo>
                    <a:pt x="153" y="210"/>
                    <a:pt x="109" y="391"/>
                    <a:pt x="64" y="571"/>
                  </a:cubicBezTo>
                  <a:cubicBezTo>
                    <a:pt x="44" y="653"/>
                    <a:pt x="24" y="734"/>
                    <a:pt x="5" y="815"/>
                  </a:cubicBezTo>
                  <a:cubicBezTo>
                    <a:pt x="0" y="835"/>
                    <a:pt x="6" y="849"/>
                    <a:pt x="21" y="853"/>
                  </a:cubicBezTo>
                  <a:cubicBezTo>
                    <a:pt x="37" y="857"/>
                    <a:pt x="50" y="847"/>
                    <a:pt x="55" y="828"/>
                  </a:cubicBezTo>
                  <a:cubicBezTo>
                    <a:pt x="60" y="805"/>
                    <a:pt x="67" y="781"/>
                    <a:pt x="71" y="758"/>
                  </a:cubicBezTo>
                  <a:cubicBezTo>
                    <a:pt x="74" y="746"/>
                    <a:pt x="79" y="743"/>
                    <a:pt x="91" y="743"/>
                  </a:cubicBezTo>
                  <a:cubicBezTo>
                    <a:pt x="164" y="744"/>
                    <a:pt x="238" y="745"/>
                    <a:pt x="311" y="745"/>
                  </a:cubicBezTo>
                  <a:cubicBezTo>
                    <a:pt x="321" y="745"/>
                    <a:pt x="325" y="748"/>
                    <a:pt x="326" y="758"/>
                  </a:cubicBezTo>
                  <a:cubicBezTo>
                    <a:pt x="330" y="783"/>
                    <a:pt x="335" y="809"/>
                    <a:pt x="340" y="834"/>
                  </a:cubicBezTo>
                  <a:cubicBezTo>
                    <a:pt x="342" y="847"/>
                    <a:pt x="351" y="855"/>
                    <a:pt x="363" y="856"/>
                  </a:cubicBezTo>
                  <a:cubicBezTo>
                    <a:pt x="375" y="856"/>
                    <a:pt x="384" y="851"/>
                    <a:pt x="388" y="840"/>
                  </a:cubicBezTo>
                  <a:cubicBezTo>
                    <a:pt x="391" y="833"/>
                    <a:pt x="390" y="825"/>
                    <a:pt x="389" y="817"/>
                  </a:cubicBezTo>
                  <a:cubicBezTo>
                    <a:pt x="386" y="798"/>
                    <a:pt x="382" y="778"/>
                    <a:pt x="378" y="759"/>
                  </a:cubicBezTo>
                  <a:cubicBezTo>
                    <a:pt x="376" y="748"/>
                    <a:pt x="380" y="745"/>
                    <a:pt x="390" y="746"/>
                  </a:cubicBezTo>
                  <a:cubicBezTo>
                    <a:pt x="396" y="746"/>
                    <a:pt x="403" y="746"/>
                    <a:pt x="409" y="746"/>
                  </a:cubicBezTo>
                  <a:cubicBezTo>
                    <a:pt x="433" y="744"/>
                    <a:pt x="451" y="725"/>
                    <a:pt x="451" y="702"/>
                  </a:cubicBezTo>
                  <a:cubicBezTo>
                    <a:pt x="452" y="678"/>
                    <a:pt x="432" y="658"/>
                    <a:pt x="408" y="658"/>
                  </a:cubicBezTo>
                  <a:close/>
                  <a:moveTo>
                    <a:pt x="97" y="655"/>
                  </a:moveTo>
                  <a:cubicBezTo>
                    <a:pt x="138" y="489"/>
                    <a:pt x="178" y="325"/>
                    <a:pt x="218" y="161"/>
                  </a:cubicBezTo>
                  <a:cubicBezTo>
                    <a:pt x="219" y="161"/>
                    <a:pt x="221" y="161"/>
                    <a:pt x="222" y="161"/>
                  </a:cubicBezTo>
                  <a:cubicBezTo>
                    <a:pt x="251" y="325"/>
                    <a:pt x="279" y="489"/>
                    <a:pt x="308" y="655"/>
                  </a:cubicBezTo>
                  <a:cubicBezTo>
                    <a:pt x="237" y="655"/>
                    <a:pt x="169" y="655"/>
                    <a:pt x="97" y="6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7C97C237-2B1D-439C-AEF4-475BF77C9E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65588" y="3922713"/>
              <a:ext cx="554038" cy="1060450"/>
            </a:xfrm>
            <a:custGeom>
              <a:avLst/>
              <a:gdLst>
                <a:gd name="T0" fmla="*/ 406 w 451"/>
                <a:gd name="T1" fmla="*/ 663 h 864"/>
                <a:gd name="T2" fmla="*/ 373 w 451"/>
                <a:gd name="T3" fmla="*/ 663 h 864"/>
                <a:gd name="T4" fmla="*/ 358 w 451"/>
                <a:gd name="T5" fmla="*/ 650 h 864"/>
                <a:gd name="T6" fmla="*/ 299 w 451"/>
                <a:gd name="T7" fmla="*/ 308 h 864"/>
                <a:gd name="T8" fmla="*/ 274 w 451"/>
                <a:gd name="T9" fmla="*/ 165 h 864"/>
                <a:gd name="T10" fmla="*/ 249 w 451"/>
                <a:gd name="T11" fmla="*/ 27 h 864"/>
                <a:gd name="T12" fmla="*/ 214 w 451"/>
                <a:gd name="T13" fmla="*/ 6 h 864"/>
                <a:gd name="T14" fmla="*/ 197 w 451"/>
                <a:gd name="T15" fmla="*/ 31 h 864"/>
                <a:gd name="T16" fmla="*/ 49 w 451"/>
                <a:gd name="T17" fmla="*/ 635 h 864"/>
                <a:gd name="T18" fmla="*/ 3 w 451"/>
                <a:gd name="T19" fmla="*/ 821 h 864"/>
                <a:gd name="T20" fmla="*/ 11 w 451"/>
                <a:gd name="T21" fmla="*/ 852 h 864"/>
                <a:gd name="T22" fmla="*/ 53 w 451"/>
                <a:gd name="T23" fmla="*/ 836 h 864"/>
                <a:gd name="T24" fmla="*/ 70 w 451"/>
                <a:gd name="T25" fmla="*/ 762 h 864"/>
                <a:gd name="T26" fmla="*/ 89 w 451"/>
                <a:gd name="T27" fmla="*/ 748 h 864"/>
                <a:gd name="T28" fmla="*/ 306 w 451"/>
                <a:gd name="T29" fmla="*/ 749 h 864"/>
                <a:gd name="T30" fmla="*/ 326 w 451"/>
                <a:gd name="T31" fmla="*/ 767 h 864"/>
                <a:gd name="T32" fmla="*/ 338 w 451"/>
                <a:gd name="T33" fmla="*/ 837 h 864"/>
                <a:gd name="T34" fmla="*/ 366 w 451"/>
                <a:gd name="T35" fmla="*/ 860 h 864"/>
                <a:gd name="T36" fmla="*/ 389 w 451"/>
                <a:gd name="T37" fmla="*/ 837 h 864"/>
                <a:gd name="T38" fmla="*/ 388 w 451"/>
                <a:gd name="T39" fmla="*/ 824 h 864"/>
                <a:gd name="T40" fmla="*/ 376 w 451"/>
                <a:gd name="T41" fmla="*/ 750 h 864"/>
                <a:gd name="T42" fmla="*/ 408 w 451"/>
                <a:gd name="T43" fmla="*/ 750 h 864"/>
                <a:gd name="T44" fmla="*/ 450 w 451"/>
                <a:gd name="T45" fmla="*/ 704 h 864"/>
                <a:gd name="T46" fmla="*/ 406 w 451"/>
                <a:gd name="T47" fmla="*/ 663 h 864"/>
                <a:gd name="T48" fmla="*/ 96 w 451"/>
                <a:gd name="T49" fmla="*/ 659 h 864"/>
                <a:gd name="T50" fmla="*/ 217 w 451"/>
                <a:gd name="T51" fmla="*/ 164 h 864"/>
                <a:gd name="T52" fmla="*/ 221 w 451"/>
                <a:gd name="T53" fmla="*/ 164 h 864"/>
                <a:gd name="T54" fmla="*/ 307 w 451"/>
                <a:gd name="T55" fmla="*/ 659 h 864"/>
                <a:gd name="T56" fmla="*/ 96 w 451"/>
                <a:gd name="T57" fmla="*/ 659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1" h="864">
                  <a:moveTo>
                    <a:pt x="406" y="663"/>
                  </a:moveTo>
                  <a:cubicBezTo>
                    <a:pt x="395" y="663"/>
                    <a:pt x="384" y="662"/>
                    <a:pt x="373" y="663"/>
                  </a:cubicBezTo>
                  <a:cubicBezTo>
                    <a:pt x="364" y="663"/>
                    <a:pt x="360" y="660"/>
                    <a:pt x="358" y="650"/>
                  </a:cubicBezTo>
                  <a:cubicBezTo>
                    <a:pt x="339" y="536"/>
                    <a:pt x="319" y="422"/>
                    <a:pt x="299" y="308"/>
                  </a:cubicBezTo>
                  <a:cubicBezTo>
                    <a:pt x="290" y="261"/>
                    <a:pt x="282" y="213"/>
                    <a:pt x="274" y="165"/>
                  </a:cubicBezTo>
                  <a:cubicBezTo>
                    <a:pt x="266" y="119"/>
                    <a:pt x="258" y="73"/>
                    <a:pt x="249" y="27"/>
                  </a:cubicBezTo>
                  <a:cubicBezTo>
                    <a:pt x="246" y="9"/>
                    <a:pt x="230" y="0"/>
                    <a:pt x="214" y="6"/>
                  </a:cubicBezTo>
                  <a:cubicBezTo>
                    <a:pt x="203" y="11"/>
                    <a:pt x="199" y="21"/>
                    <a:pt x="197" y="31"/>
                  </a:cubicBezTo>
                  <a:cubicBezTo>
                    <a:pt x="148" y="233"/>
                    <a:pt x="98" y="434"/>
                    <a:pt x="49" y="635"/>
                  </a:cubicBezTo>
                  <a:cubicBezTo>
                    <a:pt x="34" y="697"/>
                    <a:pt x="19" y="759"/>
                    <a:pt x="3" y="821"/>
                  </a:cubicBezTo>
                  <a:cubicBezTo>
                    <a:pt x="0" y="833"/>
                    <a:pt x="1" y="844"/>
                    <a:pt x="11" y="852"/>
                  </a:cubicBezTo>
                  <a:cubicBezTo>
                    <a:pt x="26" y="864"/>
                    <a:pt x="47" y="856"/>
                    <a:pt x="53" y="836"/>
                  </a:cubicBezTo>
                  <a:cubicBezTo>
                    <a:pt x="59" y="811"/>
                    <a:pt x="65" y="787"/>
                    <a:pt x="70" y="762"/>
                  </a:cubicBezTo>
                  <a:cubicBezTo>
                    <a:pt x="73" y="750"/>
                    <a:pt x="78" y="747"/>
                    <a:pt x="89" y="748"/>
                  </a:cubicBezTo>
                  <a:cubicBezTo>
                    <a:pt x="162" y="749"/>
                    <a:pt x="234" y="749"/>
                    <a:pt x="306" y="749"/>
                  </a:cubicBezTo>
                  <a:cubicBezTo>
                    <a:pt x="320" y="749"/>
                    <a:pt x="325" y="753"/>
                    <a:pt x="326" y="767"/>
                  </a:cubicBezTo>
                  <a:cubicBezTo>
                    <a:pt x="329" y="790"/>
                    <a:pt x="334" y="814"/>
                    <a:pt x="338" y="837"/>
                  </a:cubicBezTo>
                  <a:cubicBezTo>
                    <a:pt x="341" y="852"/>
                    <a:pt x="353" y="861"/>
                    <a:pt x="366" y="860"/>
                  </a:cubicBezTo>
                  <a:cubicBezTo>
                    <a:pt x="378" y="859"/>
                    <a:pt x="388" y="849"/>
                    <a:pt x="389" y="837"/>
                  </a:cubicBezTo>
                  <a:cubicBezTo>
                    <a:pt x="390" y="833"/>
                    <a:pt x="389" y="828"/>
                    <a:pt x="388" y="824"/>
                  </a:cubicBezTo>
                  <a:cubicBezTo>
                    <a:pt x="384" y="800"/>
                    <a:pt x="380" y="776"/>
                    <a:pt x="376" y="750"/>
                  </a:cubicBezTo>
                  <a:cubicBezTo>
                    <a:pt x="388" y="750"/>
                    <a:pt x="398" y="750"/>
                    <a:pt x="408" y="750"/>
                  </a:cubicBezTo>
                  <a:cubicBezTo>
                    <a:pt x="433" y="749"/>
                    <a:pt x="451" y="729"/>
                    <a:pt x="450" y="704"/>
                  </a:cubicBezTo>
                  <a:cubicBezTo>
                    <a:pt x="449" y="680"/>
                    <a:pt x="430" y="662"/>
                    <a:pt x="406" y="663"/>
                  </a:cubicBezTo>
                  <a:close/>
                  <a:moveTo>
                    <a:pt x="96" y="659"/>
                  </a:moveTo>
                  <a:cubicBezTo>
                    <a:pt x="137" y="492"/>
                    <a:pt x="177" y="328"/>
                    <a:pt x="217" y="164"/>
                  </a:cubicBezTo>
                  <a:cubicBezTo>
                    <a:pt x="219" y="164"/>
                    <a:pt x="220" y="164"/>
                    <a:pt x="221" y="164"/>
                  </a:cubicBezTo>
                  <a:cubicBezTo>
                    <a:pt x="250" y="328"/>
                    <a:pt x="278" y="493"/>
                    <a:pt x="307" y="659"/>
                  </a:cubicBezTo>
                  <a:cubicBezTo>
                    <a:pt x="237" y="659"/>
                    <a:pt x="168" y="659"/>
                    <a:pt x="96" y="6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id="{F04AD998-8998-4A8D-B9E6-39DA274C1B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19963" y="3983038"/>
              <a:ext cx="555625" cy="1054100"/>
            </a:xfrm>
            <a:custGeom>
              <a:avLst/>
              <a:gdLst>
                <a:gd name="T0" fmla="*/ 406 w 452"/>
                <a:gd name="T1" fmla="*/ 657 h 858"/>
                <a:gd name="T2" fmla="*/ 372 w 452"/>
                <a:gd name="T3" fmla="*/ 658 h 858"/>
                <a:gd name="T4" fmla="*/ 358 w 452"/>
                <a:gd name="T5" fmla="*/ 645 h 858"/>
                <a:gd name="T6" fmla="*/ 273 w 452"/>
                <a:gd name="T7" fmla="*/ 150 h 858"/>
                <a:gd name="T8" fmla="*/ 251 w 452"/>
                <a:gd name="T9" fmla="*/ 24 h 858"/>
                <a:gd name="T10" fmla="*/ 227 w 452"/>
                <a:gd name="T11" fmla="*/ 1 h 858"/>
                <a:gd name="T12" fmla="*/ 200 w 452"/>
                <a:gd name="T13" fmla="*/ 21 h 858"/>
                <a:gd name="T14" fmla="*/ 198 w 452"/>
                <a:gd name="T15" fmla="*/ 30 h 858"/>
                <a:gd name="T16" fmla="*/ 5 w 452"/>
                <a:gd name="T17" fmla="*/ 817 h 858"/>
                <a:gd name="T18" fmla="*/ 23 w 452"/>
                <a:gd name="T19" fmla="*/ 854 h 858"/>
                <a:gd name="T20" fmla="*/ 55 w 452"/>
                <a:gd name="T21" fmla="*/ 830 h 858"/>
                <a:gd name="T22" fmla="*/ 73 w 452"/>
                <a:gd name="T23" fmla="*/ 757 h 858"/>
                <a:gd name="T24" fmla="*/ 80 w 452"/>
                <a:gd name="T25" fmla="*/ 745 h 858"/>
                <a:gd name="T26" fmla="*/ 106 w 452"/>
                <a:gd name="T27" fmla="*/ 745 h 858"/>
                <a:gd name="T28" fmla="*/ 303 w 452"/>
                <a:gd name="T29" fmla="*/ 746 h 858"/>
                <a:gd name="T30" fmla="*/ 326 w 452"/>
                <a:gd name="T31" fmla="*/ 766 h 858"/>
                <a:gd name="T32" fmla="*/ 337 w 452"/>
                <a:gd name="T33" fmla="*/ 826 h 858"/>
                <a:gd name="T34" fmla="*/ 365 w 452"/>
                <a:gd name="T35" fmla="*/ 846 h 858"/>
                <a:gd name="T36" fmla="*/ 386 w 452"/>
                <a:gd name="T37" fmla="*/ 820 h 858"/>
                <a:gd name="T38" fmla="*/ 384 w 452"/>
                <a:gd name="T39" fmla="*/ 805 h 858"/>
                <a:gd name="T40" fmla="*/ 376 w 452"/>
                <a:gd name="T41" fmla="*/ 747 h 858"/>
                <a:gd name="T42" fmla="*/ 405 w 452"/>
                <a:gd name="T43" fmla="*/ 747 h 858"/>
                <a:gd name="T44" fmla="*/ 451 w 452"/>
                <a:gd name="T45" fmla="*/ 703 h 858"/>
                <a:gd name="T46" fmla="*/ 406 w 452"/>
                <a:gd name="T47" fmla="*/ 657 h 858"/>
                <a:gd name="T48" fmla="*/ 98 w 452"/>
                <a:gd name="T49" fmla="*/ 655 h 858"/>
                <a:gd name="T50" fmla="*/ 219 w 452"/>
                <a:gd name="T51" fmla="*/ 161 h 858"/>
                <a:gd name="T52" fmla="*/ 222 w 452"/>
                <a:gd name="T53" fmla="*/ 161 h 858"/>
                <a:gd name="T54" fmla="*/ 307 w 452"/>
                <a:gd name="T55" fmla="*/ 655 h 858"/>
                <a:gd name="T56" fmla="*/ 98 w 452"/>
                <a:gd name="T57" fmla="*/ 655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2" h="858">
                  <a:moveTo>
                    <a:pt x="406" y="657"/>
                  </a:moveTo>
                  <a:cubicBezTo>
                    <a:pt x="395" y="657"/>
                    <a:pt x="383" y="657"/>
                    <a:pt x="372" y="658"/>
                  </a:cubicBezTo>
                  <a:cubicBezTo>
                    <a:pt x="362" y="658"/>
                    <a:pt x="359" y="654"/>
                    <a:pt x="358" y="645"/>
                  </a:cubicBezTo>
                  <a:cubicBezTo>
                    <a:pt x="329" y="480"/>
                    <a:pt x="301" y="315"/>
                    <a:pt x="273" y="150"/>
                  </a:cubicBezTo>
                  <a:cubicBezTo>
                    <a:pt x="265" y="108"/>
                    <a:pt x="258" y="66"/>
                    <a:pt x="251" y="24"/>
                  </a:cubicBezTo>
                  <a:cubicBezTo>
                    <a:pt x="248" y="9"/>
                    <a:pt x="240" y="1"/>
                    <a:pt x="227" y="1"/>
                  </a:cubicBezTo>
                  <a:cubicBezTo>
                    <a:pt x="214" y="0"/>
                    <a:pt x="205" y="7"/>
                    <a:pt x="200" y="21"/>
                  </a:cubicBezTo>
                  <a:cubicBezTo>
                    <a:pt x="199" y="24"/>
                    <a:pt x="199" y="27"/>
                    <a:pt x="198" y="30"/>
                  </a:cubicBezTo>
                  <a:cubicBezTo>
                    <a:pt x="134" y="292"/>
                    <a:pt x="69" y="555"/>
                    <a:pt x="5" y="817"/>
                  </a:cubicBezTo>
                  <a:cubicBezTo>
                    <a:pt x="0" y="836"/>
                    <a:pt x="7" y="849"/>
                    <a:pt x="23" y="854"/>
                  </a:cubicBezTo>
                  <a:cubicBezTo>
                    <a:pt x="37" y="858"/>
                    <a:pt x="50" y="848"/>
                    <a:pt x="55" y="830"/>
                  </a:cubicBezTo>
                  <a:cubicBezTo>
                    <a:pt x="61" y="806"/>
                    <a:pt x="66" y="781"/>
                    <a:pt x="73" y="757"/>
                  </a:cubicBezTo>
                  <a:cubicBezTo>
                    <a:pt x="74" y="752"/>
                    <a:pt x="78" y="749"/>
                    <a:pt x="80" y="745"/>
                  </a:cubicBezTo>
                  <a:cubicBezTo>
                    <a:pt x="89" y="745"/>
                    <a:pt x="97" y="745"/>
                    <a:pt x="106" y="745"/>
                  </a:cubicBezTo>
                  <a:cubicBezTo>
                    <a:pt x="172" y="745"/>
                    <a:pt x="238" y="745"/>
                    <a:pt x="303" y="746"/>
                  </a:cubicBezTo>
                  <a:cubicBezTo>
                    <a:pt x="323" y="746"/>
                    <a:pt x="323" y="746"/>
                    <a:pt x="326" y="766"/>
                  </a:cubicBezTo>
                  <a:cubicBezTo>
                    <a:pt x="330" y="786"/>
                    <a:pt x="333" y="806"/>
                    <a:pt x="337" y="826"/>
                  </a:cubicBezTo>
                  <a:cubicBezTo>
                    <a:pt x="340" y="840"/>
                    <a:pt x="351" y="847"/>
                    <a:pt x="365" y="846"/>
                  </a:cubicBezTo>
                  <a:cubicBezTo>
                    <a:pt x="378" y="844"/>
                    <a:pt x="386" y="836"/>
                    <a:pt x="386" y="820"/>
                  </a:cubicBezTo>
                  <a:cubicBezTo>
                    <a:pt x="386" y="815"/>
                    <a:pt x="385" y="810"/>
                    <a:pt x="384" y="805"/>
                  </a:cubicBezTo>
                  <a:cubicBezTo>
                    <a:pt x="381" y="786"/>
                    <a:pt x="379" y="768"/>
                    <a:pt x="376" y="747"/>
                  </a:cubicBezTo>
                  <a:cubicBezTo>
                    <a:pt x="387" y="747"/>
                    <a:pt x="396" y="747"/>
                    <a:pt x="405" y="747"/>
                  </a:cubicBezTo>
                  <a:cubicBezTo>
                    <a:pt x="432" y="746"/>
                    <a:pt x="451" y="729"/>
                    <a:pt x="451" y="703"/>
                  </a:cubicBezTo>
                  <a:cubicBezTo>
                    <a:pt x="452" y="678"/>
                    <a:pt x="433" y="658"/>
                    <a:pt x="406" y="657"/>
                  </a:cubicBezTo>
                  <a:close/>
                  <a:moveTo>
                    <a:pt x="98" y="655"/>
                  </a:moveTo>
                  <a:cubicBezTo>
                    <a:pt x="138" y="489"/>
                    <a:pt x="179" y="325"/>
                    <a:pt x="219" y="161"/>
                  </a:cubicBezTo>
                  <a:cubicBezTo>
                    <a:pt x="220" y="161"/>
                    <a:pt x="221" y="161"/>
                    <a:pt x="222" y="161"/>
                  </a:cubicBezTo>
                  <a:cubicBezTo>
                    <a:pt x="251" y="326"/>
                    <a:pt x="279" y="490"/>
                    <a:pt x="307" y="655"/>
                  </a:cubicBezTo>
                  <a:cubicBezTo>
                    <a:pt x="237" y="655"/>
                    <a:pt x="169" y="655"/>
                    <a:pt x="98" y="6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33" name="Freeform 12">
              <a:extLst>
                <a:ext uri="{FF2B5EF4-FFF2-40B4-BE49-F238E27FC236}">
                  <a16:creationId xmlns:a16="http://schemas.microsoft.com/office/drawing/2014/main" id="{86B09C1B-E2DD-4411-981B-B5D07CE14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6450" y="3135313"/>
              <a:ext cx="979488" cy="495300"/>
            </a:xfrm>
            <a:custGeom>
              <a:avLst/>
              <a:gdLst>
                <a:gd name="T0" fmla="*/ 763 w 795"/>
                <a:gd name="T1" fmla="*/ 319 h 402"/>
                <a:gd name="T2" fmla="*/ 655 w 795"/>
                <a:gd name="T3" fmla="*/ 146 h 402"/>
                <a:gd name="T4" fmla="*/ 430 w 795"/>
                <a:gd name="T5" fmla="*/ 11 h 402"/>
                <a:gd name="T6" fmla="*/ 312 w 795"/>
                <a:gd name="T7" fmla="*/ 7 h 402"/>
                <a:gd name="T8" fmla="*/ 175 w 795"/>
                <a:gd name="T9" fmla="*/ 83 h 402"/>
                <a:gd name="T10" fmla="*/ 85 w 795"/>
                <a:gd name="T11" fmla="*/ 202 h 402"/>
                <a:gd name="T12" fmla="*/ 0 w 795"/>
                <a:gd name="T13" fmla="*/ 388 h 402"/>
                <a:gd name="T14" fmla="*/ 57 w 795"/>
                <a:gd name="T15" fmla="*/ 399 h 402"/>
                <a:gd name="T16" fmla="*/ 96 w 795"/>
                <a:gd name="T17" fmla="*/ 380 h 402"/>
                <a:gd name="T18" fmla="*/ 114 w 795"/>
                <a:gd name="T19" fmla="*/ 347 h 402"/>
                <a:gd name="T20" fmla="*/ 163 w 795"/>
                <a:gd name="T21" fmla="*/ 239 h 402"/>
                <a:gd name="T22" fmla="*/ 546 w 795"/>
                <a:gd name="T23" fmla="*/ 161 h 402"/>
                <a:gd name="T24" fmla="*/ 631 w 795"/>
                <a:gd name="T25" fmla="*/ 270 h 402"/>
                <a:gd name="T26" fmla="*/ 690 w 795"/>
                <a:gd name="T27" fmla="*/ 391 h 402"/>
                <a:gd name="T28" fmla="*/ 700 w 795"/>
                <a:gd name="T29" fmla="*/ 401 h 402"/>
                <a:gd name="T30" fmla="*/ 765 w 795"/>
                <a:gd name="T31" fmla="*/ 401 h 402"/>
                <a:gd name="T32" fmla="*/ 795 w 795"/>
                <a:gd name="T33" fmla="*/ 393 h 402"/>
                <a:gd name="T34" fmla="*/ 763 w 795"/>
                <a:gd name="T35" fmla="*/ 319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95" h="402">
                  <a:moveTo>
                    <a:pt x="763" y="319"/>
                  </a:moveTo>
                  <a:cubicBezTo>
                    <a:pt x="740" y="253"/>
                    <a:pt x="702" y="196"/>
                    <a:pt x="655" y="146"/>
                  </a:cubicBezTo>
                  <a:cubicBezTo>
                    <a:pt x="593" y="79"/>
                    <a:pt x="520" y="31"/>
                    <a:pt x="430" y="11"/>
                  </a:cubicBezTo>
                  <a:cubicBezTo>
                    <a:pt x="391" y="2"/>
                    <a:pt x="351" y="0"/>
                    <a:pt x="312" y="7"/>
                  </a:cubicBezTo>
                  <a:cubicBezTo>
                    <a:pt x="258" y="16"/>
                    <a:pt x="214" y="45"/>
                    <a:pt x="175" y="83"/>
                  </a:cubicBezTo>
                  <a:cubicBezTo>
                    <a:pt x="138" y="118"/>
                    <a:pt x="110" y="159"/>
                    <a:pt x="85" y="202"/>
                  </a:cubicBezTo>
                  <a:cubicBezTo>
                    <a:pt x="51" y="260"/>
                    <a:pt x="26" y="322"/>
                    <a:pt x="0" y="388"/>
                  </a:cubicBezTo>
                  <a:cubicBezTo>
                    <a:pt x="20" y="392"/>
                    <a:pt x="39" y="396"/>
                    <a:pt x="57" y="399"/>
                  </a:cubicBezTo>
                  <a:cubicBezTo>
                    <a:pt x="74" y="401"/>
                    <a:pt x="87" y="394"/>
                    <a:pt x="96" y="380"/>
                  </a:cubicBezTo>
                  <a:cubicBezTo>
                    <a:pt x="103" y="369"/>
                    <a:pt x="109" y="358"/>
                    <a:pt x="114" y="347"/>
                  </a:cubicBezTo>
                  <a:cubicBezTo>
                    <a:pt x="131" y="311"/>
                    <a:pt x="145" y="274"/>
                    <a:pt x="163" y="239"/>
                  </a:cubicBezTo>
                  <a:cubicBezTo>
                    <a:pt x="240" y="91"/>
                    <a:pt x="424" y="69"/>
                    <a:pt x="546" y="161"/>
                  </a:cubicBezTo>
                  <a:cubicBezTo>
                    <a:pt x="584" y="190"/>
                    <a:pt x="610" y="229"/>
                    <a:pt x="631" y="270"/>
                  </a:cubicBezTo>
                  <a:cubicBezTo>
                    <a:pt x="652" y="310"/>
                    <a:pt x="670" y="351"/>
                    <a:pt x="690" y="391"/>
                  </a:cubicBezTo>
                  <a:cubicBezTo>
                    <a:pt x="692" y="395"/>
                    <a:pt x="697" y="401"/>
                    <a:pt x="700" y="401"/>
                  </a:cubicBezTo>
                  <a:cubicBezTo>
                    <a:pt x="722" y="402"/>
                    <a:pt x="744" y="402"/>
                    <a:pt x="765" y="401"/>
                  </a:cubicBezTo>
                  <a:cubicBezTo>
                    <a:pt x="776" y="400"/>
                    <a:pt x="785" y="396"/>
                    <a:pt x="795" y="393"/>
                  </a:cubicBezTo>
                  <a:cubicBezTo>
                    <a:pt x="783" y="366"/>
                    <a:pt x="771" y="343"/>
                    <a:pt x="763" y="3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34" name="Freeform 13">
              <a:extLst>
                <a:ext uri="{FF2B5EF4-FFF2-40B4-BE49-F238E27FC236}">
                  <a16:creationId xmlns:a16="http://schemas.microsoft.com/office/drawing/2014/main" id="{01ABDB9B-DD82-4D30-83AD-BE8B45B8F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825" y="3938588"/>
              <a:ext cx="536575" cy="1266825"/>
            </a:xfrm>
            <a:custGeom>
              <a:avLst/>
              <a:gdLst>
                <a:gd name="T0" fmla="*/ 417 w 436"/>
                <a:gd name="T1" fmla="*/ 75 h 1032"/>
                <a:gd name="T2" fmla="*/ 429 w 436"/>
                <a:gd name="T3" fmla="*/ 28 h 1032"/>
                <a:gd name="T4" fmla="*/ 387 w 436"/>
                <a:gd name="T5" fmla="*/ 1 h 1032"/>
                <a:gd name="T6" fmla="*/ 262 w 436"/>
                <a:gd name="T7" fmla="*/ 0 h 1032"/>
                <a:gd name="T8" fmla="*/ 45 w 436"/>
                <a:gd name="T9" fmla="*/ 1 h 1032"/>
                <a:gd name="T10" fmla="*/ 0 w 436"/>
                <a:gd name="T11" fmla="*/ 43 h 1032"/>
                <a:gd name="T12" fmla="*/ 45 w 436"/>
                <a:gd name="T13" fmla="*/ 85 h 1032"/>
                <a:gd name="T14" fmla="*/ 181 w 436"/>
                <a:gd name="T15" fmla="*/ 85 h 1032"/>
                <a:gd name="T16" fmla="*/ 189 w 436"/>
                <a:gd name="T17" fmla="*/ 86 h 1032"/>
                <a:gd name="T18" fmla="*/ 190 w 436"/>
                <a:gd name="T19" fmla="*/ 98 h 1032"/>
                <a:gd name="T20" fmla="*/ 187 w 436"/>
                <a:gd name="T21" fmla="*/ 345 h 1032"/>
                <a:gd name="T22" fmla="*/ 184 w 436"/>
                <a:gd name="T23" fmla="*/ 621 h 1032"/>
                <a:gd name="T24" fmla="*/ 180 w 436"/>
                <a:gd name="T25" fmla="*/ 956 h 1032"/>
                <a:gd name="T26" fmla="*/ 180 w 436"/>
                <a:gd name="T27" fmla="*/ 1006 h 1032"/>
                <a:gd name="T28" fmla="*/ 202 w 436"/>
                <a:gd name="T29" fmla="*/ 1032 h 1032"/>
                <a:gd name="T30" fmla="*/ 226 w 436"/>
                <a:gd name="T31" fmla="*/ 1007 h 1032"/>
                <a:gd name="T32" fmla="*/ 227 w 436"/>
                <a:gd name="T33" fmla="*/ 988 h 1032"/>
                <a:gd name="T34" fmla="*/ 229 w 436"/>
                <a:gd name="T35" fmla="*/ 788 h 1032"/>
                <a:gd name="T36" fmla="*/ 232 w 436"/>
                <a:gd name="T37" fmla="*/ 442 h 1032"/>
                <a:gd name="T38" fmla="*/ 233 w 436"/>
                <a:gd name="T39" fmla="*/ 390 h 1032"/>
                <a:gd name="T40" fmla="*/ 233 w 436"/>
                <a:gd name="T41" fmla="*/ 379 h 1032"/>
                <a:gd name="T42" fmla="*/ 236 w 436"/>
                <a:gd name="T43" fmla="*/ 102 h 1032"/>
                <a:gd name="T44" fmla="*/ 252 w 436"/>
                <a:gd name="T45" fmla="*/ 85 h 1032"/>
                <a:gd name="T46" fmla="*/ 388 w 436"/>
                <a:gd name="T47" fmla="*/ 85 h 1032"/>
                <a:gd name="T48" fmla="*/ 417 w 436"/>
                <a:gd name="T49" fmla="*/ 75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36" h="1032">
                  <a:moveTo>
                    <a:pt x="417" y="75"/>
                  </a:moveTo>
                  <a:cubicBezTo>
                    <a:pt x="432" y="65"/>
                    <a:pt x="436" y="45"/>
                    <a:pt x="429" y="28"/>
                  </a:cubicBezTo>
                  <a:cubicBezTo>
                    <a:pt x="424" y="12"/>
                    <a:pt x="408" y="1"/>
                    <a:pt x="387" y="1"/>
                  </a:cubicBezTo>
                  <a:cubicBezTo>
                    <a:pt x="345" y="0"/>
                    <a:pt x="303" y="0"/>
                    <a:pt x="262" y="0"/>
                  </a:cubicBezTo>
                  <a:cubicBezTo>
                    <a:pt x="189" y="0"/>
                    <a:pt x="117" y="0"/>
                    <a:pt x="45" y="1"/>
                  </a:cubicBezTo>
                  <a:cubicBezTo>
                    <a:pt x="18" y="1"/>
                    <a:pt x="0" y="19"/>
                    <a:pt x="0" y="43"/>
                  </a:cubicBezTo>
                  <a:cubicBezTo>
                    <a:pt x="0" y="68"/>
                    <a:pt x="18" y="85"/>
                    <a:pt x="45" y="85"/>
                  </a:cubicBezTo>
                  <a:cubicBezTo>
                    <a:pt x="90" y="85"/>
                    <a:pt x="136" y="85"/>
                    <a:pt x="181" y="85"/>
                  </a:cubicBezTo>
                  <a:cubicBezTo>
                    <a:pt x="184" y="85"/>
                    <a:pt x="186" y="86"/>
                    <a:pt x="189" y="86"/>
                  </a:cubicBezTo>
                  <a:cubicBezTo>
                    <a:pt x="189" y="90"/>
                    <a:pt x="190" y="94"/>
                    <a:pt x="190" y="98"/>
                  </a:cubicBezTo>
                  <a:cubicBezTo>
                    <a:pt x="189" y="180"/>
                    <a:pt x="188" y="263"/>
                    <a:pt x="187" y="345"/>
                  </a:cubicBezTo>
                  <a:cubicBezTo>
                    <a:pt x="186" y="437"/>
                    <a:pt x="185" y="529"/>
                    <a:pt x="184" y="621"/>
                  </a:cubicBezTo>
                  <a:cubicBezTo>
                    <a:pt x="183" y="732"/>
                    <a:pt x="181" y="844"/>
                    <a:pt x="180" y="956"/>
                  </a:cubicBezTo>
                  <a:cubicBezTo>
                    <a:pt x="180" y="972"/>
                    <a:pt x="180" y="989"/>
                    <a:pt x="180" y="1006"/>
                  </a:cubicBezTo>
                  <a:cubicBezTo>
                    <a:pt x="180" y="1021"/>
                    <a:pt x="189" y="1031"/>
                    <a:pt x="202" y="1032"/>
                  </a:cubicBezTo>
                  <a:cubicBezTo>
                    <a:pt x="215" y="1032"/>
                    <a:pt x="225" y="1023"/>
                    <a:pt x="226" y="1007"/>
                  </a:cubicBezTo>
                  <a:cubicBezTo>
                    <a:pt x="227" y="1001"/>
                    <a:pt x="227" y="994"/>
                    <a:pt x="227" y="988"/>
                  </a:cubicBezTo>
                  <a:cubicBezTo>
                    <a:pt x="228" y="921"/>
                    <a:pt x="229" y="855"/>
                    <a:pt x="229" y="788"/>
                  </a:cubicBezTo>
                  <a:cubicBezTo>
                    <a:pt x="230" y="673"/>
                    <a:pt x="231" y="557"/>
                    <a:pt x="232" y="442"/>
                  </a:cubicBezTo>
                  <a:cubicBezTo>
                    <a:pt x="232" y="425"/>
                    <a:pt x="232" y="408"/>
                    <a:pt x="233" y="390"/>
                  </a:cubicBezTo>
                  <a:cubicBezTo>
                    <a:pt x="233" y="387"/>
                    <a:pt x="233" y="383"/>
                    <a:pt x="233" y="379"/>
                  </a:cubicBezTo>
                  <a:cubicBezTo>
                    <a:pt x="234" y="287"/>
                    <a:pt x="235" y="194"/>
                    <a:pt x="236" y="102"/>
                  </a:cubicBezTo>
                  <a:cubicBezTo>
                    <a:pt x="236" y="89"/>
                    <a:pt x="239" y="85"/>
                    <a:pt x="252" y="85"/>
                  </a:cubicBezTo>
                  <a:cubicBezTo>
                    <a:pt x="297" y="86"/>
                    <a:pt x="343" y="86"/>
                    <a:pt x="388" y="85"/>
                  </a:cubicBezTo>
                  <a:cubicBezTo>
                    <a:pt x="398" y="84"/>
                    <a:pt x="409" y="80"/>
                    <a:pt x="417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03146076-C974-48E4-A942-B876DAD44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8613" y="3930650"/>
              <a:ext cx="57150" cy="1098550"/>
            </a:xfrm>
            <a:custGeom>
              <a:avLst/>
              <a:gdLst>
                <a:gd name="T0" fmla="*/ 46 w 47"/>
                <a:gd name="T1" fmla="*/ 22 h 894"/>
                <a:gd name="T2" fmla="*/ 24 w 47"/>
                <a:gd name="T3" fmla="*/ 0 h 894"/>
                <a:gd name="T4" fmla="*/ 1 w 47"/>
                <a:gd name="T5" fmla="*/ 21 h 894"/>
                <a:gd name="T6" fmla="*/ 0 w 47"/>
                <a:gd name="T7" fmla="*/ 33 h 894"/>
                <a:gd name="T8" fmla="*/ 0 w 47"/>
                <a:gd name="T9" fmla="*/ 859 h 894"/>
                <a:gd name="T10" fmla="*/ 1 w 47"/>
                <a:gd name="T11" fmla="*/ 875 h 894"/>
                <a:gd name="T12" fmla="*/ 23 w 47"/>
                <a:gd name="T13" fmla="*/ 894 h 894"/>
                <a:gd name="T14" fmla="*/ 46 w 47"/>
                <a:gd name="T15" fmla="*/ 875 h 894"/>
                <a:gd name="T16" fmla="*/ 46 w 47"/>
                <a:gd name="T17" fmla="*/ 859 h 894"/>
                <a:gd name="T18" fmla="*/ 46 w 47"/>
                <a:gd name="T19" fmla="*/ 448 h 894"/>
                <a:gd name="T20" fmla="*/ 46 w 47"/>
                <a:gd name="T21" fmla="*/ 35 h 894"/>
                <a:gd name="T22" fmla="*/ 46 w 47"/>
                <a:gd name="T23" fmla="*/ 22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" h="894">
                  <a:moveTo>
                    <a:pt x="46" y="22"/>
                  </a:moveTo>
                  <a:cubicBezTo>
                    <a:pt x="45" y="9"/>
                    <a:pt x="36" y="0"/>
                    <a:pt x="24" y="0"/>
                  </a:cubicBezTo>
                  <a:cubicBezTo>
                    <a:pt x="11" y="0"/>
                    <a:pt x="2" y="8"/>
                    <a:pt x="1" y="21"/>
                  </a:cubicBezTo>
                  <a:cubicBezTo>
                    <a:pt x="0" y="25"/>
                    <a:pt x="0" y="29"/>
                    <a:pt x="0" y="33"/>
                  </a:cubicBezTo>
                  <a:cubicBezTo>
                    <a:pt x="0" y="309"/>
                    <a:pt x="0" y="584"/>
                    <a:pt x="0" y="859"/>
                  </a:cubicBezTo>
                  <a:cubicBezTo>
                    <a:pt x="0" y="865"/>
                    <a:pt x="0" y="870"/>
                    <a:pt x="1" y="875"/>
                  </a:cubicBezTo>
                  <a:cubicBezTo>
                    <a:pt x="3" y="886"/>
                    <a:pt x="12" y="894"/>
                    <a:pt x="23" y="894"/>
                  </a:cubicBezTo>
                  <a:cubicBezTo>
                    <a:pt x="34" y="894"/>
                    <a:pt x="44" y="886"/>
                    <a:pt x="46" y="875"/>
                  </a:cubicBezTo>
                  <a:cubicBezTo>
                    <a:pt x="47" y="870"/>
                    <a:pt x="46" y="864"/>
                    <a:pt x="46" y="859"/>
                  </a:cubicBezTo>
                  <a:cubicBezTo>
                    <a:pt x="46" y="722"/>
                    <a:pt x="46" y="585"/>
                    <a:pt x="46" y="448"/>
                  </a:cubicBezTo>
                  <a:cubicBezTo>
                    <a:pt x="46" y="310"/>
                    <a:pt x="46" y="172"/>
                    <a:pt x="46" y="35"/>
                  </a:cubicBezTo>
                  <a:cubicBezTo>
                    <a:pt x="46" y="30"/>
                    <a:pt x="47" y="26"/>
                    <a:pt x="46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3A240AF0-6164-467E-93BE-86AB98D4B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5375" y="3351213"/>
              <a:ext cx="377825" cy="265113"/>
            </a:xfrm>
            <a:custGeom>
              <a:avLst/>
              <a:gdLst>
                <a:gd name="T0" fmla="*/ 21 w 307"/>
                <a:gd name="T1" fmla="*/ 213 h 216"/>
                <a:gd name="T2" fmla="*/ 83 w 307"/>
                <a:gd name="T3" fmla="*/ 178 h 216"/>
                <a:gd name="T4" fmla="*/ 125 w 307"/>
                <a:gd name="T5" fmla="*/ 141 h 216"/>
                <a:gd name="T6" fmla="*/ 189 w 307"/>
                <a:gd name="T7" fmla="*/ 144 h 216"/>
                <a:gd name="T8" fmla="*/ 234 w 307"/>
                <a:gd name="T9" fmla="*/ 198 h 216"/>
                <a:gd name="T10" fmla="*/ 267 w 307"/>
                <a:gd name="T11" fmla="*/ 214 h 216"/>
                <a:gd name="T12" fmla="*/ 307 w 307"/>
                <a:gd name="T13" fmla="*/ 204 h 216"/>
                <a:gd name="T14" fmla="*/ 280 w 307"/>
                <a:gd name="T15" fmla="*/ 153 h 216"/>
                <a:gd name="T16" fmla="*/ 245 w 307"/>
                <a:gd name="T17" fmla="*/ 75 h 216"/>
                <a:gd name="T18" fmla="*/ 107 w 307"/>
                <a:gd name="T19" fmla="*/ 45 h 216"/>
                <a:gd name="T20" fmla="*/ 8 w 307"/>
                <a:gd name="T21" fmla="*/ 161 h 216"/>
                <a:gd name="T22" fmla="*/ 0 w 307"/>
                <a:gd name="T23" fmla="*/ 197 h 216"/>
                <a:gd name="T24" fmla="*/ 21 w 307"/>
                <a:gd name="T25" fmla="*/ 21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7" h="216">
                  <a:moveTo>
                    <a:pt x="21" y="213"/>
                  </a:moveTo>
                  <a:cubicBezTo>
                    <a:pt x="46" y="209"/>
                    <a:pt x="65" y="194"/>
                    <a:pt x="83" y="178"/>
                  </a:cubicBezTo>
                  <a:cubicBezTo>
                    <a:pt x="96" y="165"/>
                    <a:pt x="110" y="152"/>
                    <a:pt x="125" y="141"/>
                  </a:cubicBezTo>
                  <a:cubicBezTo>
                    <a:pt x="145" y="128"/>
                    <a:pt x="174" y="129"/>
                    <a:pt x="189" y="144"/>
                  </a:cubicBezTo>
                  <a:cubicBezTo>
                    <a:pt x="205" y="161"/>
                    <a:pt x="222" y="178"/>
                    <a:pt x="234" y="198"/>
                  </a:cubicBezTo>
                  <a:cubicBezTo>
                    <a:pt x="243" y="211"/>
                    <a:pt x="252" y="215"/>
                    <a:pt x="267" y="214"/>
                  </a:cubicBezTo>
                  <a:cubicBezTo>
                    <a:pt x="281" y="212"/>
                    <a:pt x="295" y="212"/>
                    <a:pt x="307" y="204"/>
                  </a:cubicBezTo>
                  <a:cubicBezTo>
                    <a:pt x="298" y="186"/>
                    <a:pt x="288" y="170"/>
                    <a:pt x="280" y="153"/>
                  </a:cubicBezTo>
                  <a:cubicBezTo>
                    <a:pt x="268" y="127"/>
                    <a:pt x="258" y="100"/>
                    <a:pt x="245" y="75"/>
                  </a:cubicBezTo>
                  <a:cubicBezTo>
                    <a:pt x="218" y="26"/>
                    <a:pt x="163" y="0"/>
                    <a:pt x="107" y="45"/>
                  </a:cubicBezTo>
                  <a:cubicBezTo>
                    <a:pt x="66" y="77"/>
                    <a:pt x="34" y="117"/>
                    <a:pt x="8" y="161"/>
                  </a:cubicBezTo>
                  <a:cubicBezTo>
                    <a:pt x="2" y="171"/>
                    <a:pt x="0" y="185"/>
                    <a:pt x="0" y="197"/>
                  </a:cubicBezTo>
                  <a:cubicBezTo>
                    <a:pt x="0" y="213"/>
                    <a:pt x="6" y="216"/>
                    <a:pt x="21" y="2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934FC-9F18-4FAE-AC65-619B58C6BDB8}"/>
              </a:ext>
            </a:extLst>
          </p:cNvPr>
          <p:cNvCxnSpPr/>
          <p:nvPr/>
        </p:nvCxnSpPr>
        <p:spPr>
          <a:xfrm flipV="1">
            <a:off x="11740084" y="6520241"/>
            <a:ext cx="0" cy="25951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055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40">
          <p15:clr>
            <a:srgbClr val="F26B43"/>
          </p15:clr>
        </p15:guide>
        <p15:guide id="2" pos="99">
          <p15:clr>
            <a:srgbClr val="F26B43"/>
          </p15:clr>
        </p15:guide>
        <p15:guide id="3" orient="horz" pos="688">
          <p15:clr>
            <a:srgbClr val="F26B43"/>
          </p15:clr>
        </p15:guide>
        <p15:guide id="4" orient="horz" pos="391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1B679A6-46C5-4782-9A59-B215CDB3FF3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3495911"/>
              </p:ext>
            </p:extLst>
          </p:nvPr>
        </p:nvGraphicFramePr>
        <p:xfrm>
          <a:off x="1621" y="1624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86" imgH="386" progId="TCLayout.ActiveDocument.1">
                  <p:embed/>
                </p:oleObj>
              </mc:Choice>
              <mc:Fallback>
                <p:oleObj name="Diapositiva de think-cell" r:id="rId4" imgW="386" imgH="3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1B679A6-46C5-4782-9A59-B215CDB3FF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1" y="1624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3F566FD6-16A1-4CF1-8AC2-D8397777CBF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" y="3"/>
            <a:ext cx="161977" cy="1619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CO" sz="1836" b="0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28" name="Picture 14" descr="Imagen relacionada">
            <a:extLst>
              <a:ext uri="{FF2B5EF4-FFF2-40B4-BE49-F238E27FC236}">
                <a16:creationId xmlns:a16="http://schemas.microsoft.com/office/drawing/2014/main" id="{7E8D86C3-FDDC-464C-9782-A09482A1C4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" y="2"/>
            <a:ext cx="1219038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6E0FF5-3544-4E95-8B25-5BC123FD67CA}"/>
              </a:ext>
            </a:extLst>
          </p:cNvPr>
          <p:cNvSpPr>
            <a:spLocks/>
          </p:cNvSpPr>
          <p:nvPr/>
        </p:nvSpPr>
        <p:spPr>
          <a:xfrm>
            <a:off x="0" y="-3"/>
            <a:ext cx="12192000" cy="6858004"/>
          </a:xfrm>
          <a:prstGeom prst="rect">
            <a:avLst/>
          </a:prstGeom>
          <a:solidFill>
            <a:srgbClr val="008598">
              <a:alpha val="92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eaLnBrk="1"/>
            <a:endParaRPr lang="es-CO" sz="216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CO" err="1"/>
              <a:t>Click</a:t>
            </a:r>
            <a:r>
              <a:rPr lang="es-CO"/>
              <a:t> </a:t>
            </a:r>
            <a:r>
              <a:rPr lang="es-CO" err="1"/>
              <a:t>to</a:t>
            </a:r>
            <a:r>
              <a:rPr lang="es-CO"/>
              <a:t> </a:t>
            </a:r>
            <a:r>
              <a:rPr lang="es-CO" err="1"/>
              <a:t>edit</a:t>
            </a:r>
            <a:r>
              <a:rPr lang="es-CO"/>
              <a:t> Master </a:t>
            </a:r>
            <a:r>
              <a:rPr lang="es-CO" err="1"/>
              <a:t>title</a:t>
            </a:r>
            <a:r>
              <a:rPr lang="es-CO"/>
              <a:t> </a:t>
            </a:r>
            <a:r>
              <a:rPr lang="es-CO" err="1"/>
              <a:t>style</a:t>
            </a:r>
            <a:endParaRPr lang="es-CO"/>
          </a:p>
        </p:txBody>
      </p:sp>
      <p:sp>
        <p:nvSpPr>
          <p:cNvPr id="5" name="doc id" hidden="1"/>
          <p:cNvSpPr>
            <a:spLocks noChangeArrowheads="1"/>
          </p:cNvSpPr>
          <p:nvPr/>
        </p:nvSpPr>
        <p:spPr bwMode="gray">
          <a:xfrm>
            <a:off x="10670215" y="51835"/>
            <a:ext cx="1190120" cy="84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822138" eaLnBrk="1"/>
            <a:endParaRPr lang="es-CO" sz="551" baseline="0">
              <a:solidFill>
                <a:srgbClr val="808080"/>
              </a:solidFill>
              <a:latin typeface="+mn-lt"/>
              <a:ea typeface="+mn-ea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8AFE37-A271-4B85-9658-0228E9264613}"/>
              </a:ext>
            </a:extLst>
          </p:cNvPr>
          <p:cNvGrpSpPr/>
          <p:nvPr/>
        </p:nvGrpSpPr>
        <p:grpSpPr>
          <a:xfrm>
            <a:off x="4930578" y="3168225"/>
            <a:ext cx="7259804" cy="3689778"/>
            <a:chOff x="4832350" y="3105151"/>
            <a:chExt cx="7115175" cy="3616324"/>
          </a:xfrm>
          <a:solidFill>
            <a:schemeClr val="accent4">
              <a:alpha val="10000"/>
            </a:schemeClr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250B38B-5466-4809-81BC-51A0364CA8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32350" y="3105151"/>
              <a:ext cx="7115175" cy="3616324"/>
            </a:xfrm>
            <a:custGeom>
              <a:avLst/>
              <a:gdLst>
                <a:gd name="T0" fmla="*/ 3293 w 3293"/>
                <a:gd name="T1" fmla="*/ 289 h 1675"/>
                <a:gd name="T2" fmla="*/ 3038 w 3293"/>
                <a:gd name="T3" fmla="*/ 206 h 1675"/>
                <a:gd name="T4" fmla="*/ 2344 w 3293"/>
                <a:gd name="T5" fmla="*/ 26 h 1675"/>
                <a:gd name="T6" fmla="*/ 1994 w 3293"/>
                <a:gd name="T7" fmla="*/ 1 h 1675"/>
                <a:gd name="T8" fmla="*/ 802 w 3293"/>
                <a:gd name="T9" fmla="*/ 507 h 1675"/>
                <a:gd name="T10" fmla="*/ 195 w 3293"/>
                <a:gd name="T11" fmla="*/ 1291 h 1675"/>
                <a:gd name="T12" fmla="*/ 0 w 3293"/>
                <a:gd name="T13" fmla="*/ 1675 h 1675"/>
                <a:gd name="T14" fmla="*/ 227 w 3293"/>
                <a:gd name="T15" fmla="*/ 1675 h 1675"/>
                <a:gd name="T16" fmla="*/ 257 w 3293"/>
                <a:gd name="T17" fmla="*/ 1618 h 1675"/>
                <a:gd name="T18" fmla="*/ 984 w 3293"/>
                <a:gd name="T19" fmla="*/ 591 h 1675"/>
                <a:gd name="T20" fmla="*/ 2306 w 3293"/>
                <a:gd name="T21" fmla="*/ 200 h 1675"/>
                <a:gd name="T22" fmla="*/ 3293 w 3293"/>
                <a:gd name="T23" fmla="*/ 538 h 1675"/>
                <a:gd name="T24" fmla="*/ 3293 w 3293"/>
                <a:gd name="T25" fmla="*/ 289 h 1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93" h="1675">
                  <a:moveTo>
                    <a:pt x="3293" y="289"/>
                  </a:moveTo>
                  <a:cubicBezTo>
                    <a:pt x="3208" y="261"/>
                    <a:pt x="3124" y="230"/>
                    <a:pt x="3038" y="206"/>
                  </a:cubicBezTo>
                  <a:cubicBezTo>
                    <a:pt x="2807" y="143"/>
                    <a:pt x="2577" y="77"/>
                    <a:pt x="2344" y="26"/>
                  </a:cubicBezTo>
                  <a:cubicBezTo>
                    <a:pt x="2231" y="1"/>
                    <a:pt x="2111" y="0"/>
                    <a:pt x="1994" y="1"/>
                  </a:cubicBezTo>
                  <a:cubicBezTo>
                    <a:pt x="1528" y="4"/>
                    <a:pt x="1135" y="184"/>
                    <a:pt x="802" y="507"/>
                  </a:cubicBezTo>
                  <a:cubicBezTo>
                    <a:pt x="562" y="740"/>
                    <a:pt x="358" y="999"/>
                    <a:pt x="195" y="1291"/>
                  </a:cubicBezTo>
                  <a:cubicBezTo>
                    <a:pt x="125" y="1416"/>
                    <a:pt x="64" y="1547"/>
                    <a:pt x="0" y="1675"/>
                  </a:cubicBezTo>
                  <a:cubicBezTo>
                    <a:pt x="75" y="1675"/>
                    <a:pt x="151" y="1675"/>
                    <a:pt x="227" y="1675"/>
                  </a:cubicBezTo>
                  <a:cubicBezTo>
                    <a:pt x="237" y="1656"/>
                    <a:pt x="247" y="1637"/>
                    <a:pt x="257" y="1618"/>
                  </a:cubicBezTo>
                  <a:cubicBezTo>
                    <a:pt x="450" y="1241"/>
                    <a:pt x="678" y="888"/>
                    <a:pt x="984" y="591"/>
                  </a:cubicBezTo>
                  <a:cubicBezTo>
                    <a:pt x="1356" y="229"/>
                    <a:pt x="1799" y="108"/>
                    <a:pt x="2306" y="200"/>
                  </a:cubicBezTo>
                  <a:cubicBezTo>
                    <a:pt x="2652" y="262"/>
                    <a:pt x="2974" y="397"/>
                    <a:pt x="3293" y="538"/>
                  </a:cubicBezTo>
                  <a:cubicBezTo>
                    <a:pt x="3293" y="455"/>
                    <a:pt x="3293" y="372"/>
                    <a:pt x="3293" y="2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0BD15E4-F3E0-41C0-94AE-8BE74E900C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43575" y="3806825"/>
              <a:ext cx="6203950" cy="2914650"/>
            </a:xfrm>
            <a:custGeom>
              <a:avLst/>
              <a:gdLst>
                <a:gd name="T0" fmla="*/ 2871 w 2871"/>
                <a:gd name="T1" fmla="*/ 690 h 1350"/>
                <a:gd name="T2" fmla="*/ 2871 w 2871"/>
                <a:gd name="T3" fmla="*/ 430 h 1350"/>
                <a:gd name="T4" fmla="*/ 2063 w 2871"/>
                <a:gd name="T5" fmla="*/ 88 h 1350"/>
                <a:gd name="T6" fmla="*/ 1159 w 2871"/>
                <a:gd name="T7" fmla="*/ 99 h 1350"/>
                <a:gd name="T8" fmla="*/ 338 w 2871"/>
                <a:gd name="T9" fmla="*/ 756 h 1350"/>
                <a:gd name="T10" fmla="*/ 0 w 2871"/>
                <a:gd name="T11" fmla="*/ 1350 h 1350"/>
                <a:gd name="T12" fmla="*/ 238 w 2871"/>
                <a:gd name="T13" fmla="*/ 1350 h 1350"/>
                <a:gd name="T14" fmla="*/ 403 w 2871"/>
                <a:gd name="T15" fmla="*/ 1054 h 1350"/>
                <a:gd name="T16" fmla="*/ 899 w 2871"/>
                <a:gd name="T17" fmla="*/ 459 h 1350"/>
                <a:gd name="T18" fmla="*/ 1904 w 2871"/>
                <a:gd name="T19" fmla="*/ 233 h 1350"/>
                <a:gd name="T20" fmla="*/ 2871 w 2871"/>
                <a:gd name="T21" fmla="*/ 690 h 1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71" h="1350">
                  <a:moveTo>
                    <a:pt x="2871" y="690"/>
                  </a:moveTo>
                  <a:cubicBezTo>
                    <a:pt x="2871" y="603"/>
                    <a:pt x="2871" y="516"/>
                    <a:pt x="2871" y="430"/>
                  </a:cubicBezTo>
                  <a:cubicBezTo>
                    <a:pt x="2610" y="296"/>
                    <a:pt x="2347" y="168"/>
                    <a:pt x="2063" y="88"/>
                  </a:cubicBezTo>
                  <a:cubicBezTo>
                    <a:pt x="1760" y="3"/>
                    <a:pt x="1459" y="0"/>
                    <a:pt x="1159" y="99"/>
                  </a:cubicBezTo>
                  <a:cubicBezTo>
                    <a:pt x="804" y="216"/>
                    <a:pt x="540" y="452"/>
                    <a:pt x="338" y="756"/>
                  </a:cubicBezTo>
                  <a:cubicBezTo>
                    <a:pt x="213" y="945"/>
                    <a:pt x="112" y="1152"/>
                    <a:pt x="0" y="1350"/>
                  </a:cubicBezTo>
                  <a:cubicBezTo>
                    <a:pt x="79" y="1350"/>
                    <a:pt x="159" y="1350"/>
                    <a:pt x="238" y="1350"/>
                  </a:cubicBezTo>
                  <a:cubicBezTo>
                    <a:pt x="293" y="1252"/>
                    <a:pt x="345" y="1151"/>
                    <a:pt x="403" y="1054"/>
                  </a:cubicBezTo>
                  <a:cubicBezTo>
                    <a:pt x="539" y="831"/>
                    <a:pt x="694" y="624"/>
                    <a:pt x="899" y="459"/>
                  </a:cubicBezTo>
                  <a:cubicBezTo>
                    <a:pt x="1197" y="220"/>
                    <a:pt x="1536" y="146"/>
                    <a:pt x="1904" y="233"/>
                  </a:cubicBezTo>
                  <a:cubicBezTo>
                    <a:pt x="2257" y="317"/>
                    <a:pt x="2568" y="497"/>
                    <a:pt x="2871" y="6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4CCAA79-6B48-4B08-9638-FE9EBC4ACF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57975" y="4592638"/>
              <a:ext cx="5289550" cy="2128837"/>
            </a:xfrm>
            <a:custGeom>
              <a:avLst/>
              <a:gdLst>
                <a:gd name="T0" fmla="*/ 0 w 2448"/>
                <a:gd name="T1" fmla="*/ 986 h 986"/>
                <a:gd name="T2" fmla="*/ 205 w 2448"/>
                <a:gd name="T3" fmla="*/ 986 h 986"/>
                <a:gd name="T4" fmla="*/ 376 w 2448"/>
                <a:gd name="T5" fmla="*/ 680 h 986"/>
                <a:gd name="T6" fmla="*/ 1590 w 2448"/>
                <a:gd name="T7" fmla="*/ 256 h 986"/>
                <a:gd name="T8" fmla="*/ 2199 w 2448"/>
                <a:gd name="T9" fmla="*/ 682 h 986"/>
                <a:gd name="T10" fmla="*/ 2448 w 2448"/>
                <a:gd name="T11" fmla="*/ 965 h 986"/>
                <a:gd name="T12" fmla="*/ 2448 w 2448"/>
                <a:gd name="T13" fmla="*/ 542 h 986"/>
                <a:gd name="T14" fmla="*/ 2416 w 2448"/>
                <a:gd name="T15" fmla="*/ 525 h 986"/>
                <a:gd name="T16" fmla="*/ 1919 w 2448"/>
                <a:gd name="T17" fmla="*/ 202 h 986"/>
                <a:gd name="T18" fmla="*/ 1185 w 2448"/>
                <a:gd name="T19" fmla="*/ 13 h 986"/>
                <a:gd name="T20" fmla="*/ 369 w 2448"/>
                <a:gd name="T21" fmla="*/ 411 h 986"/>
                <a:gd name="T22" fmla="*/ 0 w 2448"/>
                <a:gd name="T23" fmla="*/ 986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48" h="986">
                  <a:moveTo>
                    <a:pt x="0" y="986"/>
                  </a:moveTo>
                  <a:cubicBezTo>
                    <a:pt x="68" y="986"/>
                    <a:pt x="137" y="986"/>
                    <a:pt x="205" y="986"/>
                  </a:cubicBezTo>
                  <a:cubicBezTo>
                    <a:pt x="262" y="884"/>
                    <a:pt x="314" y="779"/>
                    <a:pt x="376" y="680"/>
                  </a:cubicBezTo>
                  <a:cubicBezTo>
                    <a:pt x="604" y="317"/>
                    <a:pt x="1070" y="57"/>
                    <a:pt x="1590" y="256"/>
                  </a:cubicBezTo>
                  <a:cubicBezTo>
                    <a:pt x="1829" y="348"/>
                    <a:pt x="2028" y="495"/>
                    <a:pt x="2199" y="682"/>
                  </a:cubicBezTo>
                  <a:cubicBezTo>
                    <a:pt x="2284" y="775"/>
                    <a:pt x="2365" y="871"/>
                    <a:pt x="2448" y="965"/>
                  </a:cubicBezTo>
                  <a:cubicBezTo>
                    <a:pt x="2448" y="824"/>
                    <a:pt x="2448" y="683"/>
                    <a:pt x="2448" y="542"/>
                  </a:cubicBezTo>
                  <a:cubicBezTo>
                    <a:pt x="2437" y="536"/>
                    <a:pt x="2425" y="532"/>
                    <a:pt x="2416" y="525"/>
                  </a:cubicBezTo>
                  <a:cubicBezTo>
                    <a:pt x="2265" y="395"/>
                    <a:pt x="2095" y="293"/>
                    <a:pt x="1919" y="202"/>
                  </a:cubicBezTo>
                  <a:cubicBezTo>
                    <a:pt x="1689" y="82"/>
                    <a:pt x="1448" y="0"/>
                    <a:pt x="1185" y="13"/>
                  </a:cubicBezTo>
                  <a:cubicBezTo>
                    <a:pt x="857" y="29"/>
                    <a:pt x="586" y="165"/>
                    <a:pt x="369" y="411"/>
                  </a:cubicBezTo>
                  <a:cubicBezTo>
                    <a:pt x="216" y="584"/>
                    <a:pt x="104" y="783"/>
                    <a:pt x="0" y="9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8C86AF7-F791-4374-9806-FE124F15C5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0938" y="5211763"/>
              <a:ext cx="3813175" cy="1509712"/>
            </a:xfrm>
            <a:custGeom>
              <a:avLst/>
              <a:gdLst>
                <a:gd name="T0" fmla="*/ 1765 w 1765"/>
                <a:gd name="T1" fmla="*/ 699 h 699"/>
                <a:gd name="T2" fmla="*/ 1108 w 1765"/>
                <a:gd name="T3" fmla="*/ 118 h 699"/>
                <a:gd name="T4" fmla="*/ 109 w 1765"/>
                <a:gd name="T5" fmla="*/ 484 h 699"/>
                <a:gd name="T6" fmla="*/ 0 w 1765"/>
                <a:gd name="T7" fmla="*/ 699 h 699"/>
                <a:gd name="T8" fmla="*/ 227 w 1765"/>
                <a:gd name="T9" fmla="*/ 699 h 699"/>
                <a:gd name="T10" fmla="*/ 428 w 1765"/>
                <a:gd name="T11" fmla="*/ 439 h 699"/>
                <a:gd name="T12" fmla="*/ 824 w 1765"/>
                <a:gd name="T13" fmla="*/ 253 h 699"/>
                <a:gd name="T14" fmla="*/ 1462 w 1765"/>
                <a:gd name="T15" fmla="*/ 699 h 699"/>
                <a:gd name="T16" fmla="*/ 1765 w 1765"/>
                <a:gd name="T17" fmla="*/ 699 h 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65" h="699">
                  <a:moveTo>
                    <a:pt x="1765" y="699"/>
                  </a:moveTo>
                  <a:cubicBezTo>
                    <a:pt x="1618" y="425"/>
                    <a:pt x="1414" y="204"/>
                    <a:pt x="1108" y="118"/>
                  </a:cubicBezTo>
                  <a:cubicBezTo>
                    <a:pt x="694" y="0"/>
                    <a:pt x="348" y="119"/>
                    <a:pt x="109" y="484"/>
                  </a:cubicBezTo>
                  <a:cubicBezTo>
                    <a:pt x="66" y="551"/>
                    <a:pt x="36" y="628"/>
                    <a:pt x="0" y="699"/>
                  </a:cubicBezTo>
                  <a:cubicBezTo>
                    <a:pt x="75" y="699"/>
                    <a:pt x="151" y="699"/>
                    <a:pt x="227" y="699"/>
                  </a:cubicBezTo>
                  <a:cubicBezTo>
                    <a:pt x="294" y="612"/>
                    <a:pt x="353" y="519"/>
                    <a:pt x="428" y="439"/>
                  </a:cubicBezTo>
                  <a:cubicBezTo>
                    <a:pt x="533" y="327"/>
                    <a:pt x="666" y="262"/>
                    <a:pt x="824" y="253"/>
                  </a:cubicBezTo>
                  <a:cubicBezTo>
                    <a:pt x="1110" y="238"/>
                    <a:pt x="1342" y="446"/>
                    <a:pt x="1462" y="699"/>
                  </a:cubicBezTo>
                  <a:cubicBezTo>
                    <a:pt x="1563" y="699"/>
                    <a:pt x="1664" y="699"/>
                    <a:pt x="1765" y="6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885060F-7B6C-43D4-BABA-4C25E4523F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35975" y="6038850"/>
              <a:ext cx="1754188" cy="682625"/>
            </a:xfrm>
            <a:custGeom>
              <a:avLst/>
              <a:gdLst>
                <a:gd name="T0" fmla="*/ 812 w 812"/>
                <a:gd name="T1" fmla="*/ 316 h 316"/>
                <a:gd name="T2" fmla="*/ 532 w 812"/>
                <a:gd name="T3" fmla="*/ 64 h 316"/>
                <a:gd name="T4" fmla="*/ 0 w 812"/>
                <a:gd name="T5" fmla="*/ 316 h 316"/>
                <a:gd name="T6" fmla="*/ 227 w 812"/>
                <a:gd name="T7" fmla="*/ 316 h 316"/>
                <a:gd name="T8" fmla="*/ 552 w 812"/>
                <a:gd name="T9" fmla="*/ 316 h 316"/>
                <a:gd name="T10" fmla="*/ 812 w 812"/>
                <a:gd name="T11" fmla="*/ 316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2" h="316">
                  <a:moveTo>
                    <a:pt x="812" y="316"/>
                  </a:moveTo>
                  <a:cubicBezTo>
                    <a:pt x="746" y="202"/>
                    <a:pt x="666" y="104"/>
                    <a:pt x="532" y="64"/>
                  </a:cubicBezTo>
                  <a:cubicBezTo>
                    <a:pt x="319" y="0"/>
                    <a:pt x="94" y="108"/>
                    <a:pt x="0" y="316"/>
                  </a:cubicBezTo>
                  <a:cubicBezTo>
                    <a:pt x="76" y="316"/>
                    <a:pt x="152" y="316"/>
                    <a:pt x="227" y="316"/>
                  </a:cubicBezTo>
                  <a:cubicBezTo>
                    <a:pt x="338" y="187"/>
                    <a:pt x="467" y="187"/>
                    <a:pt x="552" y="316"/>
                  </a:cubicBezTo>
                  <a:cubicBezTo>
                    <a:pt x="639" y="316"/>
                    <a:pt x="726" y="316"/>
                    <a:pt x="812" y="3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</p:grpSp>
      <p:sp>
        <p:nvSpPr>
          <p:cNvPr id="9" name="Slide Number"/>
          <p:cNvSpPr txBox="1">
            <a:spLocks/>
          </p:cNvSpPr>
          <p:nvPr/>
        </p:nvSpPr>
        <p:spPr bwMode="black">
          <a:xfrm>
            <a:off x="11885947" y="6602351"/>
            <a:ext cx="117020" cy="112980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s-ES"/>
            </a:defPPr>
            <a:lvl1pPr>
              <a:defRPr sz="1000" baseline="0">
                <a:latin typeface="+mn-lt"/>
              </a:defRPr>
            </a:lvl1pPr>
          </a:lstStyle>
          <a:p>
            <a:pPr lvl="0" algn="ctr"/>
            <a:fld id="{42C328C1-A84F-4A39-A664-DBA00541A8C6}" type="slidenum">
              <a:rPr lang="es-CO" sz="734" smtClean="0">
                <a:solidFill>
                  <a:schemeClr val="bg1"/>
                </a:solidFill>
              </a:rPr>
              <a:pPr lvl="0" algn="ctr"/>
              <a:t>‹#›</a:t>
            </a:fld>
            <a:endParaRPr lang="es-CO" sz="734">
              <a:solidFill>
                <a:schemeClr val="bg1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868079B-85A5-413F-A8BC-EC7D5099993D}"/>
              </a:ext>
            </a:extLst>
          </p:cNvPr>
          <p:cNvGrpSpPr/>
          <p:nvPr/>
        </p:nvGrpSpPr>
        <p:grpSpPr>
          <a:xfrm>
            <a:off x="11312748" y="6520243"/>
            <a:ext cx="315256" cy="277199"/>
            <a:chOff x="3824288" y="1468438"/>
            <a:chExt cx="4300538" cy="3781425"/>
          </a:xfrm>
          <a:solidFill>
            <a:schemeClr val="bg1"/>
          </a:solidFill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579342B3-9BBC-4F1C-8786-FFE2F4DBB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288" y="1468438"/>
              <a:ext cx="4300538" cy="2162175"/>
            </a:xfrm>
            <a:custGeom>
              <a:avLst/>
              <a:gdLst>
                <a:gd name="T0" fmla="*/ 3354 w 3496"/>
                <a:gd name="T1" fmla="*/ 1490 h 1760"/>
                <a:gd name="T2" fmla="*/ 3233 w 3496"/>
                <a:gd name="T3" fmla="*/ 1296 h 1760"/>
                <a:gd name="T4" fmla="*/ 2953 w 3496"/>
                <a:gd name="T5" fmla="*/ 944 h 1760"/>
                <a:gd name="T6" fmla="*/ 2751 w 3496"/>
                <a:gd name="T7" fmla="*/ 782 h 1760"/>
                <a:gd name="T8" fmla="*/ 2465 w 3496"/>
                <a:gd name="T9" fmla="*/ 554 h 1760"/>
                <a:gd name="T10" fmla="*/ 2256 w 3496"/>
                <a:gd name="T11" fmla="*/ 302 h 1760"/>
                <a:gd name="T12" fmla="*/ 1941 w 3496"/>
                <a:gd name="T13" fmla="*/ 6 h 1760"/>
                <a:gd name="T14" fmla="*/ 1889 w 3496"/>
                <a:gd name="T15" fmla="*/ 5 h 1760"/>
                <a:gd name="T16" fmla="*/ 1432 w 3496"/>
                <a:gd name="T17" fmla="*/ 328 h 1760"/>
                <a:gd name="T18" fmla="*/ 1007 w 3496"/>
                <a:gd name="T19" fmla="*/ 586 h 1760"/>
                <a:gd name="T20" fmla="*/ 944 w 3496"/>
                <a:gd name="T21" fmla="*/ 607 h 1760"/>
                <a:gd name="T22" fmla="*/ 330 w 3496"/>
                <a:gd name="T23" fmla="*/ 1347 h 1760"/>
                <a:gd name="T24" fmla="*/ 0 w 3496"/>
                <a:gd name="T25" fmla="*/ 1714 h 1760"/>
                <a:gd name="T26" fmla="*/ 1470 w 3496"/>
                <a:gd name="T27" fmla="*/ 1714 h 1760"/>
                <a:gd name="T28" fmla="*/ 1566 w 3496"/>
                <a:gd name="T29" fmla="*/ 1580 h 1760"/>
                <a:gd name="T30" fmla="*/ 1910 w 3496"/>
                <a:gd name="T31" fmla="*/ 1286 h 1760"/>
                <a:gd name="T32" fmla="*/ 2232 w 3496"/>
                <a:gd name="T33" fmla="*/ 1295 h 1760"/>
                <a:gd name="T34" fmla="*/ 2597 w 3496"/>
                <a:gd name="T35" fmla="*/ 1750 h 1760"/>
                <a:gd name="T36" fmla="*/ 2662 w 3496"/>
                <a:gd name="T37" fmla="*/ 1757 h 1760"/>
                <a:gd name="T38" fmla="*/ 2605 w 3496"/>
                <a:gd name="T39" fmla="*/ 1554 h 1760"/>
                <a:gd name="T40" fmla="*/ 2230 w 3496"/>
                <a:gd name="T41" fmla="*/ 1203 h 1760"/>
                <a:gd name="T42" fmla="*/ 1735 w 3496"/>
                <a:gd name="T43" fmla="*/ 1279 h 1760"/>
                <a:gd name="T44" fmla="*/ 1379 w 3496"/>
                <a:gd name="T45" fmla="*/ 1647 h 1760"/>
                <a:gd name="T46" fmla="*/ 1201 w 3496"/>
                <a:gd name="T47" fmla="*/ 1597 h 1760"/>
                <a:gd name="T48" fmla="*/ 1201 w 3496"/>
                <a:gd name="T49" fmla="*/ 1579 h 1760"/>
                <a:gd name="T50" fmla="*/ 1745 w 3496"/>
                <a:gd name="T51" fmla="*/ 1161 h 1760"/>
                <a:gd name="T52" fmla="*/ 2169 w 3496"/>
                <a:gd name="T53" fmla="*/ 1074 h 1760"/>
                <a:gd name="T54" fmla="*/ 2547 w 3496"/>
                <a:gd name="T55" fmla="*/ 1316 h 1760"/>
                <a:gd name="T56" fmla="*/ 2809 w 3496"/>
                <a:gd name="T57" fmla="*/ 1748 h 1760"/>
                <a:gd name="T58" fmla="*/ 2851 w 3496"/>
                <a:gd name="T59" fmla="*/ 1760 h 1760"/>
                <a:gd name="T60" fmla="*/ 2596 w 3496"/>
                <a:gd name="T61" fmla="*/ 1248 h 1760"/>
                <a:gd name="T62" fmla="*/ 2240 w 3496"/>
                <a:gd name="T63" fmla="*/ 1002 h 1760"/>
                <a:gd name="T64" fmla="*/ 1837 w 3496"/>
                <a:gd name="T65" fmla="*/ 1045 h 1760"/>
                <a:gd name="T66" fmla="*/ 1106 w 3496"/>
                <a:gd name="T67" fmla="*/ 1499 h 1760"/>
                <a:gd name="T68" fmla="*/ 947 w 3496"/>
                <a:gd name="T69" fmla="*/ 1451 h 1760"/>
                <a:gd name="T70" fmla="*/ 936 w 3496"/>
                <a:gd name="T71" fmla="*/ 1405 h 1760"/>
                <a:gd name="T72" fmla="*/ 1388 w 3496"/>
                <a:gd name="T73" fmla="*/ 1129 h 1760"/>
                <a:gd name="T74" fmla="*/ 1815 w 3496"/>
                <a:gd name="T75" fmla="*/ 946 h 1760"/>
                <a:gd name="T76" fmla="*/ 2408 w 3496"/>
                <a:gd name="T77" fmla="*/ 943 h 1760"/>
                <a:gd name="T78" fmla="*/ 2917 w 3496"/>
                <a:gd name="T79" fmla="*/ 1535 h 1760"/>
                <a:gd name="T80" fmla="*/ 3011 w 3496"/>
                <a:gd name="T81" fmla="*/ 1758 h 1760"/>
                <a:gd name="T82" fmla="*/ 3074 w 3496"/>
                <a:gd name="T83" fmla="*/ 1738 h 1760"/>
                <a:gd name="T84" fmla="*/ 2798 w 3496"/>
                <a:gd name="T85" fmla="*/ 1175 h 1760"/>
                <a:gd name="T86" fmla="*/ 2356 w 3496"/>
                <a:gd name="T87" fmla="*/ 861 h 1760"/>
                <a:gd name="T88" fmla="*/ 1793 w 3496"/>
                <a:gd name="T89" fmla="*/ 886 h 1760"/>
                <a:gd name="T90" fmla="*/ 1052 w 3496"/>
                <a:gd name="T91" fmla="*/ 1188 h 1760"/>
                <a:gd name="T92" fmla="*/ 796 w 3496"/>
                <a:gd name="T93" fmla="*/ 1283 h 1760"/>
                <a:gd name="T94" fmla="*/ 697 w 3496"/>
                <a:gd name="T95" fmla="*/ 1193 h 1760"/>
                <a:gd name="T96" fmla="*/ 883 w 3496"/>
                <a:gd name="T97" fmla="*/ 1074 h 1760"/>
                <a:gd name="T98" fmla="*/ 1191 w 3496"/>
                <a:gd name="T99" fmla="*/ 950 h 1760"/>
                <a:gd name="T100" fmla="*/ 1664 w 3496"/>
                <a:gd name="T101" fmla="*/ 792 h 1760"/>
                <a:gd name="T102" fmla="*/ 2190 w 3496"/>
                <a:gd name="T103" fmla="*/ 720 h 1760"/>
                <a:gd name="T104" fmla="*/ 2566 w 3496"/>
                <a:gd name="T105" fmla="*/ 837 h 1760"/>
                <a:gd name="T106" fmla="*/ 3253 w 3496"/>
                <a:gd name="T107" fmla="*/ 1729 h 1760"/>
                <a:gd name="T108" fmla="*/ 3496 w 3496"/>
                <a:gd name="T109" fmla="*/ 1747 h 1760"/>
                <a:gd name="T110" fmla="*/ 3490 w 3496"/>
                <a:gd name="T111" fmla="*/ 173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96" h="1760">
                  <a:moveTo>
                    <a:pt x="3490" y="1730"/>
                  </a:moveTo>
                  <a:cubicBezTo>
                    <a:pt x="3458" y="1642"/>
                    <a:pt x="3407" y="1566"/>
                    <a:pt x="3354" y="1490"/>
                  </a:cubicBezTo>
                  <a:cubicBezTo>
                    <a:pt x="3319" y="1440"/>
                    <a:pt x="3284" y="1390"/>
                    <a:pt x="3250" y="1340"/>
                  </a:cubicBezTo>
                  <a:cubicBezTo>
                    <a:pt x="3240" y="1327"/>
                    <a:pt x="3234" y="1313"/>
                    <a:pt x="3233" y="1296"/>
                  </a:cubicBezTo>
                  <a:cubicBezTo>
                    <a:pt x="3225" y="1211"/>
                    <a:pt x="3185" y="1143"/>
                    <a:pt x="3127" y="1083"/>
                  </a:cubicBezTo>
                  <a:cubicBezTo>
                    <a:pt x="3075" y="1029"/>
                    <a:pt x="3014" y="986"/>
                    <a:pt x="2953" y="944"/>
                  </a:cubicBezTo>
                  <a:cubicBezTo>
                    <a:pt x="2891" y="901"/>
                    <a:pt x="2828" y="860"/>
                    <a:pt x="2773" y="808"/>
                  </a:cubicBezTo>
                  <a:cubicBezTo>
                    <a:pt x="2764" y="800"/>
                    <a:pt x="2757" y="791"/>
                    <a:pt x="2751" y="782"/>
                  </a:cubicBezTo>
                  <a:cubicBezTo>
                    <a:pt x="2720" y="738"/>
                    <a:pt x="2682" y="702"/>
                    <a:pt x="2639" y="671"/>
                  </a:cubicBezTo>
                  <a:cubicBezTo>
                    <a:pt x="2583" y="630"/>
                    <a:pt x="2525" y="590"/>
                    <a:pt x="2465" y="554"/>
                  </a:cubicBezTo>
                  <a:cubicBezTo>
                    <a:pt x="2430" y="534"/>
                    <a:pt x="2401" y="509"/>
                    <a:pt x="2378" y="478"/>
                  </a:cubicBezTo>
                  <a:cubicBezTo>
                    <a:pt x="2336" y="420"/>
                    <a:pt x="2295" y="361"/>
                    <a:pt x="2256" y="302"/>
                  </a:cubicBezTo>
                  <a:cubicBezTo>
                    <a:pt x="2210" y="234"/>
                    <a:pt x="2166" y="166"/>
                    <a:pt x="2107" y="108"/>
                  </a:cubicBezTo>
                  <a:cubicBezTo>
                    <a:pt x="2059" y="62"/>
                    <a:pt x="2005" y="26"/>
                    <a:pt x="1941" y="6"/>
                  </a:cubicBezTo>
                  <a:cubicBezTo>
                    <a:pt x="1941" y="6"/>
                    <a:pt x="1940" y="6"/>
                    <a:pt x="1940" y="6"/>
                  </a:cubicBezTo>
                  <a:cubicBezTo>
                    <a:pt x="1916" y="0"/>
                    <a:pt x="1889" y="5"/>
                    <a:pt x="1889" y="5"/>
                  </a:cubicBezTo>
                  <a:cubicBezTo>
                    <a:pt x="1791" y="28"/>
                    <a:pt x="1708" y="79"/>
                    <a:pt x="1633" y="143"/>
                  </a:cubicBezTo>
                  <a:cubicBezTo>
                    <a:pt x="1564" y="203"/>
                    <a:pt x="1498" y="266"/>
                    <a:pt x="1432" y="328"/>
                  </a:cubicBezTo>
                  <a:cubicBezTo>
                    <a:pt x="1368" y="388"/>
                    <a:pt x="1304" y="448"/>
                    <a:pt x="1230" y="497"/>
                  </a:cubicBezTo>
                  <a:cubicBezTo>
                    <a:pt x="1162" y="542"/>
                    <a:pt x="1089" y="575"/>
                    <a:pt x="1007" y="586"/>
                  </a:cubicBezTo>
                  <a:cubicBezTo>
                    <a:pt x="1000" y="587"/>
                    <a:pt x="992" y="589"/>
                    <a:pt x="984" y="588"/>
                  </a:cubicBezTo>
                  <a:cubicBezTo>
                    <a:pt x="967" y="587"/>
                    <a:pt x="956" y="596"/>
                    <a:pt x="944" y="607"/>
                  </a:cubicBezTo>
                  <a:cubicBezTo>
                    <a:pt x="828" y="716"/>
                    <a:pt x="724" y="836"/>
                    <a:pt x="626" y="962"/>
                  </a:cubicBezTo>
                  <a:cubicBezTo>
                    <a:pt x="527" y="1090"/>
                    <a:pt x="430" y="1219"/>
                    <a:pt x="330" y="1347"/>
                  </a:cubicBezTo>
                  <a:cubicBezTo>
                    <a:pt x="231" y="1475"/>
                    <a:pt x="125" y="1596"/>
                    <a:pt x="7" y="1706"/>
                  </a:cubicBezTo>
                  <a:cubicBezTo>
                    <a:pt x="4" y="1708"/>
                    <a:pt x="2" y="1711"/>
                    <a:pt x="0" y="1714"/>
                  </a:cubicBezTo>
                  <a:cubicBezTo>
                    <a:pt x="195" y="1714"/>
                    <a:pt x="390" y="1714"/>
                    <a:pt x="585" y="1714"/>
                  </a:cubicBezTo>
                  <a:cubicBezTo>
                    <a:pt x="880" y="1714"/>
                    <a:pt x="1175" y="1714"/>
                    <a:pt x="1470" y="1714"/>
                  </a:cubicBezTo>
                  <a:cubicBezTo>
                    <a:pt x="1481" y="1714"/>
                    <a:pt x="1487" y="1711"/>
                    <a:pt x="1493" y="1702"/>
                  </a:cubicBezTo>
                  <a:cubicBezTo>
                    <a:pt x="1517" y="1661"/>
                    <a:pt x="1541" y="1620"/>
                    <a:pt x="1566" y="1580"/>
                  </a:cubicBezTo>
                  <a:cubicBezTo>
                    <a:pt x="1615" y="1504"/>
                    <a:pt x="1671" y="1433"/>
                    <a:pt x="1743" y="1378"/>
                  </a:cubicBezTo>
                  <a:cubicBezTo>
                    <a:pt x="1794" y="1339"/>
                    <a:pt x="1848" y="1304"/>
                    <a:pt x="1910" y="1286"/>
                  </a:cubicBezTo>
                  <a:cubicBezTo>
                    <a:pt x="1974" y="1268"/>
                    <a:pt x="2039" y="1261"/>
                    <a:pt x="2104" y="1262"/>
                  </a:cubicBezTo>
                  <a:cubicBezTo>
                    <a:pt x="2150" y="1263"/>
                    <a:pt x="2192" y="1273"/>
                    <a:pt x="2232" y="1295"/>
                  </a:cubicBezTo>
                  <a:cubicBezTo>
                    <a:pt x="2303" y="1334"/>
                    <a:pt x="2363" y="1386"/>
                    <a:pt x="2416" y="1446"/>
                  </a:cubicBezTo>
                  <a:cubicBezTo>
                    <a:pt x="2497" y="1535"/>
                    <a:pt x="2564" y="1632"/>
                    <a:pt x="2597" y="1750"/>
                  </a:cubicBezTo>
                  <a:cubicBezTo>
                    <a:pt x="2598" y="1754"/>
                    <a:pt x="2601" y="1759"/>
                    <a:pt x="2604" y="1759"/>
                  </a:cubicBezTo>
                  <a:cubicBezTo>
                    <a:pt x="2623" y="1759"/>
                    <a:pt x="2643" y="1760"/>
                    <a:pt x="2662" y="1757"/>
                  </a:cubicBezTo>
                  <a:cubicBezTo>
                    <a:pt x="2677" y="1755"/>
                    <a:pt x="2679" y="1750"/>
                    <a:pt x="2675" y="1735"/>
                  </a:cubicBezTo>
                  <a:cubicBezTo>
                    <a:pt x="2662" y="1671"/>
                    <a:pt x="2638" y="1611"/>
                    <a:pt x="2605" y="1554"/>
                  </a:cubicBezTo>
                  <a:cubicBezTo>
                    <a:pt x="2518" y="1402"/>
                    <a:pt x="2393" y="1290"/>
                    <a:pt x="2240" y="1207"/>
                  </a:cubicBezTo>
                  <a:cubicBezTo>
                    <a:pt x="2237" y="1205"/>
                    <a:pt x="2233" y="1203"/>
                    <a:pt x="2230" y="1203"/>
                  </a:cubicBezTo>
                  <a:cubicBezTo>
                    <a:pt x="2128" y="1183"/>
                    <a:pt x="2027" y="1180"/>
                    <a:pt x="1925" y="1202"/>
                  </a:cubicBezTo>
                  <a:cubicBezTo>
                    <a:pt x="1857" y="1216"/>
                    <a:pt x="1794" y="1243"/>
                    <a:pt x="1735" y="1279"/>
                  </a:cubicBezTo>
                  <a:cubicBezTo>
                    <a:pt x="1643" y="1334"/>
                    <a:pt x="1567" y="1406"/>
                    <a:pt x="1501" y="1488"/>
                  </a:cubicBezTo>
                  <a:cubicBezTo>
                    <a:pt x="1458" y="1540"/>
                    <a:pt x="1419" y="1594"/>
                    <a:pt x="1379" y="1647"/>
                  </a:cubicBezTo>
                  <a:cubicBezTo>
                    <a:pt x="1375" y="1653"/>
                    <a:pt x="1371" y="1658"/>
                    <a:pt x="1363" y="1657"/>
                  </a:cubicBezTo>
                  <a:cubicBezTo>
                    <a:pt x="1304" y="1650"/>
                    <a:pt x="1250" y="1631"/>
                    <a:pt x="1201" y="1597"/>
                  </a:cubicBezTo>
                  <a:cubicBezTo>
                    <a:pt x="1198" y="1594"/>
                    <a:pt x="1195" y="1592"/>
                    <a:pt x="1192" y="1589"/>
                  </a:cubicBezTo>
                  <a:cubicBezTo>
                    <a:pt x="1196" y="1585"/>
                    <a:pt x="1198" y="1582"/>
                    <a:pt x="1201" y="1579"/>
                  </a:cubicBezTo>
                  <a:cubicBezTo>
                    <a:pt x="1256" y="1527"/>
                    <a:pt x="1311" y="1474"/>
                    <a:pt x="1367" y="1423"/>
                  </a:cubicBezTo>
                  <a:cubicBezTo>
                    <a:pt x="1482" y="1320"/>
                    <a:pt x="1605" y="1228"/>
                    <a:pt x="1745" y="1161"/>
                  </a:cubicBezTo>
                  <a:cubicBezTo>
                    <a:pt x="1865" y="1103"/>
                    <a:pt x="1991" y="1071"/>
                    <a:pt x="2125" y="1072"/>
                  </a:cubicBezTo>
                  <a:cubicBezTo>
                    <a:pt x="2140" y="1072"/>
                    <a:pt x="2155" y="1075"/>
                    <a:pt x="2169" y="1074"/>
                  </a:cubicBezTo>
                  <a:cubicBezTo>
                    <a:pt x="2207" y="1072"/>
                    <a:pt x="2241" y="1083"/>
                    <a:pt x="2274" y="1098"/>
                  </a:cubicBezTo>
                  <a:cubicBezTo>
                    <a:pt x="2383" y="1149"/>
                    <a:pt x="2471" y="1225"/>
                    <a:pt x="2547" y="1316"/>
                  </a:cubicBezTo>
                  <a:cubicBezTo>
                    <a:pt x="2617" y="1399"/>
                    <a:pt x="2675" y="1490"/>
                    <a:pt x="2726" y="1586"/>
                  </a:cubicBezTo>
                  <a:cubicBezTo>
                    <a:pt x="2755" y="1639"/>
                    <a:pt x="2781" y="1694"/>
                    <a:pt x="2809" y="1748"/>
                  </a:cubicBezTo>
                  <a:cubicBezTo>
                    <a:pt x="2813" y="1756"/>
                    <a:pt x="2817" y="1760"/>
                    <a:pt x="2826" y="1759"/>
                  </a:cubicBezTo>
                  <a:cubicBezTo>
                    <a:pt x="2834" y="1759"/>
                    <a:pt x="2843" y="1760"/>
                    <a:pt x="2851" y="1760"/>
                  </a:cubicBezTo>
                  <a:cubicBezTo>
                    <a:pt x="2868" y="1759"/>
                    <a:pt x="2873" y="1752"/>
                    <a:pt x="2867" y="1735"/>
                  </a:cubicBezTo>
                  <a:cubicBezTo>
                    <a:pt x="2809" y="1555"/>
                    <a:pt x="2722" y="1391"/>
                    <a:pt x="2596" y="1248"/>
                  </a:cubicBezTo>
                  <a:cubicBezTo>
                    <a:pt x="2522" y="1163"/>
                    <a:pt x="2437" y="1091"/>
                    <a:pt x="2336" y="1041"/>
                  </a:cubicBezTo>
                  <a:cubicBezTo>
                    <a:pt x="2305" y="1025"/>
                    <a:pt x="2273" y="1009"/>
                    <a:pt x="2240" y="1002"/>
                  </a:cubicBezTo>
                  <a:cubicBezTo>
                    <a:pt x="2206" y="994"/>
                    <a:pt x="2170" y="994"/>
                    <a:pt x="2136" y="994"/>
                  </a:cubicBezTo>
                  <a:cubicBezTo>
                    <a:pt x="2033" y="994"/>
                    <a:pt x="1934" y="1012"/>
                    <a:pt x="1837" y="1045"/>
                  </a:cubicBezTo>
                  <a:cubicBezTo>
                    <a:pt x="1686" y="1096"/>
                    <a:pt x="1548" y="1176"/>
                    <a:pt x="1419" y="1268"/>
                  </a:cubicBezTo>
                  <a:cubicBezTo>
                    <a:pt x="1313" y="1343"/>
                    <a:pt x="1210" y="1422"/>
                    <a:pt x="1106" y="1499"/>
                  </a:cubicBezTo>
                  <a:cubicBezTo>
                    <a:pt x="1098" y="1504"/>
                    <a:pt x="1088" y="1508"/>
                    <a:pt x="1078" y="1508"/>
                  </a:cubicBezTo>
                  <a:cubicBezTo>
                    <a:pt x="1025" y="1510"/>
                    <a:pt x="984" y="1485"/>
                    <a:pt x="947" y="1451"/>
                  </a:cubicBezTo>
                  <a:cubicBezTo>
                    <a:pt x="937" y="1441"/>
                    <a:pt x="928" y="1430"/>
                    <a:pt x="918" y="1419"/>
                  </a:cubicBezTo>
                  <a:cubicBezTo>
                    <a:pt x="925" y="1414"/>
                    <a:pt x="930" y="1409"/>
                    <a:pt x="936" y="1405"/>
                  </a:cubicBezTo>
                  <a:cubicBezTo>
                    <a:pt x="997" y="1364"/>
                    <a:pt x="1056" y="1321"/>
                    <a:pt x="1118" y="1284"/>
                  </a:cubicBezTo>
                  <a:cubicBezTo>
                    <a:pt x="1207" y="1230"/>
                    <a:pt x="1298" y="1181"/>
                    <a:pt x="1388" y="1129"/>
                  </a:cubicBezTo>
                  <a:cubicBezTo>
                    <a:pt x="1419" y="1112"/>
                    <a:pt x="1447" y="1090"/>
                    <a:pt x="1479" y="1077"/>
                  </a:cubicBezTo>
                  <a:cubicBezTo>
                    <a:pt x="1591" y="1031"/>
                    <a:pt x="1702" y="986"/>
                    <a:pt x="1815" y="946"/>
                  </a:cubicBezTo>
                  <a:cubicBezTo>
                    <a:pt x="1936" y="903"/>
                    <a:pt x="2062" y="881"/>
                    <a:pt x="2192" y="889"/>
                  </a:cubicBezTo>
                  <a:cubicBezTo>
                    <a:pt x="2267" y="894"/>
                    <a:pt x="2340" y="910"/>
                    <a:pt x="2408" y="943"/>
                  </a:cubicBezTo>
                  <a:cubicBezTo>
                    <a:pt x="2525" y="997"/>
                    <a:pt x="2620" y="1077"/>
                    <a:pt x="2701" y="1175"/>
                  </a:cubicBezTo>
                  <a:cubicBezTo>
                    <a:pt x="2792" y="1284"/>
                    <a:pt x="2861" y="1406"/>
                    <a:pt x="2917" y="1535"/>
                  </a:cubicBezTo>
                  <a:cubicBezTo>
                    <a:pt x="2948" y="1604"/>
                    <a:pt x="2975" y="1676"/>
                    <a:pt x="3003" y="1746"/>
                  </a:cubicBezTo>
                  <a:cubicBezTo>
                    <a:pt x="3005" y="1751"/>
                    <a:pt x="3008" y="1758"/>
                    <a:pt x="3011" y="1758"/>
                  </a:cubicBezTo>
                  <a:cubicBezTo>
                    <a:pt x="3028" y="1759"/>
                    <a:pt x="3046" y="1759"/>
                    <a:pt x="3063" y="1757"/>
                  </a:cubicBezTo>
                  <a:cubicBezTo>
                    <a:pt x="3073" y="1756"/>
                    <a:pt x="3077" y="1748"/>
                    <a:pt x="3074" y="1738"/>
                  </a:cubicBezTo>
                  <a:cubicBezTo>
                    <a:pt x="3059" y="1682"/>
                    <a:pt x="3047" y="1626"/>
                    <a:pt x="3028" y="1572"/>
                  </a:cubicBezTo>
                  <a:cubicBezTo>
                    <a:pt x="2979" y="1424"/>
                    <a:pt x="2903" y="1291"/>
                    <a:pt x="2798" y="1175"/>
                  </a:cubicBezTo>
                  <a:cubicBezTo>
                    <a:pt x="2748" y="1119"/>
                    <a:pt x="2692" y="1067"/>
                    <a:pt x="2636" y="1015"/>
                  </a:cubicBezTo>
                  <a:cubicBezTo>
                    <a:pt x="2556" y="939"/>
                    <a:pt x="2462" y="889"/>
                    <a:pt x="2356" y="861"/>
                  </a:cubicBezTo>
                  <a:cubicBezTo>
                    <a:pt x="2244" y="831"/>
                    <a:pt x="2132" y="831"/>
                    <a:pt x="2018" y="843"/>
                  </a:cubicBezTo>
                  <a:cubicBezTo>
                    <a:pt x="1942" y="851"/>
                    <a:pt x="1867" y="867"/>
                    <a:pt x="1793" y="886"/>
                  </a:cubicBezTo>
                  <a:cubicBezTo>
                    <a:pt x="1611" y="933"/>
                    <a:pt x="1437" y="1005"/>
                    <a:pt x="1262" y="1071"/>
                  </a:cubicBezTo>
                  <a:cubicBezTo>
                    <a:pt x="1186" y="1099"/>
                    <a:pt x="1119" y="1145"/>
                    <a:pt x="1052" y="1188"/>
                  </a:cubicBezTo>
                  <a:cubicBezTo>
                    <a:pt x="1005" y="1217"/>
                    <a:pt x="958" y="1246"/>
                    <a:pt x="910" y="1271"/>
                  </a:cubicBezTo>
                  <a:cubicBezTo>
                    <a:pt x="875" y="1288"/>
                    <a:pt x="836" y="1295"/>
                    <a:pt x="796" y="1283"/>
                  </a:cubicBezTo>
                  <a:cubicBezTo>
                    <a:pt x="753" y="1270"/>
                    <a:pt x="722" y="1240"/>
                    <a:pt x="695" y="1206"/>
                  </a:cubicBezTo>
                  <a:cubicBezTo>
                    <a:pt x="693" y="1203"/>
                    <a:pt x="694" y="1195"/>
                    <a:pt x="697" y="1193"/>
                  </a:cubicBezTo>
                  <a:cubicBezTo>
                    <a:pt x="712" y="1178"/>
                    <a:pt x="726" y="1162"/>
                    <a:pt x="743" y="1149"/>
                  </a:cubicBezTo>
                  <a:cubicBezTo>
                    <a:pt x="785" y="1116"/>
                    <a:pt x="834" y="1094"/>
                    <a:pt x="883" y="1074"/>
                  </a:cubicBezTo>
                  <a:cubicBezTo>
                    <a:pt x="967" y="1039"/>
                    <a:pt x="1052" y="1006"/>
                    <a:pt x="1136" y="972"/>
                  </a:cubicBezTo>
                  <a:cubicBezTo>
                    <a:pt x="1155" y="965"/>
                    <a:pt x="1172" y="956"/>
                    <a:pt x="1191" y="950"/>
                  </a:cubicBezTo>
                  <a:cubicBezTo>
                    <a:pt x="1243" y="933"/>
                    <a:pt x="1296" y="918"/>
                    <a:pt x="1347" y="901"/>
                  </a:cubicBezTo>
                  <a:cubicBezTo>
                    <a:pt x="1453" y="865"/>
                    <a:pt x="1558" y="827"/>
                    <a:pt x="1664" y="792"/>
                  </a:cubicBezTo>
                  <a:cubicBezTo>
                    <a:pt x="1763" y="759"/>
                    <a:pt x="1864" y="734"/>
                    <a:pt x="1967" y="722"/>
                  </a:cubicBezTo>
                  <a:cubicBezTo>
                    <a:pt x="2041" y="713"/>
                    <a:pt x="2115" y="712"/>
                    <a:pt x="2190" y="720"/>
                  </a:cubicBezTo>
                  <a:cubicBezTo>
                    <a:pt x="2225" y="724"/>
                    <a:pt x="2261" y="727"/>
                    <a:pt x="2296" y="732"/>
                  </a:cubicBezTo>
                  <a:cubicBezTo>
                    <a:pt x="2394" y="747"/>
                    <a:pt x="2483" y="785"/>
                    <a:pt x="2566" y="837"/>
                  </a:cubicBezTo>
                  <a:cubicBezTo>
                    <a:pt x="2685" y="912"/>
                    <a:pt x="2785" y="1008"/>
                    <a:pt x="2875" y="1115"/>
                  </a:cubicBezTo>
                  <a:cubicBezTo>
                    <a:pt x="3031" y="1301"/>
                    <a:pt x="3152" y="1509"/>
                    <a:pt x="3253" y="1729"/>
                  </a:cubicBezTo>
                  <a:cubicBezTo>
                    <a:pt x="3263" y="1751"/>
                    <a:pt x="3275" y="1759"/>
                    <a:pt x="3298" y="1758"/>
                  </a:cubicBezTo>
                  <a:cubicBezTo>
                    <a:pt x="3364" y="1754"/>
                    <a:pt x="3430" y="1750"/>
                    <a:pt x="3496" y="1747"/>
                  </a:cubicBezTo>
                  <a:cubicBezTo>
                    <a:pt x="3496" y="1744"/>
                    <a:pt x="3496" y="1740"/>
                    <a:pt x="3496" y="1737"/>
                  </a:cubicBezTo>
                  <a:cubicBezTo>
                    <a:pt x="3494" y="1735"/>
                    <a:pt x="3491" y="1733"/>
                    <a:pt x="3490" y="17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A833E6AB-0609-431F-8EB6-5B8E67BFE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3919538"/>
              <a:ext cx="538163" cy="1330325"/>
            </a:xfrm>
            <a:custGeom>
              <a:avLst/>
              <a:gdLst>
                <a:gd name="T0" fmla="*/ 434 w 437"/>
                <a:gd name="T1" fmla="*/ 924 h 1083"/>
                <a:gd name="T2" fmla="*/ 429 w 437"/>
                <a:gd name="T3" fmla="*/ 761 h 1083"/>
                <a:gd name="T4" fmla="*/ 427 w 437"/>
                <a:gd name="T5" fmla="*/ 657 h 1083"/>
                <a:gd name="T6" fmla="*/ 424 w 437"/>
                <a:gd name="T7" fmla="*/ 530 h 1083"/>
                <a:gd name="T8" fmla="*/ 422 w 437"/>
                <a:gd name="T9" fmla="*/ 357 h 1083"/>
                <a:gd name="T10" fmla="*/ 421 w 437"/>
                <a:gd name="T11" fmla="*/ 331 h 1083"/>
                <a:gd name="T12" fmla="*/ 420 w 437"/>
                <a:gd name="T13" fmla="*/ 290 h 1083"/>
                <a:gd name="T14" fmla="*/ 414 w 437"/>
                <a:gd name="T15" fmla="*/ 31 h 1083"/>
                <a:gd name="T16" fmla="*/ 392 w 437"/>
                <a:gd name="T17" fmla="*/ 2 h 1083"/>
                <a:gd name="T18" fmla="*/ 363 w 437"/>
                <a:gd name="T19" fmla="*/ 25 h 1083"/>
                <a:gd name="T20" fmla="*/ 260 w 437"/>
                <a:gd name="T21" fmla="*/ 457 h 1083"/>
                <a:gd name="T22" fmla="*/ 203 w 437"/>
                <a:gd name="T23" fmla="*/ 696 h 1083"/>
                <a:gd name="T24" fmla="*/ 198 w 437"/>
                <a:gd name="T25" fmla="*/ 709 h 1083"/>
                <a:gd name="T26" fmla="*/ 195 w 437"/>
                <a:gd name="T27" fmla="*/ 697 h 1083"/>
                <a:gd name="T28" fmla="*/ 118 w 437"/>
                <a:gd name="T29" fmla="*/ 341 h 1083"/>
                <a:gd name="T30" fmla="*/ 56 w 437"/>
                <a:gd name="T31" fmla="*/ 54 h 1083"/>
                <a:gd name="T32" fmla="*/ 50 w 437"/>
                <a:gd name="T33" fmla="*/ 28 h 1083"/>
                <a:gd name="T34" fmla="*/ 21 w 437"/>
                <a:gd name="T35" fmla="*/ 10 h 1083"/>
                <a:gd name="T36" fmla="*/ 0 w 437"/>
                <a:gd name="T37" fmla="*/ 35 h 1083"/>
                <a:gd name="T38" fmla="*/ 0 w 437"/>
                <a:gd name="T39" fmla="*/ 50 h 1083"/>
                <a:gd name="T40" fmla="*/ 3 w 437"/>
                <a:gd name="T41" fmla="*/ 388 h 1083"/>
                <a:gd name="T42" fmla="*/ 3 w 437"/>
                <a:gd name="T43" fmla="*/ 395 h 1083"/>
                <a:gd name="T44" fmla="*/ 5 w 437"/>
                <a:gd name="T45" fmla="*/ 527 h 1083"/>
                <a:gd name="T46" fmla="*/ 8 w 437"/>
                <a:gd name="T47" fmla="*/ 816 h 1083"/>
                <a:gd name="T48" fmla="*/ 8 w 437"/>
                <a:gd name="T49" fmla="*/ 834 h 1083"/>
                <a:gd name="T50" fmla="*/ 28 w 437"/>
                <a:gd name="T51" fmla="*/ 855 h 1083"/>
                <a:gd name="T52" fmla="*/ 59 w 437"/>
                <a:gd name="T53" fmla="*/ 828 h 1083"/>
                <a:gd name="T54" fmla="*/ 58 w 437"/>
                <a:gd name="T55" fmla="*/ 703 h 1083"/>
                <a:gd name="T56" fmla="*/ 55 w 437"/>
                <a:gd name="T57" fmla="*/ 316 h 1083"/>
                <a:gd name="T58" fmla="*/ 55 w 437"/>
                <a:gd name="T59" fmla="*/ 306 h 1083"/>
                <a:gd name="T60" fmla="*/ 60 w 437"/>
                <a:gd name="T61" fmla="*/ 317 h 1083"/>
                <a:gd name="T62" fmla="*/ 170 w 437"/>
                <a:gd name="T63" fmla="*/ 830 h 1083"/>
                <a:gd name="T64" fmla="*/ 197 w 437"/>
                <a:gd name="T65" fmla="*/ 856 h 1083"/>
                <a:gd name="T66" fmla="*/ 223 w 437"/>
                <a:gd name="T67" fmla="*/ 831 h 1083"/>
                <a:gd name="T68" fmla="*/ 250 w 437"/>
                <a:gd name="T69" fmla="*/ 721 h 1083"/>
                <a:gd name="T70" fmla="*/ 360 w 437"/>
                <a:gd name="T71" fmla="*/ 256 h 1083"/>
                <a:gd name="T72" fmla="*/ 365 w 437"/>
                <a:gd name="T73" fmla="*/ 239 h 1083"/>
                <a:gd name="T74" fmla="*/ 367 w 437"/>
                <a:gd name="T75" fmla="*/ 240 h 1083"/>
                <a:gd name="T76" fmla="*/ 378 w 437"/>
                <a:gd name="T77" fmla="*/ 698 h 1083"/>
                <a:gd name="T78" fmla="*/ 378 w 437"/>
                <a:gd name="T79" fmla="*/ 713 h 1083"/>
                <a:gd name="T80" fmla="*/ 380 w 437"/>
                <a:gd name="T81" fmla="*/ 816 h 1083"/>
                <a:gd name="T82" fmla="*/ 381 w 437"/>
                <a:gd name="T83" fmla="*/ 824 h 1083"/>
                <a:gd name="T84" fmla="*/ 385 w 437"/>
                <a:gd name="T85" fmla="*/ 1029 h 1083"/>
                <a:gd name="T86" fmla="*/ 386 w 437"/>
                <a:gd name="T87" fmla="*/ 1055 h 1083"/>
                <a:gd name="T88" fmla="*/ 396 w 437"/>
                <a:gd name="T89" fmla="*/ 1083 h 1083"/>
                <a:gd name="T90" fmla="*/ 427 w 437"/>
                <a:gd name="T91" fmla="*/ 1083 h 1083"/>
                <a:gd name="T92" fmla="*/ 436 w 437"/>
                <a:gd name="T93" fmla="*/ 1051 h 1083"/>
                <a:gd name="T94" fmla="*/ 435 w 437"/>
                <a:gd name="T95" fmla="*/ 950 h 1083"/>
                <a:gd name="T96" fmla="*/ 434 w 437"/>
                <a:gd name="T97" fmla="*/ 924 h 1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37" h="1083">
                  <a:moveTo>
                    <a:pt x="434" y="924"/>
                  </a:moveTo>
                  <a:cubicBezTo>
                    <a:pt x="433" y="870"/>
                    <a:pt x="431" y="816"/>
                    <a:pt x="429" y="761"/>
                  </a:cubicBezTo>
                  <a:cubicBezTo>
                    <a:pt x="428" y="726"/>
                    <a:pt x="428" y="692"/>
                    <a:pt x="427" y="657"/>
                  </a:cubicBezTo>
                  <a:cubicBezTo>
                    <a:pt x="426" y="614"/>
                    <a:pt x="425" y="572"/>
                    <a:pt x="424" y="530"/>
                  </a:cubicBezTo>
                  <a:cubicBezTo>
                    <a:pt x="423" y="472"/>
                    <a:pt x="423" y="414"/>
                    <a:pt x="422" y="357"/>
                  </a:cubicBezTo>
                  <a:cubicBezTo>
                    <a:pt x="422" y="348"/>
                    <a:pt x="421" y="340"/>
                    <a:pt x="421" y="331"/>
                  </a:cubicBezTo>
                  <a:cubicBezTo>
                    <a:pt x="421" y="317"/>
                    <a:pt x="420" y="304"/>
                    <a:pt x="420" y="290"/>
                  </a:cubicBezTo>
                  <a:cubicBezTo>
                    <a:pt x="418" y="204"/>
                    <a:pt x="416" y="117"/>
                    <a:pt x="414" y="31"/>
                  </a:cubicBezTo>
                  <a:cubicBezTo>
                    <a:pt x="414" y="14"/>
                    <a:pt x="406" y="3"/>
                    <a:pt x="392" y="2"/>
                  </a:cubicBezTo>
                  <a:cubicBezTo>
                    <a:pt x="377" y="0"/>
                    <a:pt x="367" y="8"/>
                    <a:pt x="363" y="25"/>
                  </a:cubicBezTo>
                  <a:cubicBezTo>
                    <a:pt x="328" y="169"/>
                    <a:pt x="294" y="313"/>
                    <a:pt x="260" y="457"/>
                  </a:cubicBezTo>
                  <a:cubicBezTo>
                    <a:pt x="241" y="537"/>
                    <a:pt x="222" y="616"/>
                    <a:pt x="203" y="696"/>
                  </a:cubicBezTo>
                  <a:cubicBezTo>
                    <a:pt x="202" y="699"/>
                    <a:pt x="200" y="702"/>
                    <a:pt x="198" y="709"/>
                  </a:cubicBezTo>
                  <a:cubicBezTo>
                    <a:pt x="196" y="702"/>
                    <a:pt x="195" y="700"/>
                    <a:pt x="195" y="697"/>
                  </a:cubicBezTo>
                  <a:cubicBezTo>
                    <a:pt x="169" y="578"/>
                    <a:pt x="143" y="460"/>
                    <a:pt x="118" y="341"/>
                  </a:cubicBezTo>
                  <a:cubicBezTo>
                    <a:pt x="97" y="246"/>
                    <a:pt x="76" y="150"/>
                    <a:pt x="56" y="54"/>
                  </a:cubicBezTo>
                  <a:cubicBezTo>
                    <a:pt x="54" y="45"/>
                    <a:pt x="52" y="37"/>
                    <a:pt x="50" y="28"/>
                  </a:cubicBezTo>
                  <a:cubicBezTo>
                    <a:pt x="45" y="15"/>
                    <a:pt x="34" y="8"/>
                    <a:pt x="21" y="10"/>
                  </a:cubicBezTo>
                  <a:cubicBezTo>
                    <a:pt x="9" y="12"/>
                    <a:pt x="1" y="22"/>
                    <a:pt x="0" y="35"/>
                  </a:cubicBezTo>
                  <a:cubicBezTo>
                    <a:pt x="0" y="40"/>
                    <a:pt x="0" y="45"/>
                    <a:pt x="0" y="50"/>
                  </a:cubicBezTo>
                  <a:cubicBezTo>
                    <a:pt x="1" y="163"/>
                    <a:pt x="2" y="275"/>
                    <a:pt x="3" y="388"/>
                  </a:cubicBezTo>
                  <a:cubicBezTo>
                    <a:pt x="3" y="390"/>
                    <a:pt x="3" y="393"/>
                    <a:pt x="3" y="395"/>
                  </a:cubicBezTo>
                  <a:cubicBezTo>
                    <a:pt x="4" y="439"/>
                    <a:pt x="5" y="483"/>
                    <a:pt x="5" y="527"/>
                  </a:cubicBezTo>
                  <a:cubicBezTo>
                    <a:pt x="6" y="623"/>
                    <a:pt x="7" y="720"/>
                    <a:pt x="8" y="816"/>
                  </a:cubicBezTo>
                  <a:cubicBezTo>
                    <a:pt x="8" y="822"/>
                    <a:pt x="8" y="828"/>
                    <a:pt x="8" y="834"/>
                  </a:cubicBezTo>
                  <a:cubicBezTo>
                    <a:pt x="10" y="845"/>
                    <a:pt x="17" y="853"/>
                    <a:pt x="28" y="855"/>
                  </a:cubicBezTo>
                  <a:cubicBezTo>
                    <a:pt x="46" y="859"/>
                    <a:pt x="60" y="847"/>
                    <a:pt x="59" y="828"/>
                  </a:cubicBezTo>
                  <a:cubicBezTo>
                    <a:pt x="59" y="786"/>
                    <a:pt x="58" y="745"/>
                    <a:pt x="58" y="703"/>
                  </a:cubicBezTo>
                  <a:cubicBezTo>
                    <a:pt x="57" y="574"/>
                    <a:pt x="56" y="445"/>
                    <a:pt x="55" y="316"/>
                  </a:cubicBezTo>
                  <a:cubicBezTo>
                    <a:pt x="55" y="313"/>
                    <a:pt x="55" y="309"/>
                    <a:pt x="55" y="306"/>
                  </a:cubicBezTo>
                  <a:cubicBezTo>
                    <a:pt x="58" y="310"/>
                    <a:pt x="59" y="313"/>
                    <a:pt x="60" y="317"/>
                  </a:cubicBezTo>
                  <a:cubicBezTo>
                    <a:pt x="97" y="488"/>
                    <a:pt x="133" y="659"/>
                    <a:pt x="170" y="830"/>
                  </a:cubicBezTo>
                  <a:cubicBezTo>
                    <a:pt x="174" y="847"/>
                    <a:pt x="183" y="856"/>
                    <a:pt x="197" y="856"/>
                  </a:cubicBezTo>
                  <a:cubicBezTo>
                    <a:pt x="211" y="856"/>
                    <a:pt x="219" y="848"/>
                    <a:pt x="223" y="831"/>
                  </a:cubicBezTo>
                  <a:cubicBezTo>
                    <a:pt x="232" y="794"/>
                    <a:pt x="241" y="758"/>
                    <a:pt x="250" y="721"/>
                  </a:cubicBezTo>
                  <a:cubicBezTo>
                    <a:pt x="287" y="566"/>
                    <a:pt x="323" y="411"/>
                    <a:pt x="360" y="256"/>
                  </a:cubicBezTo>
                  <a:cubicBezTo>
                    <a:pt x="362" y="250"/>
                    <a:pt x="364" y="245"/>
                    <a:pt x="365" y="239"/>
                  </a:cubicBezTo>
                  <a:cubicBezTo>
                    <a:pt x="366" y="239"/>
                    <a:pt x="366" y="240"/>
                    <a:pt x="367" y="240"/>
                  </a:cubicBezTo>
                  <a:cubicBezTo>
                    <a:pt x="370" y="393"/>
                    <a:pt x="374" y="545"/>
                    <a:pt x="378" y="698"/>
                  </a:cubicBezTo>
                  <a:cubicBezTo>
                    <a:pt x="378" y="703"/>
                    <a:pt x="378" y="708"/>
                    <a:pt x="378" y="713"/>
                  </a:cubicBezTo>
                  <a:cubicBezTo>
                    <a:pt x="379" y="748"/>
                    <a:pt x="380" y="782"/>
                    <a:pt x="380" y="816"/>
                  </a:cubicBezTo>
                  <a:cubicBezTo>
                    <a:pt x="381" y="819"/>
                    <a:pt x="381" y="821"/>
                    <a:pt x="381" y="824"/>
                  </a:cubicBezTo>
                  <a:cubicBezTo>
                    <a:pt x="382" y="892"/>
                    <a:pt x="384" y="961"/>
                    <a:pt x="385" y="1029"/>
                  </a:cubicBezTo>
                  <a:cubicBezTo>
                    <a:pt x="386" y="1038"/>
                    <a:pt x="386" y="1046"/>
                    <a:pt x="386" y="1055"/>
                  </a:cubicBezTo>
                  <a:cubicBezTo>
                    <a:pt x="389" y="1064"/>
                    <a:pt x="393" y="1074"/>
                    <a:pt x="396" y="1083"/>
                  </a:cubicBezTo>
                  <a:cubicBezTo>
                    <a:pt x="406" y="1083"/>
                    <a:pt x="416" y="1083"/>
                    <a:pt x="427" y="1083"/>
                  </a:cubicBezTo>
                  <a:cubicBezTo>
                    <a:pt x="430" y="1072"/>
                    <a:pt x="436" y="1061"/>
                    <a:pt x="436" y="1051"/>
                  </a:cubicBezTo>
                  <a:cubicBezTo>
                    <a:pt x="437" y="1017"/>
                    <a:pt x="435" y="983"/>
                    <a:pt x="435" y="950"/>
                  </a:cubicBezTo>
                  <a:cubicBezTo>
                    <a:pt x="434" y="941"/>
                    <a:pt x="434" y="933"/>
                    <a:pt x="434" y="9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BC25A336-F105-4529-B3F4-828AB093BD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7725" y="3698875"/>
              <a:ext cx="382588" cy="1282700"/>
            </a:xfrm>
            <a:custGeom>
              <a:avLst/>
              <a:gdLst>
                <a:gd name="T0" fmla="*/ 306 w 311"/>
                <a:gd name="T1" fmla="*/ 185 h 1044"/>
                <a:gd name="T2" fmla="*/ 305 w 311"/>
                <a:gd name="T3" fmla="*/ 32 h 1044"/>
                <a:gd name="T4" fmla="*/ 279 w 311"/>
                <a:gd name="T5" fmla="*/ 0 h 1044"/>
                <a:gd name="T6" fmla="*/ 254 w 311"/>
                <a:gd name="T7" fmla="*/ 32 h 1044"/>
                <a:gd name="T8" fmla="*/ 256 w 311"/>
                <a:gd name="T9" fmla="*/ 281 h 1044"/>
                <a:gd name="T10" fmla="*/ 258 w 311"/>
                <a:gd name="T11" fmla="*/ 834 h 1044"/>
                <a:gd name="T12" fmla="*/ 254 w 311"/>
                <a:gd name="T13" fmla="*/ 834 h 1044"/>
                <a:gd name="T14" fmla="*/ 71 w 311"/>
                <a:gd name="T15" fmla="*/ 252 h 1044"/>
                <a:gd name="T16" fmla="*/ 54 w 311"/>
                <a:gd name="T17" fmla="*/ 200 h 1044"/>
                <a:gd name="T18" fmla="*/ 26 w 311"/>
                <a:gd name="T19" fmla="*/ 183 h 1044"/>
                <a:gd name="T20" fmla="*/ 4 w 311"/>
                <a:gd name="T21" fmla="*/ 206 h 1044"/>
                <a:gd name="T22" fmla="*/ 4 w 311"/>
                <a:gd name="T23" fmla="*/ 222 h 1044"/>
                <a:gd name="T24" fmla="*/ 3 w 311"/>
                <a:gd name="T25" fmla="*/ 399 h 1044"/>
                <a:gd name="T26" fmla="*/ 0 w 311"/>
                <a:gd name="T27" fmla="*/ 1013 h 1044"/>
                <a:gd name="T28" fmla="*/ 26 w 311"/>
                <a:gd name="T29" fmla="*/ 1042 h 1044"/>
                <a:gd name="T30" fmla="*/ 51 w 311"/>
                <a:gd name="T31" fmla="*/ 1014 h 1044"/>
                <a:gd name="T32" fmla="*/ 53 w 311"/>
                <a:gd name="T33" fmla="*/ 734 h 1044"/>
                <a:gd name="T34" fmla="*/ 54 w 311"/>
                <a:gd name="T35" fmla="*/ 405 h 1044"/>
                <a:gd name="T36" fmla="*/ 55 w 311"/>
                <a:gd name="T37" fmla="*/ 388 h 1044"/>
                <a:gd name="T38" fmla="*/ 59 w 311"/>
                <a:gd name="T39" fmla="*/ 388 h 1044"/>
                <a:gd name="T40" fmla="*/ 61 w 311"/>
                <a:gd name="T41" fmla="*/ 394 h 1044"/>
                <a:gd name="T42" fmla="*/ 202 w 311"/>
                <a:gd name="T43" fmla="*/ 841 h 1044"/>
                <a:gd name="T44" fmla="*/ 260 w 311"/>
                <a:gd name="T45" fmla="*/ 1022 h 1044"/>
                <a:gd name="T46" fmla="*/ 283 w 311"/>
                <a:gd name="T47" fmla="*/ 1043 h 1044"/>
                <a:gd name="T48" fmla="*/ 311 w 311"/>
                <a:gd name="T49" fmla="*/ 1013 h 1044"/>
                <a:gd name="T50" fmla="*/ 308 w 311"/>
                <a:gd name="T51" fmla="*/ 653 h 1044"/>
                <a:gd name="T52" fmla="*/ 306 w 311"/>
                <a:gd name="T53" fmla="*/ 185 h 1044"/>
                <a:gd name="T54" fmla="*/ 257 w 311"/>
                <a:gd name="T55" fmla="*/ 838 h 1044"/>
                <a:gd name="T56" fmla="*/ 258 w 311"/>
                <a:gd name="T57" fmla="*/ 834 h 1044"/>
                <a:gd name="T58" fmla="*/ 258 w 311"/>
                <a:gd name="T59" fmla="*/ 834 h 1044"/>
                <a:gd name="T60" fmla="*/ 257 w 311"/>
                <a:gd name="T61" fmla="*/ 838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1" h="1044">
                  <a:moveTo>
                    <a:pt x="306" y="185"/>
                  </a:moveTo>
                  <a:cubicBezTo>
                    <a:pt x="306" y="134"/>
                    <a:pt x="306" y="83"/>
                    <a:pt x="305" y="32"/>
                  </a:cubicBezTo>
                  <a:cubicBezTo>
                    <a:pt x="305" y="13"/>
                    <a:pt x="295" y="0"/>
                    <a:pt x="279" y="0"/>
                  </a:cubicBezTo>
                  <a:cubicBezTo>
                    <a:pt x="264" y="0"/>
                    <a:pt x="254" y="12"/>
                    <a:pt x="254" y="32"/>
                  </a:cubicBezTo>
                  <a:cubicBezTo>
                    <a:pt x="254" y="115"/>
                    <a:pt x="255" y="198"/>
                    <a:pt x="256" y="281"/>
                  </a:cubicBezTo>
                  <a:cubicBezTo>
                    <a:pt x="257" y="465"/>
                    <a:pt x="258" y="650"/>
                    <a:pt x="258" y="834"/>
                  </a:cubicBezTo>
                  <a:cubicBezTo>
                    <a:pt x="257" y="834"/>
                    <a:pt x="256" y="834"/>
                    <a:pt x="254" y="834"/>
                  </a:cubicBezTo>
                  <a:cubicBezTo>
                    <a:pt x="193" y="640"/>
                    <a:pt x="132" y="446"/>
                    <a:pt x="71" y="252"/>
                  </a:cubicBezTo>
                  <a:cubicBezTo>
                    <a:pt x="65" y="235"/>
                    <a:pt x="60" y="217"/>
                    <a:pt x="54" y="200"/>
                  </a:cubicBezTo>
                  <a:cubicBezTo>
                    <a:pt x="50" y="187"/>
                    <a:pt x="38" y="181"/>
                    <a:pt x="26" y="183"/>
                  </a:cubicBezTo>
                  <a:cubicBezTo>
                    <a:pt x="14" y="184"/>
                    <a:pt x="6" y="193"/>
                    <a:pt x="4" y="206"/>
                  </a:cubicBezTo>
                  <a:cubicBezTo>
                    <a:pt x="4" y="211"/>
                    <a:pt x="4" y="217"/>
                    <a:pt x="4" y="222"/>
                  </a:cubicBezTo>
                  <a:cubicBezTo>
                    <a:pt x="4" y="281"/>
                    <a:pt x="3" y="340"/>
                    <a:pt x="3" y="399"/>
                  </a:cubicBezTo>
                  <a:cubicBezTo>
                    <a:pt x="2" y="604"/>
                    <a:pt x="1" y="808"/>
                    <a:pt x="0" y="1013"/>
                  </a:cubicBezTo>
                  <a:cubicBezTo>
                    <a:pt x="0" y="1030"/>
                    <a:pt x="11" y="1042"/>
                    <a:pt x="26" y="1042"/>
                  </a:cubicBezTo>
                  <a:cubicBezTo>
                    <a:pt x="41" y="1042"/>
                    <a:pt x="51" y="1030"/>
                    <a:pt x="51" y="1014"/>
                  </a:cubicBezTo>
                  <a:cubicBezTo>
                    <a:pt x="52" y="921"/>
                    <a:pt x="53" y="828"/>
                    <a:pt x="53" y="734"/>
                  </a:cubicBezTo>
                  <a:cubicBezTo>
                    <a:pt x="54" y="625"/>
                    <a:pt x="54" y="515"/>
                    <a:pt x="54" y="405"/>
                  </a:cubicBezTo>
                  <a:cubicBezTo>
                    <a:pt x="54" y="399"/>
                    <a:pt x="55" y="394"/>
                    <a:pt x="55" y="388"/>
                  </a:cubicBezTo>
                  <a:cubicBezTo>
                    <a:pt x="57" y="388"/>
                    <a:pt x="58" y="388"/>
                    <a:pt x="59" y="388"/>
                  </a:cubicBezTo>
                  <a:cubicBezTo>
                    <a:pt x="60" y="390"/>
                    <a:pt x="61" y="392"/>
                    <a:pt x="61" y="394"/>
                  </a:cubicBezTo>
                  <a:cubicBezTo>
                    <a:pt x="108" y="543"/>
                    <a:pt x="155" y="692"/>
                    <a:pt x="202" y="841"/>
                  </a:cubicBezTo>
                  <a:cubicBezTo>
                    <a:pt x="222" y="902"/>
                    <a:pt x="241" y="962"/>
                    <a:pt x="260" y="1022"/>
                  </a:cubicBezTo>
                  <a:cubicBezTo>
                    <a:pt x="263" y="1034"/>
                    <a:pt x="270" y="1042"/>
                    <a:pt x="283" y="1043"/>
                  </a:cubicBezTo>
                  <a:cubicBezTo>
                    <a:pt x="300" y="1044"/>
                    <a:pt x="311" y="1033"/>
                    <a:pt x="311" y="1013"/>
                  </a:cubicBezTo>
                  <a:cubicBezTo>
                    <a:pt x="310" y="893"/>
                    <a:pt x="309" y="773"/>
                    <a:pt x="308" y="653"/>
                  </a:cubicBezTo>
                  <a:cubicBezTo>
                    <a:pt x="308" y="497"/>
                    <a:pt x="307" y="341"/>
                    <a:pt x="306" y="185"/>
                  </a:cubicBezTo>
                  <a:close/>
                  <a:moveTo>
                    <a:pt x="257" y="838"/>
                  </a:moveTo>
                  <a:cubicBezTo>
                    <a:pt x="258" y="837"/>
                    <a:pt x="258" y="835"/>
                    <a:pt x="258" y="834"/>
                  </a:cubicBezTo>
                  <a:cubicBezTo>
                    <a:pt x="258" y="834"/>
                    <a:pt x="258" y="834"/>
                    <a:pt x="258" y="834"/>
                  </a:cubicBezTo>
                  <a:cubicBezTo>
                    <a:pt x="258" y="835"/>
                    <a:pt x="258" y="837"/>
                    <a:pt x="257" y="83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39" name="Freeform 8">
              <a:extLst>
                <a:ext uri="{FF2B5EF4-FFF2-40B4-BE49-F238E27FC236}">
                  <a16:creationId xmlns:a16="http://schemas.microsoft.com/office/drawing/2014/main" id="{F04A1D34-B827-4C9A-A2AC-C483F6C81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2600" y="3771900"/>
              <a:ext cx="390525" cy="1236663"/>
            </a:xfrm>
            <a:custGeom>
              <a:avLst/>
              <a:gdLst>
                <a:gd name="T0" fmla="*/ 294 w 317"/>
                <a:gd name="T1" fmla="*/ 2 h 1006"/>
                <a:gd name="T2" fmla="*/ 267 w 317"/>
                <a:gd name="T3" fmla="*/ 20 h 1006"/>
                <a:gd name="T4" fmla="*/ 265 w 317"/>
                <a:gd name="T5" fmla="*/ 41 h 1006"/>
                <a:gd name="T6" fmla="*/ 265 w 317"/>
                <a:gd name="T7" fmla="*/ 785 h 1006"/>
                <a:gd name="T8" fmla="*/ 262 w 317"/>
                <a:gd name="T9" fmla="*/ 785 h 1006"/>
                <a:gd name="T10" fmla="*/ 87 w 317"/>
                <a:gd name="T11" fmla="*/ 239 h 1006"/>
                <a:gd name="T12" fmla="*/ 54 w 317"/>
                <a:gd name="T13" fmla="*/ 139 h 1006"/>
                <a:gd name="T14" fmla="*/ 18 w 317"/>
                <a:gd name="T15" fmla="*/ 121 h 1006"/>
                <a:gd name="T16" fmla="*/ 3 w 317"/>
                <a:gd name="T17" fmla="*/ 150 h 1006"/>
                <a:gd name="T18" fmla="*/ 1 w 317"/>
                <a:gd name="T19" fmla="*/ 528 h 1006"/>
                <a:gd name="T20" fmla="*/ 0 w 317"/>
                <a:gd name="T21" fmla="*/ 849 h 1006"/>
                <a:gd name="T22" fmla="*/ 1 w 317"/>
                <a:gd name="T23" fmla="*/ 978 h 1006"/>
                <a:gd name="T24" fmla="*/ 26 w 317"/>
                <a:gd name="T25" fmla="*/ 1005 h 1006"/>
                <a:gd name="T26" fmla="*/ 52 w 317"/>
                <a:gd name="T27" fmla="*/ 980 h 1006"/>
                <a:gd name="T28" fmla="*/ 52 w 317"/>
                <a:gd name="T29" fmla="*/ 970 h 1006"/>
                <a:gd name="T30" fmla="*/ 52 w 317"/>
                <a:gd name="T31" fmla="*/ 829 h 1006"/>
                <a:gd name="T32" fmla="*/ 54 w 317"/>
                <a:gd name="T33" fmla="*/ 354 h 1006"/>
                <a:gd name="T34" fmla="*/ 54 w 317"/>
                <a:gd name="T35" fmla="*/ 320 h 1006"/>
                <a:gd name="T36" fmla="*/ 57 w 317"/>
                <a:gd name="T37" fmla="*/ 319 h 1006"/>
                <a:gd name="T38" fmla="*/ 62 w 317"/>
                <a:gd name="T39" fmla="*/ 330 h 1006"/>
                <a:gd name="T40" fmla="*/ 86 w 317"/>
                <a:gd name="T41" fmla="*/ 405 h 1006"/>
                <a:gd name="T42" fmla="*/ 264 w 317"/>
                <a:gd name="T43" fmla="*/ 957 h 1006"/>
                <a:gd name="T44" fmla="*/ 295 w 317"/>
                <a:gd name="T45" fmla="*/ 983 h 1006"/>
                <a:gd name="T46" fmla="*/ 316 w 317"/>
                <a:gd name="T47" fmla="*/ 948 h 1006"/>
                <a:gd name="T48" fmla="*/ 316 w 317"/>
                <a:gd name="T49" fmla="*/ 37 h 1006"/>
                <a:gd name="T50" fmla="*/ 316 w 317"/>
                <a:gd name="T51" fmla="*/ 25 h 1006"/>
                <a:gd name="T52" fmla="*/ 294 w 317"/>
                <a:gd name="T53" fmla="*/ 2 h 10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7" h="1006">
                  <a:moveTo>
                    <a:pt x="294" y="2"/>
                  </a:moveTo>
                  <a:cubicBezTo>
                    <a:pt x="280" y="0"/>
                    <a:pt x="270" y="7"/>
                    <a:pt x="267" y="20"/>
                  </a:cubicBezTo>
                  <a:cubicBezTo>
                    <a:pt x="265" y="27"/>
                    <a:pt x="265" y="34"/>
                    <a:pt x="265" y="41"/>
                  </a:cubicBezTo>
                  <a:cubicBezTo>
                    <a:pt x="265" y="289"/>
                    <a:pt x="265" y="537"/>
                    <a:pt x="265" y="785"/>
                  </a:cubicBezTo>
                  <a:cubicBezTo>
                    <a:pt x="264" y="785"/>
                    <a:pt x="263" y="785"/>
                    <a:pt x="262" y="785"/>
                  </a:cubicBezTo>
                  <a:cubicBezTo>
                    <a:pt x="204" y="603"/>
                    <a:pt x="145" y="421"/>
                    <a:pt x="87" y="239"/>
                  </a:cubicBezTo>
                  <a:cubicBezTo>
                    <a:pt x="76" y="206"/>
                    <a:pt x="65" y="172"/>
                    <a:pt x="54" y="139"/>
                  </a:cubicBezTo>
                  <a:cubicBezTo>
                    <a:pt x="48" y="121"/>
                    <a:pt x="33" y="114"/>
                    <a:pt x="18" y="121"/>
                  </a:cubicBezTo>
                  <a:cubicBezTo>
                    <a:pt x="6" y="127"/>
                    <a:pt x="3" y="137"/>
                    <a:pt x="3" y="150"/>
                  </a:cubicBezTo>
                  <a:cubicBezTo>
                    <a:pt x="2" y="276"/>
                    <a:pt x="2" y="402"/>
                    <a:pt x="1" y="528"/>
                  </a:cubicBezTo>
                  <a:cubicBezTo>
                    <a:pt x="1" y="635"/>
                    <a:pt x="1" y="742"/>
                    <a:pt x="0" y="849"/>
                  </a:cubicBezTo>
                  <a:cubicBezTo>
                    <a:pt x="0" y="892"/>
                    <a:pt x="0" y="935"/>
                    <a:pt x="1" y="978"/>
                  </a:cubicBezTo>
                  <a:cubicBezTo>
                    <a:pt x="1" y="994"/>
                    <a:pt x="12" y="1005"/>
                    <a:pt x="26" y="1005"/>
                  </a:cubicBezTo>
                  <a:cubicBezTo>
                    <a:pt x="39" y="1006"/>
                    <a:pt x="50" y="995"/>
                    <a:pt x="52" y="980"/>
                  </a:cubicBezTo>
                  <a:cubicBezTo>
                    <a:pt x="52" y="977"/>
                    <a:pt x="52" y="973"/>
                    <a:pt x="52" y="970"/>
                  </a:cubicBezTo>
                  <a:cubicBezTo>
                    <a:pt x="52" y="923"/>
                    <a:pt x="52" y="876"/>
                    <a:pt x="52" y="829"/>
                  </a:cubicBezTo>
                  <a:cubicBezTo>
                    <a:pt x="53" y="670"/>
                    <a:pt x="53" y="512"/>
                    <a:pt x="54" y="354"/>
                  </a:cubicBezTo>
                  <a:cubicBezTo>
                    <a:pt x="54" y="343"/>
                    <a:pt x="54" y="331"/>
                    <a:pt x="54" y="320"/>
                  </a:cubicBezTo>
                  <a:cubicBezTo>
                    <a:pt x="55" y="320"/>
                    <a:pt x="56" y="320"/>
                    <a:pt x="57" y="319"/>
                  </a:cubicBezTo>
                  <a:cubicBezTo>
                    <a:pt x="59" y="323"/>
                    <a:pt x="60" y="327"/>
                    <a:pt x="62" y="330"/>
                  </a:cubicBezTo>
                  <a:cubicBezTo>
                    <a:pt x="70" y="355"/>
                    <a:pt x="78" y="380"/>
                    <a:pt x="86" y="405"/>
                  </a:cubicBezTo>
                  <a:cubicBezTo>
                    <a:pt x="145" y="589"/>
                    <a:pt x="204" y="773"/>
                    <a:pt x="264" y="957"/>
                  </a:cubicBezTo>
                  <a:cubicBezTo>
                    <a:pt x="270" y="978"/>
                    <a:pt x="279" y="985"/>
                    <a:pt x="295" y="983"/>
                  </a:cubicBezTo>
                  <a:cubicBezTo>
                    <a:pt x="310" y="981"/>
                    <a:pt x="316" y="971"/>
                    <a:pt x="316" y="948"/>
                  </a:cubicBezTo>
                  <a:cubicBezTo>
                    <a:pt x="316" y="644"/>
                    <a:pt x="316" y="340"/>
                    <a:pt x="316" y="37"/>
                  </a:cubicBezTo>
                  <a:cubicBezTo>
                    <a:pt x="316" y="33"/>
                    <a:pt x="317" y="29"/>
                    <a:pt x="316" y="25"/>
                  </a:cubicBezTo>
                  <a:cubicBezTo>
                    <a:pt x="315" y="12"/>
                    <a:pt x="306" y="3"/>
                    <a:pt x="294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40" name="Freeform 9">
              <a:extLst>
                <a:ext uri="{FF2B5EF4-FFF2-40B4-BE49-F238E27FC236}">
                  <a16:creationId xmlns:a16="http://schemas.microsoft.com/office/drawing/2014/main" id="{3AF78F81-86EF-4967-B0F2-8DEC60166C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83225" y="3930650"/>
              <a:ext cx="555625" cy="1052513"/>
            </a:xfrm>
            <a:custGeom>
              <a:avLst/>
              <a:gdLst>
                <a:gd name="T0" fmla="*/ 408 w 452"/>
                <a:gd name="T1" fmla="*/ 658 h 857"/>
                <a:gd name="T2" fmla="*/ 377 w 452"/>
                <a:gd name="T3" fmla="*/ 659 h 857"/>
                <a:gd name="T4" fmla="*/ 358 w 452"/>
                <a:gd name="T5" fmla="*/ 643 h 857"/>
                <a:gd name="T6" fmla="*/ 256 w 452"/>
                <a:gd name="T7" fmla="*/ 52 h 857"/>
                <a:gd name="T8" fmla="*/ 248 w 452"/>
                <a:gd name="T9" fmla="*/ 17 h 857"/>
                <a:gd name="T10" fmla="*/ 224 w 452"/>
                <a:gd name="T11" fmla="*/ 0 h 857"/>
                <a:gd name="T12" fmla="*/ 201 w 452"/>
                <a:gd name="T13" fmla="*/ 17 h 857"/>
                <a:gd name="T14" fmla="*/ 197 w 452"/>
                <a:gd name="T15" fmla="*/ 30 h 857"/>
                <a:gd name="T16" fmla="*/ 64 w 452"/>
                <a:gd name="T17" fmla="*/ 571 h 857"/>
                <a:gd name="T18" fmla="*/ 5 w 452"/>
                <a:gd name="T19" fmla="*/ 815 h 857"/>
                <a:gd name="T20" fmla="*/ 21 w 452"/>
                <a:gd name="T21" fmla="*/ 853 h 857"/>
                <a:gd name="T22" fmla="*/ 55 w 452"/>
                <a:gd name="T23" fmla="*/ 828 h 857"/>
                <a:gd name="T24" fmla="*/ 71 w 452"/>
                <a:gd name="T25" fmla="*/ 758 h 857"/>
                <a:gd name="T26" fmla="*/ 91 w 452"/>
                <a:gd name="T27" fmla="*/ 743 h 857"/>
                <a:gd name="T28" fmla="*/ 311 w 452"/>
                <a:gd name="T29" fmla="*/ 745 h 857"/>
                <a:gd name="T30" fmla="*/ 326 w 452"/>
                <a:gd name="T31" fmla="*/ 758 h 857"/>
                <a:gd name="T32" fmla="*/ 340 w 452"/>
                <a:gd name="T33" fmla="*/ 834 h 857"/>
                <a:gd name="T34" fmla="*/ 363 w 452"/>
                <a:gd name="T35" fmla="*/ 856 h 857"/>
                <a:gd name="T36" fmla="*/ 388 w 452"/>
                <a:gd name="T37" fmla="*/ 840 h 857"/>
                <a:gd name="T38" fmla="*/ 389 w 452"/>
                <a:gd name="T39" fmla="*/ 817 h 857"/>
                <a:gd name="T40" fmla="*/ 378 w 452"/>
                <a:gd name="T41" fmla="*/ 759 h 857"/>
                <a:gd name="T42" fmla="*/ 390 w 452"/>
                <a:gd name="T43" fmla="*/ 746 h 857"/>
                <a:gd name="T44" fmla="*/ 409 w 452"/>
                <a:gd name="T45" fmla="*/ 746 h 857"/>
                <a:gd name="T46" fmla="*/ 451 w 452"/>
                <a:gd name="T47" fmla="*/ 702 h 857"/>
                <a:gd name="T48" fmla="*/ 408 w 452"/>
                <a:gd name="T49" fmla="*/ 658 h 857"/>
                <a:gd name="T50" fmla="*/ 97 w 452"/>
                <a:gd name="T51" fmla="*/ 655 h 857"/>
                <a:gd name="T52" fmla="*/ 218 w 452"/>
                <a:gd name="T53" fmla="*/ 161 h 857"/>
                <a:gd name="T54" fmla="*/ 222 w 452"/>
                <a:gd name="T55" fmla="*/ 161 h 857"/>
                <a:gd name="T56" fmla="*/ 308 w 452"/>
                <a:gd name="T57" fmla="*/ 655 h 857"/>
                <a:gd name="T58" fmla="*/ 97 w 452"/>
                <a:gd name="T59" fmla="*/ 655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52" h="857">
                  <a:moveTo>
                    <a:pt x="408" y="658"/>
                  </a:moveTo>
                  <a:cubicBezTo>
                    <a:pt x="397" y="658"/>
                    <a:pt x="387" y="657"/>
                    <a:pt x="377" y="659"/>
                  </a:cubicBezTo>
                  <a:cubicBezTo>
                    <a:pt x="364" y="660"/>
                    <a:pt x="360" y="655"/>
                    <a:pt x="358" y="643"/>
                  </a:cubicBezTo>
                  <a:cubicBezTo>
                    <a:pt x="324" y="446"/>
                    <a:pt x="290" y="249"/>
                    <a:pt x="256" y="52"/>
                  </a:cubicBezTo>
                  <a:cubicBezTo>
                    <a:pt x="254" y="40"/>
                    <a:pt x="252" y="28"/>
                    <a:pt x="248" y="17"/>
                  </a:cubicBezTo>
                  <a:cubicBezTo>
                    <a:pt x="245" y="5"/>
                    <a:pt x="236" y="0"/>
                    <a:pt x="224" y="0"/>
                  </a:cubicBezTo>
                  <a:cubicBezTo>
                    <a:pt x="212" y="1"/>
                    <a:pt x="204" y="7"/>
                    <a:pt x="201" y="17"/>
                  </a:cubicBezTo>
                  <a:cubicBezTo>
                    <a:pt x="199" y="21"/>
                    <a:pt x="198" y="26"/>
                    <a:pt x="197" y="30"/>
                  </a:cubicBezTo>
                  <a:cubicBezTo>
                    <a:pt x="153" y="210"/>
                    <a:pt x="109" y="391"/>
                    <a:pt x="64" y="571"/>
                  </a:cubicBezTo>
                  <a:cubicBezTo>
                    <a:pt x="44" y="653"/>
                    <a:pt x="24" y="734"/>
                    <a:pt x="5" y="815"/>
                  </a:cubicBezTo>
                  <a:cubicBezTo>
                    <a:pt x="0" y="835"/>
                    <a:pt x="6" y="849"/>
                    <a:pt x="21" y="853"/>
                  </a:cubicBezTo>
                  <a:cubicBezTo>
                    <a:pt x="37" y="857"/>
                    <a:pt x="50" y="847"/>
                    <a:pt x="55" y="828"/>
                  </a:cubicBezTo>
                  <a:cubicBezTo>
                    <a:pt x="60" y="805"/>
                    <a:pt x="67" y="781"/>
                    <a:pt x="71" y="758"/>
                  </a:cubicBezTo>
                  <a:cubicBezTo>
                    <a:pt x="74" y="746"/>
                    <a:pt x="79" y="743"/>
                    <a:pt x="91" y="743"/>
                  </a:cubicBezTo>
                  <a:cubicBezTo>
                    <a:pt x="164" y="744"/>
                    <a:pt x="238" y="745"/>
                    <a:pt x="311" y="745"/>
                  </a:cubicBezTo>
                  <a:cubicBezTo>
                    <a:pt x="321" y="745"/>
                    <a:pt x="325" y="748"/>
                    <a:pt x="326" y="758"/>
                  </a:cubicBezTo>
                  <a:cubicBezTo>
                    <a:pt x="330" y="783"/>
                    <a:pt x="335" y="809"/>
                    <a:pt x="340" y="834"/>
                  </a:cubicBezTo>
                  <a:cubicBezTo>
                    <a:pt x="342" y="847"/>
                    <a:pt x="351" y="855"/>
                    <a:pt x="363" y="856"/>
                  </a:cubicBezTo>
                  <a:cubicBezTo>
                    <a:pt x="375" y="856"/>
                    <a:pt x="384" y="851"/>
                    <a:pt x="388" y="840"/>
                  </a:cubicBezTo>
                  <a:cubicBezTo>
                    <a:pt x="391" y="833"/>
                    <a:pt x="390" y="825"/>
                    <a:pt x="389" y="817"/>
                  </a:cubicBezTo>
                  <a:cubicBezTo>
                    <a:pt x="386" y="798"/>
                    <a:pt x="382" y="778"/>
                    <a:pt x="378" y="759"/>
                  </a:cubicBezTo>
                  <a:cubicBezTo>
                    <a:pt x="376" y="748"/>
                    <a:pt x="380" y="745"/>
                    <a:pt x="390" y="746"/>
                  </a:cubicBezTo>
                  <a:cubicBezTo>
                    <a:pt x="396" y="746"/>
                    <a:pt x="403" y="746"/>
                    <a:pt x="409" y="746"/>
                  </a:cubicBezTo>
                  <a:cubicBezTo>
                    <a:pt x="433" y="744"/>
                    <a:pt x="451" y="725"/>
                    <a:pt x="451" y="702"/>
                  </a:cubicBezTo>
                  <a:cubicBezTo>
                    <a:pt x="452" y="678"/>
                    <a:pt x="432" y="658"/>
                    <a:pt x="408" y="658"/>
                  </a:cubicBezTo>
                  <a:close/>
                  <a:moveTo>
                    <a:pt x="97" y="655"/>
                  </a:moveTo>
                  <a:cubicBezTo>
                    <a:pt x="138" y="489"/>
                    <a:pt x="178" y="325"/>
                    <a:pt x="218" y="161"/>
                  </a:cubicBezTo>
                  <a:cubicBezTo>
                    <a:pt x="219" y="161"/>
                    <a:pt x="221" y="161"/>
                    <a:pt x="222" y="161"/>
                  </a:cubicBezTo>
                  <a:cubicBezTo>
                    <a:pt x="251" y="325"/>
                    <a:pt x="279" y="489"/>
                    <a:pt x="308" y="655"/>
                  </a:cubicBezTo>
                  <a:cubicBezTo>
                    <a:pt x="237" y="655"/>
                    <a:pt x="169" y="655"/>
                    <a:pt x="97" y="6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41" name="Freeform 10">
              <a:extLst>
                <a:ext uri="{FF2B5EF4-FFF2-40B4-BE49-F238E27FC236}">
                  <a16:creationId xmlns:a16="http://schemas.microsoft.com/office/drawing/2014/main" id="{D0650D72-BC5D-4DA9-8D4E-DD3A814295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65588" y="3922713"/>
              <a:ext cx="554038" cy="1060450"/>
            </a:xfrm>
            <a:custGeom>
              <a:avLst/>
              <a:gdLst>
                <a:gd name="T0" fmla="*/ 406 w 451"/>
                <a:gd name="T1" fmla="*/ 663 h 864"/>
                <a:gd name="T2" fmla="*/ 373 w 451"/>
                <a:gd name="T3" fmla="*/ 663 h 864"/>
                <a:gd name="T4" fmla="*/ 358 w 451"/>
                <a:gd name="T5" fmla="*/ 650 h 864"/>
                <a:gd name="T6" fmla="*/ 299 w 451"/>
                <a:gd name="T7" fmla="*/ 308 h 864"/>
                <a:gd name="T8" fmla="*/ 274 w 451"/>
                <a:gd name="T9" fmla="*/ 165 h 864"/>
                <a:gd name="T10" fmla="*/ 249 w 451"/>
                <a:gd name="T11" fmla="*/ 27 h 864"/>
                <a:gd name="T12" fmla="*/ 214 w 451"/>
                <a:gd name="T13" fmla="*/ 6 h 864"/>
                <a:gd name="T14" fmla="*/ 197 w 451"/>
                <a:gd name="T15" fmla="*/ 31 h 864"/>
                <a:gd name="T16" fmla="*/ 49 w 451"/>
                <a:gd name="T17" fmla="*/ 635 h 864"/>
                <a:gd name="T18" fmla="*/ 3 w 451"/>
                <a:gd name="T19" fmla="*/ 821 h 864"/>
                <a:gd name="T20" fmla="*/ 11 w 451"/>
                <a:gd name="T21" fmla="*/ 852 h 864"/>
                <a:gd name="T22" fmla="*/ 53 w 451"/>
                <a:gd name="T23" fmla="*/ 836 h 864"/>
                <a:gd name="T24" fmla="*/ 70 w 451"/>
                <a:gd name="T25" fmla="*/ 762 h 864"/>
                <a:gd name="T26" fmla="*/ 89 w 451"/>
                <a:gd name="T27" fmla="*/ 748 h 864"/>
                <a:gd name="T28" fmla="*/ 306 w 451"/>
                <a:gd name="T29" fmla="*/ 749 h 864"/>
                <a:gd name="T30" fmla="*/ 326 w 451"/>
                <a:gd name="T31" fmla="*/ 767 h 864"/>
                <a:gd name="T32" fmla="*/ 338 w 451"/>
                <a:gd name="T33" fmla="*/ 837 h 864"/>
                <a:gd name="T34" fmla="*/ 366 w 451"/>
                <a:gd name="T35" fmla="*/ 860 h 864"/>
                <a:gd name="T36" fmla="*/ 389 w 451"/>
                <a:gd name="T37" fmla="*/ 837 h 864"/>
                <a:gd name="T38" fmla="*/ 388 w 451"/>
                <a:gd name="T39" fmla="*/ 824 h 864"/>
                <a:gd name="T40" fmla="*/ 376 w 451"/>
                <a:gd name="T41" fmla="*/ 750 h 864"/>
                <a:gd name="T42" fmla="*/ 408 w 451"/>
                <a:gd name="T43" fmla="*/ 750 h 864"/>
                <a:gd name="T44" fmla="*/ 450 w 451"/>
                <a:gd name="T45" fmla="*/ 704 h 864"/>
                <a:gd name="T46" fmla="*/ 406 w 451"/>
                <a:gd name="T47" fmla="*/ 663 h 864"/>
                <a:gd name="T48" fmla="*/ 96 w 451"/>
                <a:gd name="T49" fmla="*/ 659 h 864"/>
                <a:gd name="T50" fmla="*/ 217 w 451"/>
                <a:gd name="T51" fmla="*/ 164 h 864"/>
                <a:gd name="T52" fmla="*/ 221 w 451"/>
                <a:gd name="T53" fmla="*/ 164 h 864"/>
                <a:gd name="T54" fmla="*/ 307 w 451"/>
                <a:gd name="T55" fmla="*/ 659 h 864"/>
                <a:gd name="T56" fmla="*/ 96 w 451"/>
                <a:gd name="T57" fmla="*/ 659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1" h="864">
                  <a:moveTo>
                    <a:pt x="406" y="663"/>
                  </a:moveTo>
                  <a:cubicBezTo>
                    <a:pt x="395" y="663"/>
                    <a:pt x="384" y="662"/>
                    <a:pt x="373" y="663"/>
                  </a:cubicBezTo>
                  <a:cubicBezTo>
                    <a:pt x="364" y="663"/>
                    <a:pt x="360" y="660"/>
                    <a:pt x="358" y="650"/>
                  </a:cubicBezTo>
                  <a:cubicBezTo>
                    <a:pt x="339" y="536"/>
                    <a:pt x="319" y="422"/>
                    <a:pt x="299" y="308"/>
                  </a:cubicBezTo>
                  <a:cubicBezTo>
                    <a:pt x="290" y="261"/>
                    <a:pt x="282" y="213"/>
                    <a:pt x="274" y="165"/>
                  </a:cubicBezTo>
                  <a:cubicBezTo>
                    <a:pt x="266" y="119"/>
                    <a:pt x="258" y="73"/>
                    <a:pt x="249" y="27"/>
                  </a:cubicBezTo>
                  <a:cubicBezTo>
                    <a:pt x="246" y="9"/>
                    <a:pt x="230" y="0"/>
                    <a:pt x="214" y="6"/>
                  </a:cubicBezTo>
                  <a:cubicBezTo>
                    <a:pt x="203" y="11"/>
                    <a:pt x="199" y="21"/>
                    <a:pt x="197" y="31"/>
                  </a:cubicBezTo>
                  <a:cubicBezTo>
                    <a:pt x="148" y="233"/>
                    <a:pt x="98" y="434"/>
                    <a:pt x="49" y="635"/>
                  </a:cubicBezTo>
                  <a:cubicBezTo>
                    <a:pt x="34" y="697"/>
                    <a:pt x="19" y="759"/>
                    <a:pt x="3" y="821"/>
                  </a:cubicBezTo>
                  <a:cubicBezTo>
                    <a:pt x="0" y="833"/>
                    <a:pt x="1" y="844"/>
                    <a:pt x="11" y="852"/>
                  </a:cubicBezTo>
                  <a:cubicBezTo>
                    <a:pt x="26" y="864"/>
                    <a:pt x="47" y="856"/>
                    <a:pt x="53" y="836"/>
                  </a:cubicBezTo>
                  <a:cubicBezTo>
                    <a:pt x="59" y="811"/>
                    <a:pt x="65" y="787"/>
                    <a:pt x="70" y="762"/>
                  </a:cubicBezTo>
                  <a:cubicBezTo>
                    <a:pt x="73" y="750"/>
                    <a:pt x="78" y="747"/>
                    <a:pt x="89" y="748"/>
                  </a:cubicBezTo>
                  <a:cubicBezTo>
                    <a:pt x="162" y="749"/>
                    <a:pt x="234" y="749"/>
                    <a:pt x="306" y="749"/>
                  </a:cubicBezTo>
                  <a:cubicBezTo>
                    <a:pt x="320" y="749"/>
                    <a:pt x="325" y="753"/>
                    <a:pt x="326" y="767"/>
                  </a:cubicBezTo>
                  <a:cubicBezTo>
                    <a:pt x="329" y="790"/>
                    <a:pt x="334" y="814"/>
                    <a:pt x="338" y="837"/>
                  </a:cubicBezTo>
                  <a:cubicBezTo>
                    <a:pt x="341" y="852"/>
                    <a:pt x="353" y="861"/>
                    <a:pt x="366" y="860"/>
                  </a:cubicBezTo>
                  <a:cubicBezTo>
                    <a:pt x="378" y="859"/>
                    <a:pt x="388" y="849"/>
                    <a:pt x="389" y="837"/>
                  </a:cubicBezTo>
                  <a:cubicBezTo>
                    <a:pt x="390" y="833"/>
                    <a:pt x="389" y="828"/>
                    <a:pt x="388" y="824"/>
                  </a:cubicBezTo>
                  <a:cubicBezTo>
                    <a:pt x="384" y="800"/>
                    <a:pt x="380" y="776"/>
                    <a:pt x="376" y="750"/>
                  </a:cubicBezTo>
                  <a:cubicBezTo>
                    <a:pt x="388" y="750"/>
                    <a:pt x="398" y="750"/>
                    <a:pt x="408" y="750"/>
                  </a:cubicBezTo>
                  <a:cubicBezTo>
                    <a:pt x="433" y="749"/>
                    <a:pt x="451" y="729"/>
                    <a:pt x="450" y="704"/>
                  </a:cubicBezTo>
                  <a:cubicBezTo>
                    <a:pt x="449" y="680"/>
                    <a:pt x="430" y="662"/>
                    <a:pt x="406" y="663"/>
                  </a:cubicBezTo>
                  <a:close/>
                  <a:moveTo>
                    <a:pt x="96" y="659"/>
                  </a:moveTo>
                  <a:cubicBezTo>
                    <a:pt x="137" y="492"/>
                    <a:pt x="177" y="328"/>
                    <a:pt x="217" y="164"/>
                  </a:cubicBezTo>
                  <a:cubicBezTo>
                    <a:pt x="219" y="164"/>
                    <a:pt x="220" y="164"/>
                    <a:pt x="221" y="164"/>
                  </a:cubicBezTo>
                  <a:cubicBezTo>
                    <a:pt x="250" y="328"/>
                    <a:pt x="278" y="493"/>
                    <a:pt x="307" y="659"/>
                  </a:cubicBezTo>
                  <a:cubicBezTo>
                    <a:pt x="237" y="659"/>
                    <a:pt x="168" y="659"/>
                    <a:pt x="96" y="6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E05DB89D-FB35-4706-A8D7-3F03317D8E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19963" y="3983038"/>
              <a:ext cx="555625" cy="1054100"/>
            </a:xfrm>
            <a:custGeom>
              <a:avLst/>
              <a:gdLst>
                <a:gd name="T0" fmla="*/ 406 w 452"/>
                <a:gd name="T1" fmla="*/ 657 h 858"/>
                <a:gd name="T2" fmla="*/ 372 w 452"/>
                <a:gd name="T3" fmla="*/ 658 h 858"/>
                <a:gd name="T4" fmla="*/ 358 w 452"/>
                <a:gd name="T5" fmla="*/ 645 h 858"/>
                <a:gd name="T6" fmla="*/ 273 w 452"/>
                <a:gd name="T7" fmla="*/ 150 h 858"/>
                <a:gd name="T8" fmla="*/ 251 w 452"/>
                <a:gd name="T9" fmla="*/ 24 h 858"/>
                <a:gd name="T10" fmla="*/ 227 w 452"/>
                <a:gd name="T11" fmla="*/ 1 h 858"/>
                <a:gd name="T12" fmla="*/ 200 w 452"/>
                <a:gd name="T13" fmla="*/ 21 h 858"/>
                <a:gd name="T14" fmla="*/ 198 w 452"/>
                <a:gd name="T15" fmla="*/ 30 h 858"/>
                <a:gd name="T16" fmla="*/ 5 w 452"/>
                <a:gd name="T17" fmla="*/ 817 h 858"/>
                <a:gd name="T18" fmla="*/ 23 w 452"/>
                <a:gd name="T19" fmla="*/ 854 h 858"/>
                <a:gd name="T20" fmla="*/ 55 w 452"/>
                <a:gd name="T21" fmla="*/ 830 h 858"/>
                <a:gd name="T22" fmla="*/ 73 w 452"/>
                <a:gd name="T23" fmla="*/ 757 h 858"/>
                <a:gd name="T24" fmla="*/ 80 w 452"/>
                <a:gd name="T25" fmla="*/ 745 h 858"/>
                <a:gd name="T26" fmla="*/ 106 w 452"/>
                <a:gd name="T27" fmla="*/ 745 h 858"/>
                <a:gd name="T28" fmla="*/ 303 w 452"/>
                <a:gd name="T29" fmla="*/ 746 h 858"/>
                <a:gd name="T30" fmla="*/ 326 w 452"/>
                <a:gd name="T31" fmla="*/ 766 h 858"/>
                <a:gd name="T32" fmla="*/ 337 w 452"/>
                <a:gd name="T33" fmla="*/ 826 h 858"/>
                <a:gd name="T34" fmla="*/ 365 w 452"/>
                <a:gd name="T35" fmla="*/ 846 h 858"/>
                <a:gd name="T36" fmla="*/ 386 w 452"/>
                <a:gd name="T37" fmla="*/ 820 h 858"/>
                <a:gd name="T38" fmla="*/ 384 w 452"/>
                <a:gd name="T39" fmla="*/ 805 h 858"/>
                <a:gd name="T40" fmla="*/ 376 w 452"/>
                <a:gd name="T41" fmla="*/ 747 h 858"/>
                <a:gd name="T42" fmla="*/ 405 w 452"/>
                <a:gd name="T43" fmla="*/ 747 h 858"/>
                <a:gd name="T44" fmla="*/ 451 w 452"/>
                <a:gd name="T45" fmla="*/ 703 h 858"/>
                <a:gd name="T46" fmla="*/ 406 w 452"/>
                <a:gd name="T47" fmla="*/ 657 h 858"/>
                <a:gd name="T48" fmla="*/ 98 w 452"/>
                <a:gd name="T49" fmla="*/ 655 h 858"/>
                <a:gd name="T50" fmla="*/ 219 w 452"/>
                <a:gd name="T51" fmla="*/ 161 h 858"/>
                <a:gd name="T52" fmla="*/ 222 w 452"/>
                <a:gd name="T53" fmla="*/ 161 h 858"/>
                <a:gd name="T54" fmla="*/ 307 w 452"/>
                <a:gd name="T55" fmla="*/ 655 h 858"/>
                <a:gd name="T56" fmla="*/ 98 w 452"/>
                <a:gd name="T57" fmla="*/ 655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2" h="858">
                  <a:moveTo>
                    <a:pt x="406" y="657"/>
                  </a:moveTo>
                  <a:cubicBezTo>
                    <a:pt x="395" y="657"/>
                    <a:pt x="383" y="657"/>
                    <a:pt x="372" y="658"/>
                  </a:cubicBezTo>
                  <a:cubicBezTo>
                    <a:pt x="362" y="658"/>
                    <a:pt x="359" y="654"/>
                    <a:pt x="358" y="645"/>
                  </a:cubicBezTo>
                  <a:cubicBezTo>
                    <a:pt x="329" y="480"/>
                    <a:pt x="301" y="315"/>
                    <a:pt x="273" y="150"/>
                  </a:cubicBezTo>
                  <a:cubicBezTo>
                    <a:pt x="265" y="108"/>
                    <a:pt x="258" y="66"/>
                    <a:pt x="251" y="24"/>
                  </a:cubicBezTo>
                  <a:cubicBezTo>
                    <a:pt x="248" y="9"/>
                    <a:pt x="240" y="1"/>
                    <a:pt x="227" y="1"/>
                  </a:cubicBezTo>
                  <a:cubicBezTo>
                    <a:pt x="214" y="0"/>
                    <a:pt x="205" y="7"/>
                    <a:pt x="200" y="21"/>
                  </a:cubicBezTo>
                  <a:cubicBezTo>
                    <a:pt x="199" y="24"/>
                    <a:pt x="199" y="27"/>
                    <a:pt x="198" y="30"/>
                  </a:cubicBezTo>
                  <a:cubicBezTo>
                    <a:pt x="134" y="292"/>
                    <a:pt x="69" y="555"/>
                    <a:pt x="5" y="817"/>
                  </a:cubicBezTo>
                  <a:cubicBezTo>
                    <a:pt x="0" y="836"/>
                    <a:pt x="7" y="849"/>
                    <a:pt x="23" y="854"/>
                  </a:cubicBezTo>
                  <a:cubicBezTo>
                    <a:pt x="37" y="858"/>
                    <a:pt x="50" y="848"/>
                    <a:pt x="55" y="830"/>
                  </a:cubicBezTo>
                  <a:cubicBezTo>
                    <a:pt x="61" y="806"/>
                    <a:pt x="66" y="781"/>
                    <a:pt x="73" y="757"/>
                  </a:cubicBezTo>
                  <a:cubicBezTo>
                    <a:pt x="74" y="752"/>
                    <a:pt x="78" y="749"/>
                    <a:pt x="80" y="745"/>
                  </a:cubicBezTo>
                  <a:cubicBezTo>
                    <a:pt x="89" y="745"/>
                    <a:pt x="97" y="745"/>
                    <a:pt x="106" y="745"/>
                  </a:cubicBezTo>
                  <a:cubicBezTo>
                    <a:pt x="172" y="745"/>
                    <a:pt x="238" y="745"/>
                    <a:pt x="303" y="746"/>
                  </a:cubicBezTo>
                  <a:cubicBezTo>
                    <a:pt x="323" y="746"/>
                    <a:pt x="323" y="746"/>
                    <a:pt x="326" y="766"/>
                  </a:cubicBezTo>
                  <a:cubicBezTo>
                    <a:pt x="330" y="786"/>
                    <a:pt x="333" y="806"/>
                    <a:pt x="337" y="826"/>
                  </a:cubicBezTo>
                  <a:cubicBezTo>
                    <a:pt x="340" y="840"/>
                    <a:pt x="351" y="847"/>
                    <a:pt x="365" y="846"/>
                  </a:cubicBezTo>
                  <a:cubicBezTo>
                    <a:pt x="378" y="844"/>
                    <a:pt x="386" y="836"/>
                    <a:pt x="386" y="820"/>
                  </a:cubicBezTo>
                  <a:cubicBezTo>
                    <a:pt x="386" y="815"/>
                    <a:pt x="385" y="810"/>
                    <a:pt x="384" y="805"/>
                  </a:cubicBezTo>
                  <a:cubicBezTo>
                    <a:pt x="381" y="786"/>
                    <a:pt x="379" y="768"/>
                    <a:pt x="376" y="747"/>
                  </a:cubicBezTo>
                  <a:cubicBezTo>
                    <a:pt x="387" y="747"/>
                    <a:pt x="396" y="747"/>
                    <a:pt x="405" y="747"/>
                  </a:cubicBezTo>
                  <a:cubicBezTo>
                    <a:pt x="432" y="746"/>
                    <a:pt x="451" y="729"/>
                    <a:pt x="451" y="703"/>
                  </a:cubicBezTo>
                  <a:cubicBezTo>
                    <a:pt x="452" y="678"/>
                    <a:pt x="433" y="658"/>
                    <a:pt x="406" y="657"/>
                  </a:cubicBezTo>
                  <a:close/>
                  <a:moveTo>
                    <a:pt x="98" y="655"/>
                  </a:moveTo>
                  <a:cubicBezTo>
                    <a:pt x="138" y="489"/>
                    <a:pt x="179" y="325"/>
                    <a:pt x="219" y="161"/>
                  </a:cubicBezTo>
                  <a:cubicBezTo>
                    <a:pt x="220" y="161"/>
                    <a:pt x="221" y="161"/>
                    <a:pt x="222" y="161"/>
                  </a:cubicBezTo>
                  <a:cubicBezTo>
                    <a:pt x="251" y="326"/>
                    <a:pt x="279" y="490"/>
                    <a:pt x="307" y="655"/>
                  </a:cubicBezTo>
                  <a:cubicBezTo>
                    <a:pt x="237" y="655"/>
                    <a:pt x="169" y="655"/>
                    <a:pt x="98" y="6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F12472C6-CDB4-474F-B1AA-64DB140FB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6450" y="3135313"/>
              <a:ext cx="979488" cy="495300"/>
            </a:xfrm>
            <a:custGeom>
              <a:avLst/>
              <a:gdLst>
                <a:gd name="T0" fmla="*/ 763 w 795"/>
                <a:gd name="T1" fmla="*/ 319 h 402"/>
                <a:gd name="T2" fmla="*/ 655 w 795"/>
                <a:gd name="T3" fmla="*/ 146 h 402"/>
                <a:gd name="T4" fmla="*/ 430 w 795"/>
                <a:gd name="T5" fmla="*/ 11 h 402"/>
                <a:gd name="T6" fmla="*/ 312 w 795"/>
                <a:gd name="T7" fmla="*/ 7 h 402"/>
                <a:gd name="T8" fmla="*/ 175 w 795"/>
                <a:gd name="T9" fmla="*/ 83 h 402"/>
                <a:gd name="T10" fmla="*/ 85 w 795"/>
                <a:gd name="T11" fmla="*/ 202 h 402"/>
                <a:gd name="T12" fmla="*/ 0 w 795"/>
                <a:gd name="T13" fmla="*/ 388 h 402"/>
                <a:gd name="T14" fmla="*/ 57 w 795"/>
                <a:gd name="T15" fmla="*/ 399 h 402"/>
                <a:gd name="T16" fmla="*/ 96 w 795"/>
                <a:gd name="T17" fmla="*/ 380 h 402"/>
                <a:gd name="T18" fmla="*/ 114 w 795"/>
                <a:gd name="T19" fmla="*/ 347 h 402"/>
                <a:gd name="T20" fmla="*/ 163 w 795"/>
                <a:gd name="T21" fmla="*/ 239 h 402"/>
                <a:gd name="T22" fmla="*/ 546 w 795"/>
                <a:gd name="T23" fmla="*/ 161 h 402"/>
                <a:gd name="T24" fmla="*/ 631 w 795"/>
                <a:gd name="T25" fmla="*/ 270 h 402"/>
                <a:gd name="T26" fmla="*/ 690 w 795"/>
                <a:gd name="T27" fmla="*/ 391 h 402"/>
                <a:gd name="T28" fmla="*/ 700 w 795"/>
                <a:gd name="T29" fmla="*/ 401 h 402"/>
                <a:gd name="T30" fmla="*/ 765 w 795"/>
                <a:gd name="T31" fmla="*/ 401 h 402"/>
                <a:gd name="T32" fmla="*/ 795 w 795"/>
                <a:gd name="T33" fmla="*/ 393 h 402"/>
                <a:gd name="T34" fmla="*/ 763 w 795"/>
                <a:gd name="T35" fmla="*/ 319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95" h="402">
                  <a:moveTo>
                    <a:pt x="763" y="319"/>
                  </a:moveTo>
                  <a:cubicBezTo>
                    <a:pt x="740" y="253"/>
                    <a:pt x="702" y="196"/>
                    <a:pt x="655" y="146"/>
                  </a:cubicBezTo>
                  <a:cubicBezTo>
                    <a:pt x="593" y="79"/>
                    <a:pt x="520" y="31"/>
                    <a:pt x="430" y="11"/>
                  </a:cubicBezTo>
                  <a:cubicBezTo>
                    <a:pt x="391" y="2"/>
                    <a:pt x="351" y="0"/>
                    <a:pt x="312" y="7"/>
                  </a:cubicBezTo>
                  <a:cubicBezTo>
                    <a:pt x="258" y="16"/>
                    <a:pt x="214" y="45"/>
                    <a:pt x="175" y="83"/>
                  </a:cubicBezTo>
                  <a:cubicBezTo>
                    <a:pt x="138" y="118"/>
                    <a:pt x="110" y="159"/>
                    <a:pt x="85" y="202"/>
                  </a:cubicBezTo>
                  <a:cubicBezTo>
                    <a:pt x="51" y="260"/>
                    <a:pt x="26" y="322"/>
                    <a:pt x="0" y="388"/>
                  </a:cubicBezTo>
                  <a:cubicBezTo>
                    <a:pt x="20" y="392"/>
                    <a:pt x="39" y="396"/>
                    <a:pt x="57" y="399"/>
                  </a:cubicBezTo>
                  <a:cubicBezTo>
                    <a:pt x="74" y="401"/>
                    <a:pt x="87" y="394"/>
                    <a:pt x="96" y="380"/>
                  </a:cubicBezTo>
                  <a:cubicBezTo>
                    <a:pt x="103" y="369"/>
                    <a:pt x="109" y="358"/>
                    <a:pt x="114" y="347"/>
                  </a:cubicBezTo>
                  <a:cubicBezTo>
                    <a:pt x="131" y="311"/>
                    <a:pt x="145" y="274"/>
                    <a:pt x="163" y="239"/>
                  </a:cubicBezTo>
                  <a:cubicBezTo>
                    <a:pt x="240" y="91"/>
                    <a:pt x="424" y="69"/>
                    <a:pt x="546" y="161"/>
                  </a:cubicBezTo>
                  <a:cubicBezTo>
                    <a:pt x="584" y="190"/>
                    <a:pt x="610" y="229"/>
                    <a:pt x="631" y="270"/>
                  </a:cubicBezTo>
                  <a:cubicBezTo>
                    <a:pt x="652" y="310"/>
                    <a:pt x="670" y="351"/>
                    <a:pt x="690" y="391"/>
                  </a:cubicBezTo>
                  <a:cubicBezTo>
                    <a:pt x="692" y="395"/>
                    <a:pt x="697" y="401"/>
                    <a:pt x="700" y="401"/>
                  </a:cubicBezTo>
                  <a:cubicBezTo>
                    <a:pt x="722" y="402"/>
                    <a:pt x="744" y="402"/>
                    <a:pt x="765" y="401"/>
                  </a:cubicBezTo>
                  <a:cubicBezTo>
                    <a:pt x="776" y="400"/>
                    <a:pt x="785" y="396"/>
                    <a:pt x="795" y="393"/>
                  </a:cubicBezTo>
                  <a:cubicBezTo>
                    <a:pt x="783" y="366"/>
                    <a:pt x="771" y="343"/>
                    <a:pt x="763" y="3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44" name="Freeform 13">
              <a:extLst>
                <a:ext uri="{FF2B5EF4-FFF2-40B4-BE49-F238E27FC236}">
                  <a16:creationId xmlns:a16="http://schemas.microsoft.com/office/drawing/2014/main" id="{8C0D7AFF-E88A-446B-99F3-3E5ACD10E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825" y="3938588"/>
              <a:ext cx="536575" cy="1266825"/>
            </a:xfrm>
            <a:custGeom>
              <a:avLst/>
              <a:gdLst>
                <a:gd name="T0" fmla="*/ 417 w 436"/>
                <a:gd name="T1" fmla="*/ 75 h 1032"/>
                <a:gd name="T2" fmla="*/ 429 w 436"/>
                <a:gd name="T3" fmla="*/ 28 h 1032"/>
                <a:gd name="T4" fmla="*/ 387 w 436"/>
                <a:gd name="T5" fmla="*/ 1 h 1032"/>
                <a:gd name="T6" fmla="*/ 262 w 436"/>
                <a:gd name="T7" fmla="*/ 0 h 1032"/>
                <a:gd name="T8" fmla="*/ 45 w 436"/>
                <a:gd name="T9" fmla="*/ 1 h 1032"/>
                <a:gd name="T10" fmla="*/ 0 w 436"/>
                <a:gd name="T11" fmla="*/ 43 h 1032"/>
                <a:gd name="T12" fmla="*/ 45 w 436"/>
                <a:gd name="T13" fmla="*/ 85 h 1032"/>
                <a:gd name="T14" fmla="*/ 181 w 436"/>
                <a:gd name="T15" fmla="*/ 85 h 1032"/>
                <a:gd name="T16" fmla="*/ 189 w 436"/>
                <a:gd name="T17" fmla="*/ 86 h 1032"/>
                <a:gd name="T18" fmla="*/ 190 w 436"/>
                <a:gd name="T19" fmla="*/ 98 h 1032"/>
                <a:gd name="T20" fmla="*/ 187 w 436"/>
                <a:gd name="T21" fmla="*/ 345 h 1032"/>
                <a:gd name="T22" fmla="*/ 184 w 436"/>
                <a:gd name="T23" fmla="*/ 621 h 1032"/>
                <a:gd name="T24" fmla="*/ 180 w 436"/>
                <a:gd name="T25" fmla="*/ 956 h 1032"/>
                <a:gd name="T26" fmla="*/ 180 w 436"/>
                <a:gd name="T27" fmla="*/ 1006 h 1032"/>
                <a:gd name="T28" fmla="*/ 202 w 436"/>
                <a:gd name="T29" fmla="*/ 1032 h 1032"/>
                <a:gd name="T30" fmla="*/ 226 w 436"/>
                <a:gd name="T31" fmla="*/ 1007 h 1032"/>
                <a:gd name="T32" fmla="*/ 227 w 436"/>
                <a:gd name="T33" fmla="*/ 988 h 1032"/>
                <a:gd name="T34" fmla="*/ 229 w 436"/>
                <a:gd name="T35" fmla="*/ 788 h 1032"/>
                <a:gd name="T36" fmla="*/ 232 w 436"/>
                <a:gd name="T37" fmla="*/ 442 h 1032"/>
                <a:gd name="T38" fmla="*/ 233 w 436"/>
                <a:gd name="T39" fmla="*/ 390 h 1032"/>
                <a:gd name="T40" fmla="*/ 233 w 436"/>
                <a:gd name="T41" fmla="*/ 379 h 1032"/>
                <a:gd name="T42" fmla="*/ 236 w 436"/>
                <a:gd name="T43" fmla="*/ 102 h 1032"/>
                <a:gd name="T44" fmla="*/ 252 w 436"/>
                <a:gd name="T45" fmla="*/ 85 h 1032"/>
                <a:gd name="T46" fmla="*/ 388 w 436"/>
                <a:gd name="T47" fmla="*/ 85 h 1032"/>
                <a:gd name="T48" fmla="*/ 417 w 436"/>
                <a:gd name="T49" fmla="*/ 75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36" h="1032">
                  <a:moveTo>
                    <a:pt x="417" y="75"/>
                  </a:moveTo>
                  <a:cubicBezTo>
                    <a:pt x="432" y="65"/>
                    <a:pt x="436" y="45"/>
                    <a:pt x="429" y="28"/>
                  </a:cubicBezTo>
                  <a:cubicBezTo>
                    <a:pt x="424" y="12"/>
                    <a:pt x="408" y="1"/>
                    <a:pt x="387" y="1"/>
                  </a:cubicBezTo>
                  <a:cubicBezTo>
                    <a:pt x="345" y="0"/>
                    <a:pt x="303" y="0"/>
                    <a:pt x="262" y="0"/>
                  </a:cubicBezTo>
                  <a:cubicBezTo>
                    <a:pt x="189" y="0"/>
                    <a:pt x="117" y="0"/>
                    <a:pt x="45" y="1"/>
                  </a:cubicBezTo>
                  <a:cubicBezTo>
                    <a:pt x="18" y="1"/>
                    <a:pt x="0" y="19"/>
                    <a:pt x="0" y="43"/>
                  </a:cubicBezTo>
                  <a:cubicBezTo>
                    <a:pt x="0" y="68"/>
                    <a:pt x="18" y="85"/>
                    <a:pt x="45" y="85"/>
                  </a:cubicBezTo>
                  <a:cubicBezTo>
                    <a:pt x="90" y="85"/>
                    <a:pt x="136" y="85"/>
                    <a:pt x="181" y="85"/>
                  </a:cubicBezTo>
                  <a:cubicBezTo>
                    <a:pt x="184" y="85"/>
                    <a:pt x="186" y="86"/>
                    <a:pt x="189" y="86"/>
                  </a:cubicBezTo>
                  <a:cubicBezTo>
                    <a:pt x="189" y="90"/>
                    <a:pt x="190" y="94"/>
                    <a:pt x="190" y="98"/>
                  </a:cubicBezTo>
                  <a:cubicBezTo>
                    <a:pt x="189" y="180"/>
                    <a:pt x="188" y="263"/>
                    <a:pt x="187" y="345"/>
                  </a:cubicBezTo>
                  <a:cubicBezTo>
                    <a:pt x="186" y="437"/>
                    <a:pt x="185" y="529"/>
                    <a:pt x="184" y="621"/>
                  </a:cubicBezTo>
                  <a:cubicBezTo>
                    <a:pt x="183" y="732"/>
                    <a:pt x="181" y="844"/>
                    <a:pt x="180" y="956"/>
                  </a:cubicBezTo>
                  <a:cubicBezTo>
                    <a:pt x="180" y="972"/>
                    <a:pt x="180" y="989"/>
                    <a:pt x="180" y="1006"/>
                  </a:cubicBezTo>
                  <a:cubicBezTo>
                    <a:pt x="180" y="1021"/>
                    <a:pt x="189" y="1031"/>
                    <a:pt x="202" y="1032"/>
                  </a:cubicBezTo>
                  <a:cubicBezTo>
                    <a:pt x="215" y="1032"/>
                    <a:pt x="225" y="1023"/>
                    <a:pt x="226" y="1007"/>
                  </a:cubicBezTo>
                  <a:cubicBezTo>
                    <a:pt x="227" y="1001"/>
                    <a:pt x="227" y="994"/>
                    <a:pt x="227" y="988"/>
                  </a:cubicBezTo>
                  <a:cubicBezTo>
                    <a:pt x="228" y="921"/>
                    <a:pt x="229" y="855"/>
                    <a:pt x="229" y="788"/>
                  </a:cubicBezTo>
                  <a:cubicBezTo>
                    <a:pt x="230" y="673"/>
                    <a:pt x="231" y="557"/>
                    <a:pt x="232" y="442"/>
                  </a:cubicBezTo>
                  <a:cubicBezTo>
                    <a:pt x="232" y="425"/>
                    <a:pt x="232" y="408"/>
                    <a:pt x="233" y="390"/>
                  </a:cubicBezTo>
                  <a:cubicBezTo>
                    <a:pt x="233" y="387"/>
                    <a:pt x="233" y="383"/>
                    <a:pt x="233" y="379"/>
                  </a:cubicBezTo>
                  <a:cubicBezTo>
                    <a:pt x="234" y="287"/>
                    <a:pt x="235" y="194"/>
                    <a:pt x="236" y="102"/>
                  </a:cubicBezTo>
                  <a:cubicBezTo>
                    <a:pt x="236" y="89"/>
                    <a:pt x="239" y="85"/>
                    <a:pt x="252" y="85"/>
                  </a:cubicBezTo>
                  <a:cubicBezTo>
                    <a:pt x="297" y="86"/>
                    <a:pt x="343" y="86"/>
                    <a:pt x="388" y="85"/>
                  </a:cubicBezTo>
                  <a:cubicBezTo>
                    <a:pt x="398" y="84"/>
                    <a:pt x="409" y="80"/>
                    <a:pt x="417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45" name="Freeform 14">
              <a:extLst>
                <a:ext uri="{FF2B5EF4-FFF2-40B4-BE49-F238E27FC236}">
                  <a16:creationId xmlns:a16="http://schemas.microsoft.com/office/drawing/2014/main" id="{E95DDF14-B815-4938-8895-CFA6DEBDA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8613" y="3930650"/>
              <a:ext cx="57150" cy="1098550"/>
            </a:xfrm>
            <a:custGeom>
              <a:avLst/>
              <a:gdLst>
                <a:gd name="T0" fmla="*/ 46 w 47"/>
                <a:gd name="T1" fmla="*/ 22 h 894"/>
                <a:gd name="T2" fmla="*/ 24 w 47"/>
                <a:gd name="T3" fmla="*/ 0 h 894"/>
                <a:gd name="T4" fmla="*/ 1 w 47"/>
                <a:gd name="T5" fmla="*/ 21 h 894"/>
                <a:gd name="T6" fmla="*/ 0 w 47"/>
                <a:gd name="T7" fmla="*/ 33 h 894"/>
                <a:gd name="T8" fmla="*/ 0 w 47"/>
                <a:gd name="T9" fmla="*/ 859 h 894"/>
                <a:gd name="T10" fmla="*/ 1 w 47"/>
                <a:gd name="T11" fmla="*/ 875 h 894"/>
                <a:gd name="T12" fmla="*/ 23 w 47"/>
                <a:gd name="T13" fmla="*/ 894 h 894"/>
                <a:gd name="T14" fmla="*/ 46 w 47"/>
                <a:gd name="T15" fmla="*/ 875 h 894"/>
                <a:gd name="T16" fmla="*/ 46 w 47"/>
                <a:gd name="T17" fmla="*/ 859 h 894"/>
                <a:gd name="T18" fmla="*/ 46 w 47"/>
                <a:gd name="T19" fmla="*/ 448 h 894"/>
                <a:gd name="T20" fmla="*/ 46 w 47"/>
                <a:gd name="T21" fmla="*/ 35 h 894"/>
                <a:gd name="T22" fmla="*/ 46 w 47"/>
                <a:gd name="T23" fmla="*/ 22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" h="894">
                  <a:moveTo>
                    <a:pt x="46" y="22"/>
                  </a:moveTo>
                  <a:cubicBezTo>
                    <a:pt x="45" y="9"/>
                    <a:pt x="36" y="0"/>
                    <a:pt x="24" y="0"/>
                  </a:cubicBezTo>
                  <a:cubicBezTo>
                    <a:pt x="11" y="0"/>
                    <a:pt x="2" y="8"/>
                    <a:pt x="1" y="21"/>
                  </a:cubicBezTo>
                  <a:cubicBezTo>
                    <a:pt x="0" y="25"/>
                    <a:pt x="0" y="29"/>
                    <a:pt x="0" y="33"/>
                  </a:cubicBezTo>
                  <a:cubicBezTo>
                    <a:pt x="0" y="309"/>
                    <a:pt x="0" y="584"/>
                    <a:pt x="0" y="859"/>
                  </a:cubicBezTo>
                  <a:cubicBezTo>
                    <a:pt x="0" y="865"/>
                    <a:pt x="0" y="870"/>
                    <a:pt x="1" y="875"/>
                  </a:cubicBezTo>
                  <a:cubicBezTo>
                    <a:pt x="3" y="886"/>
                    <a:pt x="12" y="894"/>
                    <a:pt x="23" y="894"/>
                  </a:cubicBezTo>
                  <a:cubicBezTo>
                    <a:pt x="34" y="894"/>
                    <a:pt x="44" y="886"/>
                    <a:pt x="46" y="875"/>
                  </a:cubicBezTo>
                  <a:cubicBezTo>
                    <a:pt x="47" y="870"/>
                    <a:pt x="46" y="864"/>
                    <a:pt x="46" y="859"/>
                  </a:cubicBezTo>
                  <a:cubicBezTo>
                    <a:pt x="46" y="722"/>
                    <a:pt x="46" y="585"/>
                    <a:pt x="46" y="448"/>
                  </a:cubicBezTo>
                  <a:cubicBezTo>
                    <a:pt x="46" y="310"/>
                    <a:pt x="46" y="172"/>
                    <a:pt x="46" y="35"/>
                  </a:cubicBezTo>
                  <a:cubicBezTo>
                    <a:pt x="46" y="30"/>
                    <a:pt x="47" y="26"/>
                    <a:pt x="46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976F205D-79FE-458F-801A-D245BC06B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5375" y="3351213"/>
              <a:ext cx="377825" cy="265113"/>
            </a:xfrm>
            <a:custGeom>
              <a:avLst/>
              <a:gdLst>
                <a:gd name="T0" fmla="*/ 21 w 307"/>
                <a:gd name="T1" fmla="*/ 213 h 216"/>
                <a:gd name="T2" fmla="*/ 83 w 307"/>
                <a:gd name="T3" fmla="*/ 178 h 216"/>
                <a:gd name="T4" fmla="*/ 125 w 307"/>
                <a:gd name="T5" fmla="*/ 141 h 216"/>
                <a:gd name="T6" fmla="*/ 189 w 307"/>
                <a:gd name="T7" fmla="*/ 144 h 216"/>
                <a:gd name="T8" fmla="*/ 234 w 307"/>
                <a:gd name="T9" fmla="*/ 198 h 216"/>
                <a:gd name="T10" fmla="*/ 267 w 307"/>
                <a:gd name="T11" fmla="*/ 214 h 216"/>
                <a:gd name="T12" fmla="*/ 307 w 307"/>
                <a:gd name="T13" fmla="*/ 204 h 216"/>
                <a:gd name="T14" fmla="*/ 280 w 307"/>
                <a:gd name="T15" fmla="*/ 153 h 216"/>
                <a:gd name="T16" fmla="*/ 245 w 307"/>
                <a:gd name="T17" fmla="*/ 75 h 216"/>
                <a:gd name="T18" fmla="*/ 107 w 307"/>
                <a:gd name="T19" fmla="*/ 45 h 216"/>
                <a:gd name="T20" fmla="*/ 8 w 307"/>
                <a:gd name="T21" fmla="*/ 161 h 216"/>
                <a:gd name="T22" fmla="*/ 0 w 307"/>
                <a:gd name="T23" fmla="*/ 197 h 216"/>
                <a:gd name="T24" fmla="*/ 21 w 307"/>
                <a:gd name="T25" fmla="*/ 21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7" h="216">
                  <a:moveTo>
                    <a:pt x="21" y="213"/>
                  </a:moveTo>
                  <a:cubicBezTo>
                    <a:pt x="46" y="209"/>
                    <a:pt x="65" y="194"/>
                    <a:pt x="83" y="178"/>
                  </a:cubicBezTo>
                  <a:cubicBezTo>
                    <a:pt x="96" y="165"/>
                    <a:pt x="110" y="152"/>
                    <a:pt x="125" y="141"/>
                  </a:cubicBezTo>
                  <a:cubicBezTo>
                    <a:pt x="145" y="128"/>
                    <a:pt x="174" y="129"/>
                    <a:pt x="189" y="144"/>
                  </a:cubicBezTo>
                  <a:cubicBezTo>
                    <a:pt x="205" y="161"/>
                    <a:pt x="222" y="178"/>
                    <a:pt x="234" y="198"/>
                  </a:cubicBezTo>
                  <a:cubicBezTo>
                    <a:pt x="243" y="211"/>
                    <a:pt x="252" y="215"/>
                    <a:pt x="267" y="214"/>
                  </a:cubicBezTo>
                  <a:cubicBezTo>
                    <a:pt x="281" y="212"/>
                    <a:pt x="295" y="212"/>
                    <a:pt x="307" y="204"/>
                  </a:cubicBezTo>
                  <a:cubicBezTo>
                    <a:pt x="298" y="186"/>
                    <a:pt x="288" y="170"/>
                    <a:pt x="280" y="153"/>
                  </a:cubicBezTo>
                  <a:cubicBezTo>
                    <a:pt x="268" y="127"/>
                    <a:pt x="258" y="100"/>
                    <a:pt x="245" y="75"/>
                  </a:cubicBezTo>
                  <a:cubicBezTo>
                    <a:pt x="218" y="26"/>
                    <a:pt x="163" y="0"/>
                    <a:pt x="107" y="45"/>
                  </a:cubicBezTo>
                  <a:cubicBezTo>
                    <a:pt x="66" y="77"/>
                    <a:pt x="34" y="117"/>
                    <a:pt x="8" y="161"/>
                  </a:cubicBezTo>
                  <a:cubicBezTo>
                    <a:pt x="2" y="171"/>
                    <a:pt x="0" y="185"/>
                    <a:pt x="0" y="197"/>
                  </a:cubicBezTo>
                  <a:cubicBezTo>
                    <a:pt x="0" y="213"/>
                    <a:pt x="6" y="216"/>
                    <a:pt x="21" y="2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2610519-3D05-43C1-A3F2-69EDDC7763CA}"/>
              </a:ext>
            </a:extLst>
          </p:cNvPr>
          <p:cNvCxnSpPr/>
          <p:nvPr/>
        </p:nvCxnSpPr>
        <p:spPr>
          <a:xfrm flipV="1">
            <a:off x="11740084" y="6520241"/>
            <a:ext cx="0" cy="2595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187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08">
          <p15:clr>
            <a:srgbClr val="000000"/>
          </p15:clr>
        </p15:guide>
        <p15:guide id="2" orient="horz" pos="570">
          <p15:clr>
            <a:srgbClr val="000000"/>
          </p15:clr>
        </p15:guide>
        <p15:guide id="3" orient="horz" pos="3912">
          <p15:clr>
            <a:srgbClr val="000000"/>
          </p15:clr>
        </p15:guide>
        <p15:guide id="4" pos="96">
          <p15:clr>
            <a:srgbClr val="00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49FEEA-2AB2-4BC4-8A00-345416D96BD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7592027"/>
              </p:ext>
            </p:extLst>
          </p:nvPr>
        </p:nvGraphicFramePr>
        <p:xfrm>
          <a:off x="1622" y="1620"/>
          <a:ext cx="1620" cy="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526" imgH="526" progId="TCLayout.ActiveDocument.1">
                  <p:embed/>
                </p:oleObj>
              </mc:Choice>
              <mc:Fallback>
                <p:oleObj name="Diapositiva de think-cell" r:id="rId4" imgW="526" imgH="5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49FEEA-2AB2-4BC4-8A00-345416D96B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2" y="1620"/>
                        <a:ext cx="1620" cy="1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BE6B4287-F3C2-449A-8737-A3439A6CB13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" y="3"/>
            <a:ext cx="161977" cy="1619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CO" sz="1836" b="0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6F7A9F-4A33-4E5F-8AE4-EBCB9C84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err="1"/>
              <a:t>Click</a:t>
            </a:r>
            <a:r>
              <a:rPr lang="es-CO"/>
              <a:t> </a:t>
            </a:r>
            <a:r>
              <a:rPr lang="es-CO" err="1"/>
              <a:t>to</a:t>
            </a:r>
            <a:r>
              <a:rPr lang="es-CO"/>
              <a:t> </a:t>
            </a:r>
            <a:r>
              <a:rPr lang="es-CO" err="1"/>
              <a:t>edit</a:t>
            </a:r>
            <a:r>
              <a:rPr lang="es-CO"/>
              <a:t> Master </a:t>
            </a:r>
            <a:r>
              <a:rPr lang="es-CO" err="1"/>
              <a:t>title</a:t>
            </a:r>
            <a:r>
              <a:rPr lang="es-CO"/>
              <a:t> </a:t>
            </a:r>
            <a:r>
              <a:rPr lang="es-CO" err="1"/>
              <a:t>style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8608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urques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0017"/>
            <a:ext cx="12192000" cy="608806"/>
          </a:xfrm>
          <a:prstGeom prst="rect">
            <a:avLst/>
          </a:prstGeom>
        </p:spPr>
      </p:pic>
      <p:sp>
        <p:nvSpPr>
          <p:cNvPr id="10" name="1 Marcador de título"/>
          <p:cNvSpPr>
            <a:spLocks noGrp="1"/>
          </p:cNvSpPr>
          <p:nvPr>
            <p:ph type="title" hasCustomPrompt="1"/>
          </p:nvPr>
        </p:nvSpPr>
        <p:spPr bwMode="auto">
          <a:xfrm>
            <a:off x="436509" y="35731"/>
            <a:ext cx="8990937" cy="2492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algn="l">
              <a:defRPr lang="es-PE" sz="162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algn="l"/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14" name="Rectangle 13"/>
          <p:cNvSpPr/>
          <p:nvPr userDrawn="1"/>
        </p:nvSpPr>
        <p:spPr>
          <a:xfrm>
            <a:off x="58764" y="6557575"/>
            <a:ext cx="373820" cy="244682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r">
              <a:defRPr/>
            </a:pPr>
            <a:fld id="{FA5C85D5-09CE-0F41-BDFF-B75A9F63D378}" type="slidenum">
              <a:rPr lang="es-PE" sz="990" b="0" u="none" smtClean="0">
                <a:solidFill>
                  <a:srgbClr val="647486"/>
                </a:solidFill>
                <a:latin typeface="Tahoma"/>
                <a:ea typeface="ＭＳ Ｐゴシック" charset="0"/>
              </a:rPr>
              <a:pPr algn="r">
                <a:defRPr/>
              </a:pPr>
              <a:t>‹#›</a:t>
            </a:fld>
            <a:endParaRPr lang="es-PE" sz="990" b="0" u="none">
              <a:solidFill>
                <a:srgbClr val="647486"/>
              </a:solidFill>
              <a:latin typeface="Tahoma"/>
              <a:ea typeface="ＭＳ Ｐゴシック" charset="0"/>
            </a:endParaRP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418932" y="6626724"/>
            <a:ext cx="0" cy="238615"/>
          </a:xfrm>
          <a:prstGeom prst="line">
            <a:avLst/>
          </a:prstGeom>
          <a:noFill/>
          <a:ln w="9525" cap="flat" cmpd="sng" algn="ctr">
            <a:solidFill>
              <a:srgbClr val="0E738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" name="Picture 1" descr="Antamina-logomediano.png">
            <a:extLst>
              <a:ext uri="{FF2B5EF4-FFF2-40B4-BE49-F238E27FC236}">
                <a16:creationId xmlns:a16="http://schemas.microsoft.com/office/drawing/2014/main" id="{6D1715DA-6A59-773E-69EA-F67753F4B9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157" y="6582454"/>
            <a:ext cx="252709" cy="228268"/>
          </a:xfrm>
          <a:prstGeom prst="rect">
            <a:avLst/>
          </a:prstGeom>
        </p:spPr>
      </p:pic>
      <p:sp>
        <p:nvSpPr>
          <p:cNvPr id="3" name="Rectangle 16">
            <a:extLst>
              <a:ext uri="{FF2B5EF4-FFF2-40B4-BE49-F238E27FC236}">
                <a16:creationId xmlns:a16="http://schemas.microsoft.com/office/drawing/2014/main" id="{FCFCA224-71FB-2342-AC57-4A98B8516CF9}"/>
              </a:ext>
            </a:extLst>
          </p:cNvPr>
          <p:cNvSpPr/>
          <p:nvPr userDrawn="1"/>
        </p:nvSpPr>
        <p:spPr>
          <a:xfrm>
            <a:off x="10127054" y="6613197"/>
            <a:ext cx="1592103" cy="194990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r>
              <a:rPr lang="en-US" sz="667">
                <a:solidFill>
                  <a:prstClr val="white">
                    <a:lumMod val="50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Source: Antamina PDN –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55847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7343E7D-0171-4601-AA2E-D36E30768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D2BC-512C-467A-A3BB-F219C7C78A4D}" type="datetimeFigureOut">
              <a:rPr lang="es-PE" smtClean="0"/>
              <a:t>15/01/2026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51CBC43-8544-44E5-A075-14259D1E3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EC8115C-4157-4325-BA5B-37924FE04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D570-6EB2-4E0E-ADA0-0CE3F0F34667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748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766353"/>
              </p:ext>
            </p:extLst>
          </p:nvPr>
        </p:nvGraphicFramePr>
        <p:xfrm>
          <a:off x="2161" y="1622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1" y="1622"/>
                        <a:ext cx="215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 hidden="1">
            <a:extLst>
              <a:ext uri="{FF2B5EF4-FFF2-40B4-BE49-F238E27FC236}">
                <a16:creationId xmlns:a16="http://schemas.microsoft.com/office/drawing/2014/main" id="{CA7E1C0D-D37A-45EA-84FB-1F85D6AA08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3265" b="0" i="0" baseline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6398" name="Picture 14" descr="Imagen relacionada">
            <a:extLst>
              <a:ext uri="{FF2B5EF4-FFF2-40B4-BE49-F238E27FC236}">
                <a16:creationId xmlns:a16="http://schemas.microsoft.com/office/drawing/2014/main" id="{2EA0A651-066C-421B-A4C6-CBABF58671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038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itleRectangle">
            <a:extLst>
              <a:ext uri="{FF2B5EF4-FFF2-40B4-BE49-F238E27FC236}">
                <a16:creationId xmlns:a16="http://schemas.microsoft.com/office/drawing/2014/main" id="{BD566C9D-9B72-4538-9BE1-607706860D39}"/>
              </a:ext>
            </a:extLst>
          </p:cNvPr>
          <p:cNvSpPr>
            <a:spLocks/>
          </p:cNvSpPr>
          <p:nvPr/>
        </p:nvSpPr>
        <p:spPr>
          <a:xfrm>
            <a:off x="1" y="4133390"/>
            <a:ext cx="12192000" cy="2724610"/>
          </a:xfrm>
          <a:prstGeom prst="rect">
            <a:avLst/>
          </a:prstGeom>
          <a:gradFill>
            <a:gsLst>
              <a:gs pos="100000">
                <a:schemeClr val="tx1">
                  <a:alpha val="50000"/>
                </a:schemeClr>
              </a:gs>
              <a:gs pos="0">
                <a:schemeClr val="tx1">
                  <a:alpha val="0"/>
                </a:schemeClr>
              </a:gs>
            </a:gsLst>
            <a:lin ang="5400000" scaled="0"/>
          </a:gra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 sz="1837" baseline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doc id" hidden="1"/>
          <p:cNvSpPr txBox="1">
            <a:spLocks noChangeArrowheads="1"/>
          </p:cNvSpPr>
          <p:nvPr/>
        </p:nvSpPr>
        <p:spPr bwMode="auto">
          <a:xfrm>
            <a:off x="11487911" y="37256"/>
            <a:ext cx="401720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endParaRPr lang="en-US" sz="1089" baseline="0" noProof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7" name="Document type" hidden="1"/>
          <p:cNvSpPr txBox="1">
            <a:spLocks noChangeArrowheads="1"/>
          </p:cNvSpPr>
          <p:nvPr/>
        </p:nvSpPr>
        <p:spPr bwMode="gray">
          <a:xfrm>
            <a:off x="3085967" y="3652560"/>
            <a:ext cx="8478152" cy="224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28" baseline="0" noProof="0" err="1">
                <a:solidFill>
                  <a:schemeClr val="bg1"/>
                </a:solidFill>
                <a:latin typeface="+mn-lt"/>
              </a:rPr>
              <a:t>Tipo</a:t>
            </a:r>
            <a:r>
              <a:rPr lang="en-US" sz="1428" baseline="0" noProof="0">
                <a:solidFill>
                  <a:schemeClr val="bg1"/>
                </a:solidFill>
                <a:latin typeface="+mn-lt"/>
              </a:rPr>
              <a:t> de </a:t>
            </a:r>
            <a:r>
              <a:rPr lang="en-US" sz="1428" baseline="0" noProof="0" err="1">
                <a:solidFill>
                  <a:schemeClr val="bg1"/>
                </a:solidFill>
                <a:latin typeface="+mn-lt"/>
              </a:rPr>
              <a:t>Documento</a:t>
            </a:r>
            <a:r>
              <a:rPr lang="en-US" sz="1428" baseline="0" noProof="0">
                <a:solidFill>
                  <a:schemeClr val="bg1"/>
                </a:solidFill>
                <a:latin typeface="+mn-lt"/>
              </a:rPr>
              <a:t> | </a:t>
            </a:r>
            <a:r>
              <a:rPr lang="en-US" sz="1428" baseline="0" noProof="0" err="1">
                <a:solidFill>
                  <a:schemeClr val="bg1"/>
                </a:solidFill>
                <a:latin typeface="+mn-lt"/>
              </a:rPr>
              <a:t>Fecha</a:t>
            </a:r>
            <a:endParaRPr lang="en-US" sz="1428" baseline="0" noProof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6" name="Disclaimer-Spanish (Spain Traditional Sort)" hidden="1"/>
          <p:cNvSpPr>
            <a:spLocks noChangeArrowheads="1"/>
          </p:cNvSpPr>
          <p:nvPr/>
        </p:nvSpPr>
        <p:spPr bwMode="black">
          <a:xfrm>
            <a:off x="2837961" y="6381112"/>
            <a:ext cx="5224600" cy="388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defTabSz="1094990" eaLnBrk="0" hangingPunct="0"/>
            <a:r>
              <a:rPr lang="en-US" sz="816" baseline="0" dirty="0">
                <a:solidFill>
                  <a:schemeClr val="bg1"/>
                </a:solidFill>
                <a:latin typeface="+mn-lt"/>
              </a:rPr>
              <a:t>DOCUMENTO CONFIDENCIAL PROPIEDAD DE </a:t>
            </a:r>
            <a:r>
              <a:rPr lang="en-US" sz="816" baseline="0" dirty="0" err="1">
                <a:solidFill>
                  <a:schemeClr val="bg1"/>
                </a:solidFill>
                <a:latin typeface="+mn-lt"/>
              </a:rPr>
              <a:t>McKINSEY</a:t>
            </a:r>
            <a:r>
              <a:rPr lang="en-US" sz="816" baseline="0" dirty="0">
                <a:solidFill>
                  <a:schemeClr val="bg1"/>
                </a:solidFill>
                <a:latin typeface="+mn-lt"/>
              </a:rPr>
              <a:t> &amp; CO.</a:t>
            </a:r>
          </a:p>
          <a:p>
            <a:pPr defTabSz="1094990" eaLnBrk="0" hangingPunct="0"/>
            <a:r>
              <a:rPr lang="en-US" sz="816" baseline="0" dirty="0" err="1">
                <a:solidFill>
                  <a:schemeClr val="bg1"/>
                </a:solidFill>
                <a:latin typeface="+mn-lt"/>
              </a:rPr>
              <a:t>Queda</a:t>
            </a:r>
            <a:r>
              <a:rPr lang="en-US" sz="816" baseline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816" baseline="0" dirty="0" err="1">
                <a:solidFill>
                  <a:schemeClr val="bg1"/>
                </a:solidFill>
                <a:latin typeface="+mn-lt"/>
              </a:rPr>
              <a:t>prohibido</a:t>
            </a:r>
            <a:r>
              <a:rPr lang="en-US" sz="816" baseline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816" baseline="0" dirty="0" err="1">
                <a:solidFill>
                  <a:schemeClr val="bg1"/>
                </a:solidFill>
                <a:latin typeface="+mn-lt"/>
              </a:rPr>
              <a:t>su</a:t>
            </a:r>
            <a:r>
              <a:rPr lang="en-US" sz="816" baseline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816" baseline="0" dirty="0" err="1">
                <a:solidFill>
                  <a:schemeClr val="bg1"/>
                </a:solidFill>
                <a:latin typeface="+mn-lt"/>
              </a:rPr>
              <a:t>uso</a:t>
            </a:r>
            <a:r>
              <a:rPr lang="en-US" sz="816" baseline="0" dirty="0">
                <a:solidFill>
                  <a:schemeClr val="bg1"/>
                </a:solidFill>
                <a:latin typeface="+mn-lt"/>
              </a:rPr>
              <a:t> y </a:t>
            </a:r>
            <a:r>
              <a:rPr lang="en-US" sz="816" baseline="0" dirty="0" err="1">
                <a:solidFill>
                  <a:schemeClr val="bg1"/>
                </a:solidFill>
                <a:latin typeface="+mn-lt"/>
              </a:rPr>
              <a:t>distribución</a:t>
            </a:r>
            <a:r>
              <a:rPr lang="en-US" sz="816" baseline="0" dirty="0">
                <a:solidFill>
                  <a:schemeClr val="bg1"/>
                </a:solidFill>
                <a:latin typeface="+mn-lt"/>
              </a:rPr>
              <a:t> sin la </a:t>
            </a:r>
            <a:r>
              <a:rPr lang="en-US" sz="816" baseline="0" dirty="0" err="1">
                <a:solidFill>
                  <a:schemeClr val="bg1"/>
                </a:solidFill>
                <a:latin typeface="+mn-lt"/>
              </a:rPr>
              <a:t>autorización</a:t>
            </a:r>
            <a:r>
              <a:rPr lang="en-US" sz="816" baseline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816" baseline="0" dirty="0" err="1">
                <a:solidFill>
                  <a:schemeClr val="bg1"/>
                </a:solidFill>
                <a:latin typeface="+mn-lt"/>
              </a:rPr>
              <a:t>expresa</a:t>
            </a:r>
            <a:r>
              <a:rPr lang="en-US" sz="816" baseline="0" dirty="0">
                <a:solidFill>
                  <a:schemeClr val="bg1"/>
                </a:solidFill>
                <a:latin typeface="+mn-lt"/>
              </a:rPr>
              <a:t> de McKinsey &amp; Company </a:t>
            </a:r>
          </a:p>
        </p:txBody>
      </p:sp>
      <p:sp>
        <p:nvSpPr>
          <p:cNvPr id="11" name="LogoPlaceHolder">
            <a:extLst>
              <a:ext uri="{FF2B5EF4-FFF2-40B4-BE49-F238E27FC236}">
                <a16:creationId xmlns:a16="http://schemas.microsoft.com/office/drawing/2014/main" id="{0397561C-7629-41F3-862F-F2AE96A181AE}"/>
              </a:ext>
            </a:extLst>
          </p:cNvPr>
          <p:cNvSpPr/>
          <p:nvPr/>
        </p:nvSpPr>
        <p:spPr>
          <a:xfrm>
            <a:off x="2836216" y="4048476"/>
            <a:ext cx="9355784" cy="84914"/>
          </a:xfrm>
          <a:prstGeom prst="rect">
            <a:avLst/>
          </a:prstGeom>
          <a:solidFill>
            <a:srgbClr val="009999">
              <a:alpha val="80000"/>
            </a:srgbClr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 sz="1837">
              <a:solidFill>
                <a:schemeClr val="tx1"/>
              </a:solidFill>
            </a:endParaRPr>
          </a:p>
        </p:txBody>
      </p:sp>
      <p:sp>
        <p:nvSpPr>
          <p:cNvPr id="37" name="TitleRectangle"/>
          <p:cNvSpPr>
            <a:spLocks/>
          </p:cNvSpPr>
          <p:nvPr/>
        </p:nvSpPr>
        <p:spPr>
          <a:xfrm>
            <a:off x="2836216" y="-1"/>
            <a:ext cx="9355784" cy="4048477"/>
          </a:xfrm>
          <a:prstGeom prst="rect">
            <a:avLst/>
          </a:prstGeom>
          <a:solidFill>
            <a:srgbClr val="004E58">
              <a:alpha val="92157"/>
            </a:srgb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 sz="1837" baseline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3314" name="Title"/>
          <p:cNvSpPr>
            <a:spLocks noGrp="1" noChangeArrowheads="1"/>
          </p:cNvSpPr>
          <p:nvPr>
            <p:ph type="ctrTitle"/>
          </p:nvPr>
        </p:nvSpPr>
        <p:spPr bwMode="gray">
          <a:xfrm>
            <a:off x="3085967" y="1463556"/>
            <a:ext cx="8478152" cy="502445"/>
          </a:xfrm>
          <a:prstGeom prst="rect">
            <a:avLst/>
          </a:prstGeom>
        </p:spPr>
        <p:txBody>
          <a:bodyPr vert="horz"/>
          <a:lstStyle>
            <a:lvl1pPr>
              <a:defRPr sz="3265" b="0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 latinLnBrk="0"/>
            <a:r>
              <a:rPr lang="en-US" noProof="0"/>
              <a:t>Click to edit Master title style</a:t>
            </a:r>
          </a:p>
        </p:txBody>
      </p:sp>
      <p:sp>
        <p:nvSpPr>
          <p:cNvPr id="13315" name="Subtitle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085967" y="3182433"/>
            <a:ext cx="8478152" cy="21982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28" cap="all" baseline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 lvl="0" latinLnBrk="0"/>
            <a:r>
              <a:rPr lang="en-US" noProof="0"/>
              <a:t>Click to edit Master subtitle style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58A1DE3-2271-451F-ACDB-347135ABB234}"/>
              </a:ext>
            </a:extLst>
          </p:cNvPr>
          <p:cNvGrpSpPr/>
          <p:nvPr/>
        </p:nvGrpSpPr>
        <p:grpSpPr>
          <a:xfrm>
            <a:off x="3085967" y="201111"/>
            <a:ext cx="1036205" cy="911113"/>
            <a:chOff x="3824288" y="1468438"/>
            <a:chExt cx="4300538" cy="3781425"/>
          </a:xfrm>
          <a:solidFill>
            <a:schemeClr val="bg1"/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523FB8C8-BFAA-4B95-8311-B995E5ED8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288" y="1468438"/>
              <a:ext cx="4300538" cy="2162175"/>
            </a:xfrm>
            <a:custGeom>
              <a:avLst/>
              <a:gdLst>
                <a:gd name="T0" fmla="*/ 3354 w 3496"/>
                <a:gd name="T1" fmla="*/ 1490 h 1760"/>
                <a:gd name="T2" fmla="*/ 3233 w 3496"/>
                <a:gd name="T3" fmla="*/ 1296 h 1760"/>
                <a:gd name="T4" fmla="*/ 2953 w 3496"/>
                <a:gd name="T5" fmla="*/ 944 h 1760"/>
                <a:gd name="T6" fmla="*/ 2751 w 3496"/>
                <a:gd name="T7" fmla="*/ 782 h 1760"/>
                <a:gd name="T8" fmla="*/ 2465 w 3496"/>
                <a:gd name="T9" fmla="*/ 554 h 1760"/>
                <a:gd name="T10" fmla="*/ 2256 w 3496"/>
                <a:gd name="T11" fmla="*/ 302 h 1760"/>
                <a:gd name="T12" fmla="*/ 1941 w 3496"/>
                <a:gd name="T13" fmla="*/ 6 h 1760"/>
                <a:gd name="T14" fmla="*/ 1889 w 3496"/>
                <a:gd name="T15" fmla="*/ 5 h 1760"/>
                <a:gd name="T16" fmla="*/ 1432 w 3496"/>
                <a:gd name="T17" fmla="*/ 328 h 1760"/>
                <a:gd name="T18" fmla="*/ 1007 w 3496"/>
                <a:gd name="T19" fmla="*/ 586 h 1760"/>
                <a:gd name="T20" fmla="*/ 944 w 3496"/>
                <a:gd name="T21" fmla="*/ 607 h 1760"/>
                <a:gd name="T22" fmla="*/ 330 w 3496"/>
                <a:gd name="T23" fmla="*/ 1347 h 1760"/>
                <a:gd name="T24" fmla="*/ 0 w 3496"/>
                <a:gd name="T25" fmla="*/ 1714 h 1760"/>
                <a:gd name="T26" fmla="*/ 1470 w 3496"/>
                <a:gd name="T27" fmla="*/ 1714 h 1760"/>
                <a:gd name="T28" fmla="*/ 1566 w 3496"/>
                <a:gd name="T29" fmla="*/ 1580 h 1760"/>
                <a:gd name="T30" fmla="*/ 1910 w 3496"/>
                <a:gd name="T31" fmla="*/ 1286 h 1760"/>
                <a:gd name="T32" fmla="*/ 2232 w 3496"/>
                <a:gd name="T33" fmla="*/ 1295 h 1760"/>
                <a:gd name="T34" fmla="*/ 2597 w 3496"/>
                <a:gd name="T35" fmla="*/ 1750 h 1760"/>
                <a:gd name="T36" fmla="*/ 2662 w 3496"/>
                <a:gd name="T37" fmla="*/ 1757 h 1760"/>
                <a:gd name="T38" fmla="*/ 2605 w 3496"/>
                <a:gd name="T39" fmla="*/ 1554 h 1760"/>
                <a:gd name="T40" fmla="*/ 2230 w 3496"/>
                <a:gd name="T41" fmla="*/ 1203 h 1760"/>
                <a:gd name="T42" fmla="*/ 1735 w 3496"/>
                <a:gd name="T43" fmla="*/ 1279 h 1760"/>
                <a:gd name="T44" fmla="*/ 1379 w 3496"/>
                <a:gd name="T45" fmla="*/ 1647 h 1760"/>
                <a:gd name="T46" fmla="*/ 1201 w 3496"/>
                <a:gd name="T47" fmla="*/ 1597 h 1760"/>
                <a:gd name="T48" fmla="*/ 1201 w 3496"/>
                <a:gd name="T49" fmla="*/ 1579 h 1760"/>
                <a:gd name="T50" fmla="*/ 1745 w 3496"/>
                <a:gd name="T51" fmla="*/ 1161 h 1760"/>
                <a:gd name="T52" fmla="*/ 2169 w 3496"/>
                <a:gd name="T53" fmla="*/ 1074 h 1760"/>
                <a:gd name="T54" fmla="*/ 2547 w 3496"/>
                <a:gd name="T55" fmla="*/ 1316 h 1760"/>
                <a:gd name="T56" fmla="*/ 2809 w 3496"/>
                <a:gd name="T57" fmla="*/ 1748 h 1760"/>
                <a:gd name="T58" fmla="*/ 2851 w 3496"/>
                <a:gd name="T59" fmla="*/ 1760 h 1760"/>
                <a:gd name="T60" fmla="*/ 2596 w 3496"/>
                <a:gd name="T61" fmla="*/ 1248 h 1760"/>
                <a:gd name="T62" fmla="*/ 2240 w 3496"/>
                <a:gd name="T63" fmla="*/ 1002 h 1760"/>
                <a:gd name="T64" fmla="*/ 1837 w 3496"/>
                <a:gd name="T65" fmla="*/ 1045 h 1760"/>
                <a:gd name="T66" fmla="*/ 1106 w 3496"/>
                <a:gd name="T67" fmla="*/ 1499 h 1760"/>
                <a:gd name="T68" fmla="*/ 947 w 3496"/>
                <a:gd name="T69" fmla="*/ 1451 h 1760"/>
                <a:gd name="T70" fmla="*/ 936 w 3496"/>
                <a:gd name="T71" fmla="*/ 1405 h 1760"/>
                <a:gd name="T72" fmla="*/ 1388 w 3496"/>
                <a:gd name="T73" fmla="*/ 1129 h 1760"/>
                <a:gd name="T74" fmla="*/ 1815 w 3496"/>
                <a:gd name="T75" fmla="*/ 946 h 1760"/>
                <a:gd name="T76" fmla="*/ 2408 w 3496"/>
                <a:gd name="T77" fmla="*/ 943 h 1760"/>
                <a:gd name="T78" fmla="*/ 2917 w 3496"/>
                <a:gd name="T79" fmla="*/ 1535 h 1760"/>
                <a:gd name="T80" fmla="*/ 3011 w 3496"/>
                <a:gd name="T81" fmla="*/ 1758 h 1760"/>
                <a:gd name="T82" fmla="*/ 3074 w 3496"/>
                <a:gd name="T83" fmla="*/ 1738 h 1760"/>
                <a:gd name="T84" fmla="*/ 2798 w 3496"/>
                <a:gd name="T85" fmla="*/ 1175 h 1760"/>
                <a:gd name="T86" fmla="*/ 2356 w 3496"/>
                <a:gd name="T87" fmla="*/ 861 h 1760"/>
                <a:gd name="T88" fmla="*/ 1793 w 3496"/>
                <a:gd name="T89" fmla="*/ 886 h 1760"/>
                <a:gd name="T90" fmla="*/ 1052 w 3496"/>
                <a:gd name="T91" fmla="*/ 1188 h 1760"/>
                <a:gd name="T92" fmla="*/ 796 w 3496"/>
                <a:gd name="T93" fmla="*/ 1283 h 1760"/>
                <a:gd name="T94" fmla="*/ 697 w 3496"/>
                <a:gd name="T95" fmla="*/ 1193 h 1760"/>
                <a:gd name="T96" fmla="*/ 883 w 3496"/>
                <a:gd name="T97" fmla="*/ 1074 h 1760"/>
                <a:gd name="T98" fmla="*/ 1191 w 3496"/>
                <a:gd name="T99" fmla="*/ 950 h 1760"/>
                <a:gd name="T100" fmla="*/ 1664 w 3496"/>
                <a:gd name="T101" fmla="*/ 792 h 1760"/>
                <a:gd name="T102" fmla="*/ 2190 w 3496"/>
                <a:gd name="T103" fmla="*/ 720 h 1760"/>
                <a:gd name="T104" fmla="*/ 2566 w 3496"/>
                <a:gd name="T105" fmla="*/ 837 h 1760"/>
                <a:gd name="T106" fmla="*/ 3253 w 3496"/>
                <a:gd name="T107" fmla="*/ 1729 h 1760"/>
                <a:gd name="T108" fmla="*/ 3496 w 3496"/>
                <a:gd name="T109" fmla="*/ 1747 h 1760"/>
                <a:gd name="T110" fmla="*/ 3490 w 3496"/>
                <a:gd name="T111" fmla="*/ 173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96" h="1760">
                  <a:moveTo>
                    <a:pt x="3490" y="1730"/>
                  </a:moveTo>
                  <a:cubicBezTo>
                    <a:pt x="3458" y="1642"/>
                    <a:pt x="3407" y="1566"/>
                    <a:pt x="3354" y="1490"/>
                  </a:cubicBezTo>
                  <a:cubicBezTo>
                    <a:pt x="3319" y="1440"/>
                    <a:pt x="3284" y="1390"/>
                    <a:pt x="3250" y="1340"/>
                  </a:cubicBezTo>
                  <a:cubicBezTo>
                    <a:pt x="3240" y="1327"/>
                    <a:pt x="3234" y="1313"/>
                    <a:pt x="3233" y="1296"/>
                  </a:cubicBezTo>
                  <a:cubicBezTo>
                    <a:pt x="3225" y="1211"/>
                    <a:pt x="3185" y="1143"/>
                    <a:pt x="3127" y="1083"/>
                  </a:cubicBezTo>
                  <a:cubicBezTo>
                    <a:pt x="3075" y="1029"/>
                    <a:pt x="3014" y="986"/>
                    <a:pt x="2953" y="944"/>
                  </a:cubicBezTo>
                  <a:cubicBezTo>
                    <a:pt x="2891" y="901"/>
                    <a:pt x="2828" y="860"/>
                    <a:pt x="2773" y="808"/>
                  </a:cubicBezTo>
                  <a:cubicBezTo>
                    <a:pt x="2764" y="800"/>
                    <a:pt x="2757" y="791"/>
                    <a:pt x="2751" y="782"/>
                  </a:cubicBezTo>
                  <a:cubicBezTo>
                    <a:pt x="2720" y="738"/>
                    <a:pt x="2682" y="702"/>
                    <a:pt x="2639" y="671"/>
                  </a:cubicBezTo>
                  <a:cubicBezTo>
                    <a:pt x="2583" y="630"/>
                    <a:pt x="2525" y="590"/>
                    <a:pt x="2465" y="554"/>
                  </a:cubicBezTo>
                  <a:cubicBezTo>
                    <a:pt x="2430" y="534"/>
                    <a:pt x="2401" y="509"/>
                    <a:pt x="2378" y="478"/>
                  </a:cubicBezTo>
                  <a:cubicBezTo>
                    <a:pt x="2336" y="420"/>
                    <a:pt x="2295" y="361"/>
                    <a:pt x="2256" y="302"/>
                  </a:cubicBezTo>
                  <a:cubicBezTo>
                    <a:pt x="2210" y="234"/>
                    <a:pt x="2166" y="166"/>
                    <a:pt x="2107" y="108"/>
                  </a:cubicBezTo>
                  <a:cubicBezTo>
                    <a:pt x="2059" y="62"/>
                    <a:pt x="2005" y="26"/>
                    <a:pt x="1941" y="6"/>
                  </a:cubicBezTo>
                  <a:cubicBezTo>
                    <a:pt x="1941" y="6"/>
                    <a:pt x="1940" y="6"/>
                    <a:pt x="1940" y="6"/>
                  </a:cubicBezTo>
                  <a:cubicBezTo>
                    <a:pt x="1916" y="0"/>
                    <a:pt x="1889" y="5"/>
                    <a:pt x="1889" y="5"/>
                  </a:cubicBezTo>
                  <a:cubicBezTo>
                    <a:pt x="1791" y="28"/>
                    <a:pt x="1708" y="79"/>
                    <a:pt x="1633" y="143"/>
                  </a:cubicBezTo>
                  <a:cubicBezTo>
                    <a:pt x="1564" y="203"/>
                    <a:pt x="1498" y="266"/>
                    <a:pt x="1432" y="328"/>
                  </a:cubicBezTo>
                  <a:cubicBezTo>
                    <a:pt x="1368" y="388"/>
                    <a:pt x="1304" y="448"/>
                    <a:pt x="1230" y="497"/>
                  </a:cubicBezTo>
                  <a:cubicBezTo>
                    <a:pt x="1162" y="542"/>
                    <a:pt x="1089" y="575"/>
                    <a:pt x="1007" y="586"/>
                  </a:cubicBezTo>
                  <a:cubicBezTo>
                    <a:pt x="1000" y="587"/>
                    <a:pt x="992" y="589"/>
                    <a:pt x="984" y="588"/>
                  </a:cubicBezTo>
                  <a:cubicBezTo>
                    <a:pt x="967" y="587"/>
                    <a:pt x="956" y="596"/>
                    <a:pt x="944" y="607"/>
                  </a:cubicBezTo>
                  <a:cubicBezTo>
                    <a:pt x="828" y="716"/>
                    <a:pt x="724" y="836"/>
                    <a:pt x="626" y="962"/>
                  </a:cubicBezTo>
                  <a:cubicBezTo>
                    <a:pt x="527" y="1090"/>
                    <a:pt x="430" y="1219"/>
                    <a:pt x="330" y="1347"/>
                  </a:cubicBezTo>
                  <a:cubicBezTo>
                    <a:pt x="231" y="1475"/>
                    <a:pt x="125" y="1596"/>
                    <a:pt x="7" y="1706"/>
                  </a:cubicBezTo>
                  <a:cubicBezTo>
                    <a:pt x="4" y="1708"/>
                    <a:pt x="2" y="1711"/>
                    <a:pt x="0" y="1714"/>
                  </a:cubicBezTo>
                  <a:cubicBezTo>
                    <a:pt x="195" y="1714"/>
                    <a:pt x="390" y="1714"/>
                    <a:pt x="585" y="1714"/>
                  </a:cubicBezTo>
                  <a:cubicBezTo>
                    <a:pt x="880" y="1714"/>
                    <a:pt x="1175" y="1714"/>
                    <a:pt x="1470" y="1714"/>
                  </a:cubicBezTo>
                  <a:cubicBezTo>
                    <a:pt x="1481" y="1714"/>
                    <a:pt x="1487" y="1711"/>
                    <a:pt x="1493" y="1702"/>
                  </a:cubicBezTo>
                  <a:cubicBezTo>
                    <a:pt x="1517" y="1661"/>
                    <a:pt x="1541" y="1620"/>
                    <a:pt x="1566" y="1580"/>
                  </a:cubicBezTo>
                  <a:cubicBezTo>
                    <a:pt x="1615" y="1504"/>
                    <a:pt x="1671" y="1433"/>
                    <a:pt x="1743" y="1378"/>
                  </a:cubicBezTo>
                  <a:cubicBezTo>
                    <a:pt x="1794" y="1339"/>
                    <a:pt x="1848" y="1304"/>
                    <a:pt x="1910" y="1286"/>
                  </a:cubicBezTo>
                  <a:cubicBezTo>
                    <a:pt x="1974" y="1268"/>
                    <a:pt x="2039" y="1261"/>
                    <a:pt x="2104" y="1262"/>
                  </a:cubicBezTo>
                  <a:cubicBezTo>
                    <a:pt x="2150" y="1263"/>
                    <a:pt x="2192" y="1273"/>
                    <a:pt x="2232" y="1295"/>
                  </a:cubicBezTo>
                  <a:cubicBezTo>
                    <a:pt x="2303" y="1334"/>
                    <a:pt x="2363" y="1386"/>
                    <a:pt x="2416" y="1446"/>
                  </a:cubicBezTo>
                  <a:cubicBezTo>
                    <a:pt x="2497" y="1535"/>
                    <a:pt x="2564" y="1632"/>
                    <a:pt x="2597" y="1750"/>
                  </a:cubicBezTo>
                  <a:cubicBezTo>
                    <a:pt x="2598" y="1754"/>
                    <a:pt x="2601" y="1759"/>
                    <a:pt x="2604" y="1759"/>
                  </a:cubicBezTo>
                  <a:cubicBezTo>
                    <a:pt x="2623" y="1759"/>
                    <a:pt x="2643" y="1760"/>
                    <a:pt x="2662" y="1757"/>
                  </a:cubicBezTo>
                  <a:cubicBezTo>
                    <a:pt x="2677" y="1755"/>
                    <a:pt x="2679" y="1750"/>
                    <a:pt x="2675" y="1735"/>
                  </a:cubicBezTo>
                  <a:cubicBezTo>
                    <a:pt x="2662" y="1671"/>
                    <a:pt x="2638" y="1611"/>
                    <a:pt x="2605" y="1554"/>
                  </a:cubicBezTo>
                  <a:cubicBezTo>
                    <a:pt x="2518" y="1402"/>
                    <a:pt x="2393" y="1290"/>
                    <a:pt x="2240" y="1207"/>
                  </a:cubicBezTo>
                  <a:cubicBezTo>
                    <a:pt x="2237" y="1205"/>
                    <a:pt x="2233" y="1203"/>
                    <a:pt x="2230" y="1203"/>
                  </a:cubicBezTo>
                  <a:cubicBezTo>
                    <a:pt x="2128" y="1183"/>
                    <a:pt x="2027" y="1180"/>
                    <a:pt x="1925" y="1202"/>
                  </a:cubicBezTo>
                  <a:cubicBezTo>
                    <a:pt x="1857" y="1216"/>
                    <a:pt x="1794" y="1243"/>
                    <a:pt x="1735" y="1279"/>
                  </a:cubicBezTo>
                  <a:cubicBezTo>
                    <a:pt x="1643" y="1334"/>
                    <a:pt x="1567" y="1406"/>
                    <a:pt x="1501" y="1488"/>
                  </a:cubicBezTo>
                  <a:cubicBezTo>
                    <a:pt x="1458" y="1540"/>
                    <a:pt x="1419" y="1594"/>
                    <a:pt x="1379" y="1647"/>
                  </a:cubicBezTo>
                  <a:cubicBezTo>
                    <a:pt x="1375" y="1653"/>
                    <a:pt x="1371" y="1658"/>
                    <a:pt x="1363" y="1657"/>
                  </a:cubicBezTo>
                  <a:cubicBezTo>
                    <a:pt x="1304" y="1650"/>
                    <a:pt x="1250" y="1631"/>
                    <a:pt x="1201" y="1597"/>
                  </a:cubicBezTo>
                  <a:cubicBezTo>
                    <a:pt x="1198" y="1594"/>
                    <a:pt x="1195" y="1592"/>
                    <a:pt x="1192" y="1589"/>
                  </a:cubicBezTo>
                  <a:cubicBezTo>
                    <a:pt x="1196" y="1585"/>
                    <a:pt x="1198" y="1582"/>
                    <a:pt x="1201" y="1579"/>
                  </a:cubicBezTo>
                  <a:cubicBezTo>
                    <a:pt x="1256" y="1527"/>
                    <a:pt x="1311" y="1474"/>
                    <a:pt x="1367" y="1423"/>
                  </a:cubicBezTo>
                  <a:cubicBezTo>
                    <a:pt x="1482" y="1320"/>
                    <a:pt x="1605" y="1228"/>
                    <a:pt x="1745" y="1161"/>
                  </a:cubicBezTo>
                  <a:cubicBezTo>
                    <a:pt x="1865" y="1103"/>
                    <a:pt x="1991" y="1071"/>
                    <a:pt x="2125" y="1072"/>
                  </a:cubicBezTo>
                  <a:cubicBezTo>
                    <a:pt x="2140" y="1072"/>
                    <a:pt x="2155" y="1075"/>
                    <a:pt x="2169" y="1074"/>
                  </a:cubicBezTo>
                  <a:cubicBezTo>
                    <a:pt x="2207" y="1072"/>
                    <a:pt x="2241" y="1083"/>
                    <a:pt x="2274" y="1098"/>
                  </a:cubicBezTo>
                  <a:cubicBezTo>
                    <a:pt x="2383" y="1149"/>
                    <a:pt x="2471" y="1225"/>
                    <a:pt x="2547" y="1316"/>
                  </a:cubicBezTo>
                  <a:cubicBezTo>
                    <a:pt x="2617" y="1399"/>
                    <a:pt x="2675" y="1490"/>
                    <a:pt x="2726" y="1586"/>
                  </a:cubicBezTo>
                  <a:cubicBezTo>
                    <a:pt x="2755" y="1639"/>
                    <a:pt x="2781" y="1694"/>
                    <a:pt x="2809" y="1748"/>
                  </a:cubicBezTo>
                  <a:cubicBezTo>
                    <a:pt x="2813" y="1756"/>
                    <a:pt x="2817" y="1760"/>
                    <a:pt x="2826" y="1759"/>
                  </a:cubicBezTo>
                  <a:cubicBezTo>
                    <a:pt x="2834" y="1759"/>
                    <a:pt x="2843" y="1760"/>
                    <a:pt x="2851" y="1760"/>
                  </a:cubicBezTo>
                  <a:cubicBezTo>
                    <a:pt x="2868" y="1759"/>
                    <a:pt x="2873" y="1752"/>
                    <a:pt x="2867" y="1735"/>
                  </a:cubicBezTo>
                  <a:cubicBezTo>
                    <a:pt x="2809" y="1555"/>
                    <a:pt x="2722" y="1391"/>
                    <a:pt x="2596" y="1248"/>
                  </a:cubicBezTo>
                  <a:cubicBezTo>
                    <a:pt x="2522" y="1163"/>
                    <a:pt x="2437" y="1091"/>
                    <a:pt x="2336" y="1041"/>
                  </a:cubicBezTo>
                  <a:cubicBezTo>
                    <a:pt x="2305" y="1025"/>
                    <a:pt x="2273" y="1009"/>
                    <a:pt x="2240" y="1002"/>
                  </a:cubicBezTo>
                  <a:cubicBezTo>
                    <a:pt x="2206" y="994"/>
                    <a:pt x="2170" y="994"/>
                    <a:pt x="2136" y="994"/>
                  </a:cubicBezTo>
                  <a:cubicBezTo>
                    <a:pt x="2033" y="994"/>
                    <a:pt x="1934" y="1012"/>
                    <a:pt x="1837" y="1045"/>
                  </a:cubicBezTo>
                  <a:cubicBezTo>
                    <a:pt x="1686" y="1096"/>
                    <a:pt x="1548" y="1176"/>
                    <a:pt x="1419" y="1268"/>
                  </a:cubicBezTo>
                  <a:cubicBezTo>
                    <a:pt x="1313" y="1343"/>
                    <a:pt x="1210" y="1422"/>
                    <a:pt x="1106" y="1499"/>
                  </a:cubicBezTo>
                  <a:cubicBezTo>
                    <a:pt x="1098" y="1504"/>
                    <a:pt x="1088" y="1508"/>
                    <a:pt x="1078" y="1508"/>
                  </a:cubicBezTo>
                  <a:cubicBezTo>
                    <a:pt x="1025" y="1510"/>
                    <a:pt x="984" y="1485"/>
                    <a:pt x="947" y="1451"/>
                  </a:cubicBezTo>
                  <a:cubicBezTo>
                    <a:pt x="937" y="1441"/>
                    <a:pt x="928" y="1430"/>
                    <a:pt x="918" y="1419"/>
                  </a:cubicBezTo>
                  <a:cubicBezTo>
                    <a:pt x="925" y="1414"/>
                    <a:pt x="930" y="1409"/>
                    <a:pt x="936" y="1405"/>
                  </a:cubicBezTo>
                  <a:cubicBezTo>
                    <a:pt x="997" y="1364"/>
                    <a:pt x="1056" y="1321"/>
                    <a:pt x="1118" y="1284"/>
                  </a:cubicBezTo>
                  <a:cubicBezTo>
                    <a:pt x="1207" y="1230"/>
                    <a:pt x="1298" y="1181"/>
                    <a:pt x="1388" y="1129"/>
                  </a:cubicBezTo>
                  <a:cubicBezTo>
                    <a:pt x="1419" y="1112"/>
                    <a:pt x="1447" y="1090"/>
                    <a:pt x="1479" y="1077"/>
                  </a:cubicBezTo>
                  <a:cubicBezTo>
                    <a:pt x="1591" y="1031"/>
                    <a:pt x="1702" y="986"/>
                    <a:pt x="1815" y="946"/>
                  </a:cubicBezTo>
                  <a:cubicBezTo>
                    <a:pt x="1936" y="903"/>
                    <a:pt x="2062" y="881"/>
                    <a:pt x="2192" y="889"/>
                  </a:cubicBezTo>
                  <a:cubicBezTo>
                    <a:pt x="2267" y="894"/>
                    <a:pt x="2340" y="910"/>
                    <a:pt x="2408" y="943"/>
                  </a:cubicBezTo>
                  <a:cubicBezTo>
                    <a:pt x="2525" y="997"/>
                    <a:pt x="2620" y="1077"/>
                    <a:pt x="2701" y="1175"/>
                  </a:cubicBezTo>
                  <a:cubicBezTo>
                    <a:pt x="2792" y="1284"/>
                    <a:pt x="2861" y="1406"/>
                    <a:pt x="2917" y="1535"/>
                  </a:cubicBezTo>
                  <a:cubicBezTo>
                    <a:pt x="2948" y="1604"/>
                    <a:pt x="2975" y="1676"/>
                    <a:pt x="3003" y="1746"/>
                  </a:cubicBezTo>
                  <a:cubicBezTo>
                    <a:pt x="3005" y="1751"/>
                    <a:pt x="3008" y="1758"/>
                    <a:pt x="3011" y="1758"/>
                  </a:cubicBezTo>
                  <a:cubicBezTo>
                    <a:pt x="3028" y="1759"/>
                    <a:pt x="3046" y="1759"/>
                    <a:pt x="3063" y="1757"/>
                  </a:cubicBezTo>
                  <a:cubicBezTo>
                    <a:pt x="3073" y="1756"/>
                    <a:pt x="3077" y="1748"/>
                    <a:pt x="3074" y="1738"/>
                  </a:cubicBezTo>
                  <a:cubicBezTo>
                    <a:pt x="3059" y="1682"/>
                    <a:pt x="3047" y="1626"/>
                    <a:pt x="3028" y="1572"/>
                  </a:cubicBezTo>
                  <a:cubicBezTo>
                    <a:pt x="2979" y="1424"/>
                    <a:pt x="2903" y="1291"/>
                    <a:pt x="2798" y="1175"/>
                  </a:cubicBezTo>
                  <a:cubicBezTo>
                    <a:pt x="2748" y="1119"/>
                    <a:pt x="2692" y="1067"/>
                    <a:pt x="2636" y="1015"/>
                  </a:cubicBezTo>
                  <a:cubicBezTo>
                    <a:pt x="2556" y="939"/>
                    <a:pt x="2462" y="889"/>
                    <a:pt x="2356" y="861"/>
                  </a:cubicBezTo>
                  <a:cubicBezTo>
                    <a:pt x="2244" y="831"/>
                    <a:pt x="2132" y="831"/>
                    <a:pt x="2018" y="843"/>
                  </a:cubicBezTo>
                  <a:cubicBezTo>
                    <a:pt x="1942" y="851"/>
                    <a:pt x="1867" y="867"/>
                    <a:pt x="1793" y="886"/>
                  </a:cubicBezTo>
                  <a:cubicBezTo>
                    <a:pt x="1611" y="933"/>
                    <a:pt x="1437" y="1005"/>
                    <a:pt x="1262" y="1071"/>
                  </a:cubicBezTo>
                  <a:cubicBezTo>
                    <a:pt x="1186" y="1099"/>
                    <a:pt x="1119" y="1145"/>
                    <a:pt x="1052" y="1188"/>
                  </a:cubicBezTo>
                  <a:cubicBezTo>
                    <a:pt x="1005" y="1217"/>
                    <a:pt x="958" y="1246"/>
                    <a:pt x="910" y="1271"/>
                  </a:cubicBezTo>
                  <a:cubicBezTo>
                    <a:pt x="875" y="1288"/>
                    <a:pt x="836" y="1295"/>
                    <a:pt x="796" y="1283"/>
                  </a:cubicBezTo>
                  <a:cubicBezTo>
                    <a:pt x="753" y="1270"/>
                    <a:pt x="722" y="1240"/>
                    <a:pt x="695" y="1206"/>
                  </a:cubicBezTo>
                  <a:cubicBezTo>
                    <a:pt x="693" y="1203"/>
                    <a:pt x="694" y="1195"/>
                    <a:pt x="697" y="1193"/>
                  </a:cubicBezTo>
                  <a:cubicBezTo>
                    <a:pt x="712" y="1178"/>
                    <a:pt x="726" y="1162"/>
                    <a:pt x="743" y="1149"/>
                  </a:cubicBezTo>
                  <a:cubicBezTo>
                    <a:pt x="785" y="1116"/>
                    <a:pt x="834" y="1094"/>
                    <a:pt x="883" y="1074"/>
                  </a:cubicBezTo>
                  <a:cubicBezTo>
                    <a:pt x="967" y="1039"/>
                    <a:pt x="1052" y="1006"/>
                    <a:pt x="1136" y="972"/>
                  </a:cubicBezTo>
                  <a:cubicBezTo>
                    <a:pt x="1155" y="965"/>
                    <a:pt x="1172" y="956"/>
                    <a:pt x="1191" y="950"/>
                  </a:cubicBezTo>
                  <a:cubicBezTo>
                    <a:pt x="1243" y="933"/>
                    <a:pt x="1296" y="918"/>
                    <a:pt x="1347" y="901"/>
                  </a:cubicBezTo>
                  <a:cubicBezTo>
                    <a:pt x="1453" y="865"/>
                    <a:pt x="1558" y="827"/>
                    <a:pt x="1664" y="792"/>
                  </a:cubicBezTo>
                  <a:cubicBezTo>
                    <a:pt x="1763" y="759"/>
                    <a:pt x="1864" y="734"/>
                    <a:pt x="1967" y="722"/>
                  </a:cubicBezTo>
                  <a:cubicBezTo>
                    <a:pt x="2041" y="713"/>
                    <a:pt x="2115" y="712"/>
                    <a:pt x="2190" y="720"/>
                  </a:cubicBezTo>
                  <a:cubicBezTo>
                    <a:pt x="2225" y="724"/>
                    <a:pt x="2261" y="727"/>
                    <a:pt x="2296" y="732"/>
                  </a:cubicBezTo>
                  <a:cubicBezTo>
                    <a:pt x="2394" y="747"/>
                    <a:pt x="2483" y="785"/>
                    <a:pt x="2566" y="837"/>
                  </a:cubicBezTo>
                  <a:cubicBezTo>
                    <a:pt x="2685" y="912"/>
                    <a:pt x="2785" y="1008"/>
                    <a:pt x="2875" y="1115"/>
                  </a:cubicBezTo>
                  <a:cubicBezTo>
                    <a:pt x="3031" y="1301"/>
                    <a:pt x="3152" y="1509"/>
                    <a:pt x="3253" y="1729"/>
                  </a:cubicBezTo>
                  <a:cubicBezTo>
                    <a:pt x="3263" y="1751"/>
                    <a:pt x="3275" y="1759"/>
                    <a:pt x="3298" y="1758"/>
                  </a:cubicBezTo>
                  <a:cubicBezTo>
                    <a:pt x="3364" y="1754"/>
                    <a:pt x="3430" y="1750"/>
                    <a:pt x="3496" y="1747"/>
                  </a:cubicBezTo>
                  <a:cubicBezTo>
                    <a:pt x="3496" y="1744"/>
                    <a:pt x="3496" y="1740"/>
                    <a:pt x="3496" y="1737"/>
                  </a:cubicBezTo>
                  <a:cubicBezTo>
                    <a:pt x="3494" y="1735"/>
                    <a:pt x="3491" y="1733"/>
                    <a:pt x="3490" y="17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58196AB8-50A5-4929-B3FE-A2C19C685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3919538"/>
              <a:ext cx="538163" cy="1330325"/>
            </a:xfrm>
            <a:custGeom>
              <a:avLst/>
              <a:gdLst>
                <a:gd name="T0" fmla="*/ 434 w 437"/>
                <a:gd name="T1" fmla="*/ 924 h 1083"/>
                <a:gd name="T2" fmla="*/ 429 w 437"/>
                <a:gd name="T3" fmla="*/ 761 h 1083"/>
                <a:gd name="T4" fmla="*/ 427 w 437"/>
                <a:gd name="T5" fmla="*/ 657 h 1083"/>
                <a:gd name="T6" fmla="*/ 424 w 437"/>
                <a:gd name="T7" fmla="*/ 530 h 1083"/>
                <a:gd name="T8" fmla="*/ 422 w 437"/>
                <a:gd name="T9" fmla="*/ 357 h 1083"/>
                <a:gd name="T10" fmla="*/ 421 w 437"/>
                <a:gd name="T11" fmla="*/ 331 h 1083"/>
                <a:gd name="T12" fmla="*/ 420 w 437"/>
                <a:gd name="T13" fmla="*/ 290 h 1083"/>
                <a:gd name="T14" fmla="*/ 414 w 437"/>
                <a:gd name="T15" fmla="*/ 31 h 1083"/>
                <a:gd name="T16" fmla="*/ 392 w 437"/>
                <a:gd name="T17" fmla="*/ 2 h 1083"/>
                <a:gd name="T18" fmla="*/ 363 w 437"/>
                <a:gd name="T19" fmla="*/ 25 h 1083"/>
                <a:gd name="T20" fmla="*/ 260 w 437"/>
                <a:gd name="T21" fmla="*/ 457 h 1083"/>
                <a:gd name="T22" fmla="*/ 203 w 437"/>
                <a:gd name="T23" fmla="*/ 696 h 1083"/>
                <a:gd name="T24" fmla="*/ 198 w 437"/>
                <a:gd name="T25" fmla="*/ 709 h 1083"/>
                <a:gd name="T26" fmla="*/ 195 w 437"/>
                <a:gd name="T27" fmla="*/ 697 h 1083"/>
                <a:gd name="T28" fmla="*/ 118 w 437"/>
                <a:gd name="T29" fmla="*/ 341 h 1083"/>
                <a:gd name="T30" fmla="*/ 56 w 437"/>
                <a:gd name="T31" fmla="*/ 54 h 1083"/>
                <a:gd name="T32" fmla="*/ 50 w 437"/>
                <a:gd name="T33" fmla="*/ 28 h 1083"/>
                <a:gd name="T34" fmla="*/ 21 w 437"/>
                <a:gd name="T35" fmla="*/ 10 h 1083"/>
                <a:gd name="T36" fmla="*/ 0 w 437"/>
                <a:gd name="T37" fmla="*/ 35 h 1083"/>
                <a:gd name="T38" fmla="*/ 0 w 437"/>
                <a:gd name="T39" fmla="*/ 50 h 1083"/>
                <a:gd name="T40" fmla="*/ 3 w 437"/>
                <a:gd name="T41" fmla="*/ 388 h 1083"/>
                <a:gd name="T42" fmla="*/ 3 w 437"/>
                <a:gd name="T43" fmla="*/ 395 h 1083"/>
                <a:gd name="T44" fmla="*/ 5 w 437"/>
                <a:gd name="T45" fmla="*/ 527 h 1083"/>
                <a:gd name="T46" fmla="*/ 8 w 437"/>
                <a:gd name="T47" fmla="*/ 816 h 1083"/>
                <a:gd name="T48" fmla="*/ 8 w 437"/>
                <a:gd name="T49" fmla="*/ 834 h 1083"/>
                <a:gd name="T50" fmla="*/ 28 w 437"/>
                <a:gd name="T51" fmla="*/ 855 h 1083"/>
                <a:gd name="T52" fmla="*/ 59 w 437"/>
                <a:gd name="T53" fmla="*/ 828 h 1083"/>
                <a:gd name="T54" fmla="*/ 58 w 437"/>
                <a:gd name="T55" fmla="*/ 703 h 1083"/>
                <a:gd name="T56" fmla="*/ 55 w 437"/>
                <a:gd name="T57" fmla="*/ 316 h 1083"/>
                <a:gd name="T58" fmla="*/ 55 w 437"/>
                <a:gd name="T59" fmla="*/ 306 h 1083"/>
                <a:gd name="T60" fmla="*/ 60 w 437"/>
                <a:gd name="T61" fmla="*/ 317 h 1083"/>
                <a:gd name="T62" fmla="*/ 170 w 437"/>
                <a:gd name="T63" fmla="*/ 830 h 1083"/>
                <a:gd name="T64" fmla="*/ 197 w 437"/>
                <a:gd name="T65" fmla="*/ 856 h 1083"/>
                <a:gd name="T66" fmla="*/ 223 w 437"/>
                <a:gd name="T67" fmla="*/ 831 h 1083"/>
                <a:gd name="T68" fmla="*/ 250 w 437"/>
                <a:gd name="T69" fmla="*/ 721 h 1083"/>
                <a:gd name="T70" fmla="*/ 360 w 437"/>
                <a:gd name="T71" fmla="*/ 256 h 1083"/>
                <a:gd name="T72" fmla="*/ 365 w 437"/>
                <a:gd name="T73" fmla="*/ 239 h 1083"/>
                <a:gd name="T74" fmla="*/ 367 w 437"/>
                <a:gd name="T75" fmla="*/ 240 h 1083"/>
                <a:gd name="T76" fmla="*/ 378 w 437"/>
                <a:gd name="T77" fmla="*/ 698 h 1083"/>
                <a:gd name="T78" fmla="*/ 378 w 437"/>
                <a:gd name="T79" fmla="*/ 713 h 1083"/>
                <a:gd name="T80" fmla="*/ 380 w 437"/>
                <a:gd name="T81" fmla="*/ 816 h 1083"/>
                <a:gd name="T82" fmla="*/ 381 w 437"/>
                <a:gd name="T83" fmla="*/ 824 h 1083"/>
                <a:gd name="T84" fmla="*/ 385 w 437"/>
                <a:gd name="T85" fmla="*/ 1029 h 1083"/>
                <a:gd name="T86" fmla="*/ 386 w 437"/>
                <a:gd name="T87" fmla="*/ 1055 h 1083"/>
                <a:gd name="T88" fmla="*/ 396 w 437"/>
                <a:gd name="T89" fmla="*/ 1083 h 1083"/>
                <a:gd name="T90" fmla="*/ 427 w 437"/>
                <a:gd name="T91" fmla="*/ 1083 h 1083"/>
                <a:gd name="T92" fmla="*/ 436 w 437"/>
                <a:gd name="T93" fmla="*/ 1051 h 1083"/>
                <a:gd name="T94" fmla="*/ 435 w 437"/>
                <a:gd name="T95" fmla="*/ 950 h 1083"/>
                <a:gd name="T96" fmla="*/ 434 w 437"/>
                <a:gd name="T97" fmla="*/ 924 h 1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37" h="1083">
                  <a:moveTo>
                    <a:pt x="434" y="924"/>
                  </a:moveTo>
                  <a:cubicBezTo>
                    <a:pt x="433" y="870"/>
                    <a:pt x="431" y="816"/>
                    <a:pt x="429" y="761"/>
                  </a:cubicBezTo>
                  <a:cubicBezTo>
                    <a:pt x="428" y="726"/>
                    <a:pt x="428" y="692"/>
                    <a:pt x="427" y="657"/>
                  </a:cubicBezTo>
                  <a:cubicBezTo>
                    <a:pt x="426" y="614"/>
                    <a:pt x="425" y="572"/>
                    <a:pt x="424" y="530"/>
                  </a:cubicBezTo>
                  <a:cubicBezTo>
                    <a:pt x="423" y="472"/>
                    <a:pt x="423" y="414"/>
                    <a:pt x="422" y="357"/>
                  </a:cubicBezTo>
                  <a:cubicBezTo>
                    <a:pt x="422" y="348"/>
                    <a:pt x="421" y="340"/>
                    <a:pt x="421" y="331"/>
                  </a:cubicBezTo>
                  <a:cubicBezTo>
                    <a:pt x="421" y="317"/>
                    <a:pt x="420" y="304"/>
                    <a:pt x="420" y="290"/>
                  </a:cubicBezTo>
                  <a:cubicBezTo>
                    <a:pt x="418" y="204"/>
                    <a:pt x="416" y="117"/>
                    <a:pt x="414" y="31"/>
                  </a:cubicBezTo>
                  <a:cubicBezTo>
                    <a:pt x="414" y="14"/>
                    <a:pt x="406" y="3"/>
                    <a:pt x="392" y="2"/>
                  </a:cubicBezTo>
                  <a:cubicBezTo>
                    <a:pt x="377" y="0"/>
                    <a:pt x="367" y="8"/>
                    <a:pt x="363" y="25"/>
                  </a:cubicBezTo>
                  <a:cubicBezTo>
                    <a:pt x="328" y="169"/>
                    <a:pt x="294" y="313"/>
                    <a:pt x="260" y="457"/>
                  </a:cubicBezTo>
                  <a:cubicBezTo>
                    <a:pt x="241" y="537"/>
                    <a:pt x="222" y="616"/>
                    <a:pt x="203" y="696"/>
                  </a:cubicBezTo>
                  <a:cubicBezTo>
                    <a:pt x="202" y="699"/>
                    <a:pt x="200" y="702"/>
                    <a:pt x="198" y="709"/>
                  </a:cubicBezTo>
                  <a:cubicBezTo>
                    <a:pt x="196" y="702"/>
                    <a:pt x="195" y="700"/>
                    <a:pt x="195" y="697"/>
                  </a:cubicBezTo>
                  <a:cubicBezTo>
                    <a:pt x="169" y="578"/>
                    <a:pt x="143" y="460"/>
                    <a:pt x="118" y="341"/>
                  </a:cubicBezTo>
                  <a:cubicBezTo>
                    <a:pt x="97" y="246"/>
                    <a:pt x="76" y="150"/>
                    <a:pt x="56" y="54"/>
                  </a:cubicBezTo>
                  <a:cubicBezTo>
                    <a:pt x="54" y="45"/>
                    <a:pt x="52" y="37"/>
                    <a:pt x="50" y="28"/>
                  </a:cubicBezTo>
                  <a:cubicBezTo>
                    <a:pt x="45" y="15"/>
                    <a:pt x="34" y="8"/>
                    <a:pt x="21" y="10"/>
                  </a:cubicBezTo>
                  <a:cubicBezTo>
                    <a:pt x="9" y="12"/>
                    <a:pt x="1" y="22"/>
                    <a:pt x="0" y="35"/>
                  </a:cubicBezTo>
                  <a:cubicBezTo>
                    <a:pt x="0" y="40"/>
                    <a:pt x="0" y="45"/>
                    <a:pt x="0" y="50"/>
                  </a:cubicBezTo>
                  <a:cubicBezTo>
                    <a:pt x="1" y="163"/>
                    <a:pt x="2" y="275"/>
                    <a:pt x="3" y="388"/>
                  </a:cubicBezTo>
                  <a:cubicBezTo>
                    <a:pt x="3" y="390"/>
                    <a:pt x="3" y="393"/>
                    <a:pt x="3" y="395"/>
                  </a:cubicBezTo>
                  <a:cubicBezTo>
                    <a:pt x="4" y="439"/>
                    <a:pt x="5" y="483"/>
                    <a:pt x="5" y="527"/>
                  </a:cubicBezTo>
                  <a:cubicBezTo>
                    <a:pt x="6" y="623"/>
                    <a:pt x="7" y="720"/>
                    <a:pt x="8" y="816"/>
                  </a:cubicBezTo>
                  <a:cubicBezTo>
                    <a:pt x="8" y="822"/>
                    <a:pt x="8" y="828"/>
                    <a:pt x="8" y="834"/>
                  </a:cubicBezTo>
                  <a:cubicBezTo>
                    <a:pt x="10" y="845"/>
                    <a:pt x="17" y="853"/>
                    <a:pt x="28" y="855"/>
                  </a:cubicBezTo>
                  <a:cubicBezTo>
                    <a:pt x="46" y="859"/>
                    <a:pt x="60" y="847"/>
                    <a:pt x="59" y="828"/>
                  </a:cubicBezTo>
                  <a:cubicBezTo>
                    <a:pt x="59" y="786"/>
                    <a:pt x="58" y="745"/>
                    <a:pt x="58" y="703"/>
                  </a:cubicBezTo>
                  <a:cubicBezTo>
                    <a:pt x="57" y="574"/>
                    <a:pt x="56" y="445"/>
                    <a:pt x="55" y="316"/>
                  </a:cubicBezTo>
                  <a:cubicBezTo>
                    <a:pt x="55" y="313"/>
                    <a:pt x="55" y="309"/>
                    <a:pt x="55" y="306"/>
                  </a:cubicBezTo>
                  <a:cubicBezTo>
                    <a:pt x="58" y="310"/>
                    <a:pt x="59" y="313"/>
                    <a:pt x="60" y="317"/>
                  </a:cubicBezTo>
                  <a:cubicBezTo>
                    <a:pt x="97" y="488"/>
                    <a:pt x="133" y="659"/>
                    <a:pt x="170" y="830"/>
                  </a:cubicBezTo>
                  <a:cubicBezTo>
                    <a:pt x="174" y="847"/>
                    <a:pt x="183" y="856"/>
                    <a:pt x="197" y="856"/>
                  </a:cubicBezTo>
                  <a:cubicBezTo>
                    <a:pt x="211" y="856"/>
                    <a:pt x="219" y="848"/>
                    <a:pt x="223" y="831"/>
                  </a:cubicBezTo>
                  <a:cubicBezTo>
                    <a:pt x="232" y="794"/>
                    <a:pt x="241" y="758"/>
                    <a:pt x="250" y="721"/>
                  </a:cubicBezTo>
                  <a:cubicBezTo>
                    <a:pt x="287" y="566"/>
                    <a:pt x="323" y="411"/>
                    <a:pt x="360" y="256"/>
                  </a:cubicBezTo>
                  <a:cubicBezTo>
                    <a:pt x="362" y="250"/>
                    <a:pt x="364" y="245"/>
                    <a:pt x="365" y="239"/>
                  </a:cubicBezTo>
                  <a:cubicBezTo>
                    <a:pt x="366" y="239"/>
                    <a:pt x="366" y="240"/>
                    <a:pt x="367" y="240"/>
                  </a:cubicBezTo>
                  <a:cubicBezTo>
                    <a:pt x="370" y="393"/>
                    <a:pt x="374" y="545"/>
                    <a:pt x="378" y="698"/>
                  </a:cubicBezTo>
                  <a:cubicBezTo>
                    <a:pt x="378" y="703"/>
                    <a:pt x="378" y="708"/>
                    <a:pt x="378" y="713"/>
                  </a:cubicBezTo>
                  <a:cubicBezTo>
                    <a:pt x="379" y="748"/>
                    <a:pt x="380" y="782"/>
                    <a:pt x="380" y="816"/>
                  </a:cubicBezTo>
                  <a:cubicBezTo>
                    <a:pt x="381" y="819"/>
                    <a:pt x="381" y="821"/>
                    <a:pt x="381" y="824"/>
                  </a:cubicBezTo>
                  <a:cubicBezTo>
                    <a:pt x="382" y="892"/>
                    <a:pt x="384" y="961"/>
                    <a:pt x="385" y="1029"/>
                  </a:cubicBezTo>
                  <a:cubicBezTo>
                    <a:pt x="386" y="1038"/>
                    <a:pt x="386" y="1046"/>
                    <a:pt x="386" y="1055"/>
                  </a:cubicBezTo>
                  <a:cubicBezTo>
                    <a:pt x="389" y="1064"/>
                    <a:pt x="393" y="1074"/>
                    <a:pt x="396" y="1083"/>
                  </a:cubicBezTo>
                  <a:cubicBezTo>
                    <a:pt x="406" y="1083"/>
                    <a:pt x="416" y="1083"/>
                    <a:pt x="427" y="1083"/>
                  </a:cubicBezTo>
                  <a:cubicBezTo>
                    <a:pt x="430" y="1072"/>
                    <a:pt x="436" y="1061"/>
                    <a:pt x="436" y="1051"/>
                  </a:cubicBezTo>
                  <a:cubicBezTo>
                    <a:pt x="437" y="1017"/>
                    <a:pt x="435" y="983"/>
                    <a:pt x="435" y="950"/>
                  </a:cubicBezTo>
                  <a:cubicBezTo>
                    <a:pt x="434" y="941"/>
                    <a:pt x="434" y="933"/>
                    <a:pt x="434" y="9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CDA99E08-CCA6-404A-AB78-0AC13F1776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7725" y="3698875"/>
              <a:ext cx="382588" cy="1282700"/>
            </a:xfrm>
            <a:custGeom>
              <a:avLst/>
              <a:gdLst>
                <a:gd name="T0" fmla="*/ 306 w 311"/>
                <a:gd name="T1" fmla="*/ 185 h 1044"/>
                <a:gd name="T2" fmla="*/ 305 w 311"/>
                <a:gd name="T3" fmla="*/ 32 h 1044"/>
                <a:gd name="T4" fmla="*/ 279 w 311"/>
                <a:gd name="T5" fmla="*/ 0 h 1044"/>
                <a:gd name="T6" fmla="*/ 254 w 311"/>
                <a:gd name="T7" fmla="*/ 32 h 1044"/>
                <a:gd name="T8" fmla="*/ 256 w 311"/>
                <a:gd name="T9" fmla="*/ 281 h 1044"/>
                <a:gd name="T10" fmla="*/ 258 w 311"/>
                <a:gd name="T11" fmla="*/ 834 h 1044"/>
                <a:gd name="T12" fmla="*/ 254 w 311"/>
                <a:gd name="T13" fmla="*/ 834 h 1044"/>
                <a:gd name="T14" fmla="*/ 71 w 311"/>
                <a:gd name="T15" fmla="*/ 252 h 1044"/>
                <a:gd name="T16" fmla="*/ 54 w 311"/>
                <a:gd name="T17" fmla="*/ 200 h 1044"/>
                <a:gd name="T18" fmla="*/ 26 w 311"/>
                <a:gd name="T19" fmla="*/ 183 h 1044"/>
                <a:gd name="T20" fmla="*/ 4 w 311"/>
                <a:gd name="T21" fmla="*/ 206 h 1044"/>
                <a:gd name="T22" fmla="*/ 4 w 311"/>
                <a:gd name="T23" fmla="*/ 222 h 1044"/>
                <a:gd name="T24" fmla="*/ 3 w 311"/>
                <a:gd name="T25" fmla="*/ 399 h 1044"/>
                <a:gd name="T26" fmla="*/ 0 w 311"/>
                <a:gd name="T27" fmla="*/ 1013 h 1044"/>
                <a:gd name="T28" fmla="*/ 26 w 311"/>
                <a:gd name="T29" fmla="*/ 1042 h 1044"/>
                <a:gd name="T30" fmla="*/ 51 w 311"/>
                <a:gd name="T31" fmla="*/ 1014 h 1044"/>
                <a:gd name="T32" fmla="*/ 53 w 311"/>
                <a:gd name="T33" fmla="*/ 734 h 1044"/>
                <a:gd name="T34" fmla="*/ 54 w 311"/>
                <a:gd name="T35" fmla="*/ 405 h 1044"/>
                <a:gd name="T36" fmla="*/ 55 w 311"/>
                <a:gd name="T37" fmla="*/ 388 h 1044"/>
                <a:gd name="T38" fmla="*/ 59 w 311"/>
                <a:gd name="T39" fmla="*/ 388 h 1044"/>
                <a:gd name="T40" fmla="*/ 61 w 311"/>
                <a:gd name="T41" fmla="*/ 394 h 1044"/>
                <a:gd name="T42" fmla="*/ 202 w 311"/>
                <a:gd name="T43" fmla="*/ 841 h 1044"/>
                <a:gd name="T44" fmla="*/ 260 w 311"/>
                <a:gd name="T45" fmla="*/ 1022 h 1044"/>
                <a:gd name="T46" fmla="*/ 283 w 311"/>
                <a:gd name="T47" fmla="*/ 1043 h 1044"/>
                <a:gd name="T48" fmla="*/ 311 w 311"/>
                <a:gd name="T49" fmla="*/ 1013 h 1044"/>
                <a:gd name="T50" fmla="*/ 308 w 311"/>
                <a:gd name="T51" fmla="*/ 653 h 1044"/>
                <a:gd name="T52" fmla="*/ 306 w 311"/>
                <a:gd name="T53" fmla="*/ 185 h 1044"/>
                <a:gd name="T54" fmla="*/ 257 w 311"/>
                <a:gd name="T55" fmla="*/ 838 h 1044"/>
                <a:gd name="T56" fmla="*/ 258 w 311"/>
                <a:gd name="T57" fmla="*/ 834 h 1044"/>
                <a:gd name="T58" fmla="*/ 258 w 311"/>
                <a:gd name="T59" fmla="*/ 834 h 1044"/>
                <a:gd name="T60" fmla="*/ 257 w 311"/>
                <a:gd name="T61" fmla="*/ 838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1" h="1044">
                  <a:moveTo>
                    <a:pt x="306" y="185"/>
                  </a:moveTo>
                  <a:cubicBezTo>
                    <a:pt x="306" y="134"/>
                    <a:pt x="306" y="83"/>
                    <a:pt x="305" y="32"/>
                  </a:cubicBezTo>
                  <a:cubicBezTo>
                    <a:pt x="305" y="13"/>
                    <a:pt x="295" y="0"/>
                    <a:pt x="279" y="0"/>
                  </a:cubicBezTo>
                  <a:cubicBezTo>
                    <a:pt x="264" y="0"/>
                    <a:pt x="254" y="12"/>
                    <a:pt x="254" y="32"/>
                  </a:cubicBezTo>
                  <a:cubicBezTo>
                    <a:pt x="254" y="115"/>
                    <a:pt x="255" y="198"/>
                    <a:pt x="256" y="281"/>
                  </a:cubicBezTo>
                  <a:cubicBezTo>
                    <a:pt x="257" y="465"/>
                    <a:pt x="258" y="650"/>
                    <a:pt x="258" y="834"/>
                  </a:cubicBezTo>
                  <a:cubicBezTo>
                    <a:pt x="257" y="834"/>
                    <a:pt x="256" y="834"/>
                    <a:pt x="254" y="834"/>
                  </a:cubicBezTo>
                  <a:cubicBezTo>
                    <a:pt x="193" y="640"/>
                    <a:pt x="132" y="446"/>
                    <a:pt x="71" y="252"/>
                  </a:cubicBezTo>
                  <a:cubicBezTo>
                    <a:pt x="65" y="235"/>
                    <a:pt x="60" y="217"/>
                    <a:pt x="54" y="200"/>
                  </a:cubicBezTo>
                  <a:cubicBezTo>
                    <a:pt x="50" y="187"/>
                    <a:pt x="38" y="181"/>
                    <a:pt x="26" y="183"/>
                  </a:cubicBezTo>
                  <a:cubicBezTo>
                    <a:pt x="14" y="184"/>
                    <a:pt x="6" y="193"/>
                    <a:pt x="4" y="206"/>
                  </a:cubicBezTo>
                  <a:cubicBezTo>
                    <a:pt x="4" y="211"/>
                    <a:pt x="4" y="217"/>
                    <a:pt x="4" y="222"/>
                  </a:cubicBezTo>
                  <a:cubicBezTo>
                    <a:pt x="4" y="281"/>
                    <a:pt x="3" y="340"/>
                    <a:pt x="3" y="399"/>
                  </a:cubicBezTo>
                  <a:cubicBezTo>
                    <a:pt x="2" y="604"/>
                    <a:pt x="1" y="808"/>
                    <a:pt x="0" y="1013"/>
                  </a:cubicBezTo>
                  <a:cubicBezTo>
                    <a:pt x="0" y="1030"/>
                    <a:pt x="11" y="1042"/>
                    <a:pt x="26" y="1042"/>
                  </a:cubicBezTo>
                  <a:cubicBezTo>
                    <a:pt x="41" y="1042"/>
                    <a:pt x="51" y="1030"/>
                    <a:pt x="51" y="1014"/>
                  </a:cubicBezTo>
                  <a:cubicBezTo>
                    <a:pt x="52" y="921"/>
                    <a:pt x="53" y="828"/>
                    <a:pt x="53" y="734"/>
                  </a:cubicBezTo>
                  <a:cubicBezTo>
                    <a:pt x="54" y="625"/>
                    <a:pt x="54" y="515"/>
                    <a:pt x="54" y="405"/>
                  </a:cubicBezTo>
                  <a:cubicBezTo>
                    <a:pt x="54" y="399"/>
                    <a:pt x="55" y="394"/>
                    <a:pt x="55" y="388"/>
                  </a:cubicBezTo>
                  <a:cubicBezTo>
                    <a:pt x="57" y="388"/>
                    <a:pt x="58" y="388"/>
                    <a:pt x="59" y="388"/>
                  </a:cubicBezTo>
                  <a:cubicBezTo>
                    <a:pt x="60" y="390"/>
                    <a:pt x="61" y="392"/>
                    <a:pt x="61" y="394"/>
                  </a:cubicBezTo>
                  <a:cubicBezTo>
                    <a:pt x="108" y="543"/>
                    <a:pt x="155" y="692"/>
                    <a:pt x="202" y="841"/>
                  </a:cubicBezTo>
                  <a:cubicBezTo>
                    <a:pt x="222" y="902"/>
                    <a:pt x="241" y="962"/>
                    <a:pt x="260" y="1022"/>
                  </a:cubicBezTo>
                  <a:cubicBezTo>
                    <a:pt x="263" y="1034"/>
                    <a:pt x="270" y="1042"/>
                    <a:pt x="283" y="1043"/>
                  </a:cubicBezTo>
                  <a:cubicBezTo>
                    <a:pt x="300" y="1044"/>
                    <a:pt x="311" y="1033"/>
                    <a:pt x="311" y="1013"/>
                  </a:cubicBezTo>
                  <a:cubicBezTo>
                    <a:pt x="310" y="893"/>
                    <a:pt x="309" y="773"/>
                    <a:pt x="308" y="653"/>
                  </a:cubicBezTo>
                  <a:cubicBezTo>
                    <a:pt x="308" y="497"/>
                    <a:pt x="307" y="341"/>
                    <a:pt x="306" y="185"/>
                  </a:cubicBezTo>
                  <a:close/>
                  <a:moveTo>
                    <a:pt x="257" y="838"/>
                  </a:moveTo>
                  <a:cubicBezTo>
                    <a:pt x="258" y="837"/>
                    <a:pt x="258" y="835"/>
                    <a:pt x="258" y="834"/>
                  </a:cubicBezTo>
                  <a:cubicBezTo>
                    <a:pt x="258" y="834"/>
                    <a:pt x="258" y="834"/>
                    <a:pt x="258" y="834"/>
                  </a:cubicBezTo>
                  <a:cubicBezTo>
                    <a:pt x="258" y="835"/>
                    <a:pt x="258" y="837"/>
                    <a:pt x="257" y="83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878A024B-7C22-441E-A599-BEFBDBF44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2600" y="3771900"/>
              <a:ext cx="390525" cy="1236663"/>
            </a:xfrm>
            <a:custGeom>
              <a:avLst/>
              <a:gdLst>
                <a:gd name="T0" fmla="*/ 294 w 317"/>
                <a:gd name="T1" fmla="*/ 2 h 1006"/>
                <a:gd name="T2" fmla="*/ 267 w 317"/>
                <a:gd name="T3" fmla="*/ 20 h 1006"/>
                <a:gd name="T4" fmla="*/ 265 w 317"/>
                <a:gd name="T5" fmla="*/ 41 h 1006"/>
                <a:gd name="T6" fmla="*/ 265 w 317"/>
                <a:gd name="T7" fmla="*/ 785 h 1006"/>
                <a:gd name="T8" fmla="*/ 262 w 317"/>
                <a:gd name="T9" fmla="*/ 785 h 1006"/>
                <a:gd name="T10" fmla="*/ 87 w 317"/>
                <a:gd name="T11" fmla="*/ 239 h 1006"/>
                <a:gd name="T12" fmla="*/ 54 w 317"/>
                <a:gd name="T13" fmla="*/ 139 h 1006"/>
                <a:gd name="T14" fmla="*/ 18 w 317"/>
                <a:gd name="T15" fmla="*/ 121 h 1006"/>
                <a:gd name="T16" fmla="*/ 3 w 317"/>
                <a:gd name="T17" fmla="*/ 150 h 1006"/>
                <a:gd name="T18" fmla="*/ 1 w 317"/>
                <a:gd name="T19" fmla="*/ 528 h 1006"/>
                <a:gd name="T20" fmla="*/ 0 w 317"/>
                <a:gd name="T21" fmla="*/ 849 h 1006"/>
                <a:gd name="T22" fmla="*/ 1 w 317"/>
                <a:gd name="T23" fmla="*/ 978 h 1006"/>
                <a:gd name="T24" fmla="*/ 26 w 317"/>
                <a:gd name="T25" fmla="*/ 1005 h 1006"/>
                <a:gd name="T26" fmla="*/ 52 w 317"/>
                <a:gd name="T27" fmla="*/ 980 h 1006"/>
                <a:gd name="T28" fmla="*/ 52 w 317"/>
                <a:gd name="T29" fmla="*/ 970 h 1006"/>
                <a:gd name="T30" fmla="*/ 52 w 317"/>
                <a:gd name="T31" fmla="*/ 829 h 1006"/>
                <a:gd name="T32" fmla="*/ 54 w 317"/>
                <a:gd name="T33" fmla="*/ 354 h 1006"/>
                <a:gd name="T34" fmla="*/ 54 w 317"/>
                <a:gd name="T35" fmla="*/ 320 h 1006"/>
                <a:gd name="T36" fmla="*/ 57 w 317"/>
                <a:gd name="T37" fmla="*/ 319 h 1006"/>
                <a:gd name="T38" fmla="*/ 62 w 317"/>
                <a:gd name="T39" fmla="*/ 330 h 1006"/>
                <a:gd name="T40" fmla="*/ 86 w 317"/>
                <a:gd name="T41" fmla="*/ 405 h 1006"/>
                <a:gd name="T42" fmla="*/ 264 w 317"/>
                <a:gd name="T43" fmla="*/ 957 h 1006"/>
                <a:gd name="T44" fmla="*/ 295 w 317"/>
                <a:gd name="T45" fmla="*/ 983 h 1006"/>
                <a:gd name="T46" fmla="*/ 316 w 317"/>
                <a:gd name="T47" fmla="*/ 948 h 1006"/>
                <a:gd name="T48" fmla="*/ 316 w 317"/>
                <a:gd name="T49" fmla="*/ 37 h 1006"/>
                <a:gd name="T50" fmla="*/ 316 w 317"/>
                <a:gd name="T51" fmla="*/ 25 h 1006"/>
                <a:gd name="T52" fmla="*/ 294 w 317"/>
                <a:gd name="T53" fmla="*/ 2 h 10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7" h="1006">
                  <a:moveTo>
                    <a:pt x="294" y="2"/>
                  </a:moveTo>
                  <a:cubicBezTo>
                    <a:pt x="280" y="0"/>
                    <a:pt x="270" y="7"/>
                    <a:pt x="267" y="20"/>
                  </a:cubicBezTo>
                  <a:cubicBezTo>
                    <a:pt x="265" y="27"/>
                    <a:pt x="265" y="34"/>
                    <a:pt x="265" y="41"/>
                  </a:cubicBezTo>
                  <a:cubicBezTo>
                    <a:pt x="265" y="289"/>
                    <a:pt x="265" y="537"/>
                    <a:pt x="265" y="785"/>
                  </a:cubicBezTo>
                  <a:cubicBezTo>
                    <a:pt x="264" y="785"/>
                    <a:pt x="263" y="785"/>
                    <a:pt x="262" y="785"/>
                  </a:cubicBezTo>
                  <a:cubicBezTo>
                    <a:pt x="204" y="603"/>
                    <a:pt x="145" y="421"/>
                    <a:pt x="87" y="239"/>
                  </a:cubicBezTo>
                  <a:cubicBezTo>
                    <a:pt x="76" y="206"/>
                    <a:pt x="65" y="172"/>
                    <a:pt x="54" y="139"/>
                  </a:cubicBezTo>
                  <a:cubicBezTo>
                    <a:pt x="48" y="121"/>
                    <a:pt x="33" y="114"/>
                    <a:pt x="18" y="121"/>
                  </a:cubicBezTo>
                  <a:cubicBezTo>
                    <a:pt x="6" y="127"/>
                    <a:pt x="3" y="137"/>
                    <a:pt x="3" y="150"/>
                  </a:cubicBezTo>
                  <a:cubicBezTo>
                    <a:pt x="2" y="276"/>
                    <a:pt x="2" y="402"/>
                    <a:pt x="1" y="528"/>
                  </a:cubicBezTo>
                  <a:cubicBezTo>
                    <a:pt x="1" y="635"/>
                    <a:pt x="1" y="742"/>
                    <a:pt x="0" y="849"/>
                  </a:cubicBezTo>
                  <a:cubicBezTo>
                    <a:pt x="0" y="892"/>
                    <a:pt x="0" y="935"/>
                    <a:pt x="1" y="978"/>
                  </a:cubicBezTo>
                  <a:cubicBezTo>
                    <a:pt x="1" y="994"/>
                    <a:pt x="12" y="1005"/>
                    <a:pt x="26" y="1005"/>
                  </a:cubicBezTo>
                  <a:cubicBezTo>
                    <a:pt x="39" y="1006"/>
                    <a:pt x="50" y="995"/>
                    <a:pt x="52" y="980"/>
                  </a:cubicBezTo>
                  <a:cubicBezTo>
                    <a:pt x="52" y="977"/>
                    <a:pt x="52" y="973"/>
                    <a:pt x="52" y="970"/>
                  </a:cubicBezTo>
                  <a:cubicBezTo>
                    <a:pt x="52" y="923"/>
                    <a:pt x="52" y="876"/>
                    <a:pt x="52" y="829"/>
                  </a:cubicBezTo>
                  <a:cubicBezTo>
                    <a:pt x="53" y="670"/>
                    <a:pt x="53" y="512"/>
                    <a:pt x="54" y="354"/>
                  </a:cubicBezTo>
                  <a:cubicBezTo>
                    <a:pt x="54" y="343"/>
                    <a:pt x="54" y="331"/>
                    <a:pt x="54" y="320"/>
                  </a:cubicBezTo>
                  <a:cubicBezTo>
                    <a:pt x="55" y="320"/>
                    <a:pt x="56" y="320"/>
                    <a:pt x="57" y="319"/>
                  </a:cubicBezTo>
                  <a:cubicBezTo>
                    <a:pt x="59" y="323"/>
                    <a:pt x="60" y="327"/>
                    <a:pt x="62" y="330"/>
                  </a:cubicBezTo>
                  <a:cubicBezTo>
                    <a:pt x="70" y="355"/>
                    <a:pt x="78" y="380"/>
                    <a:pt x="86" y="405"/>
                  </a:cubicBezTo>
                  <a:cubicBezTo>
                    <a:pt x="145" y="589"/>
                    <a:pt x="204" y="773"/>
                    <a:pt x="264" y="957"/>
                  </a:cubicBezTo>
                  <a:cubicBezTo>
                    <a:pt x="270" y="978"/>
                    <a:pt x="279" y="985"/>
                    <a:pt x="295" y="983"/>
                  </a:cubicBezTo>
                  <a:cubicBezTo>
                    <a:pt x="310" y="981"/>
                    <a:pt x="316" y="971"/>
                    <a:pt x="316" y="948"/>
                  </a:cubicBezTo>
                  <a:cubicBezTo>
                    <a:pt x="316" y="644"/>
                    <a:pt x="316" y="340"/>
                    <a:pt x="316" y="37"/>
                  </a:cubicBezTo>
                  <a:cubicBezTo>
                    <a:pt x="316" y="33"/>
                    <a:pt x="317" y="29"/>
                    <a:pt x="316" y="25"/>
                  </a:cubicBezTo>
                  <a:cubicBezTo>
                    <a:pt x="315" y="12"/>
                    <a:pt x="306" y="3"/>
                    <a:pt x="294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F3105A92-58D6-4DC1-99A3-6A9980222E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83225" y="3930650"/>
              <a:ext cx="555625" cy="1052513"/>
            </a:xfrm>
            <a:custGeom>
              <a:avLst/>
              <a:gdLst>
                <a:gd name="T0" fmla="*/ 408 w 452"/>
                <a:gd name="T1" fmla="*/ 658 h 857"/>
                <a:gd name="T2" fmla="*/ 377 w 452"/>
                <a:gd name="T3" fmla="*/ 659 h 857"/>
                <a:gd name="T4" fmla="*/ 358 w 452"/>
                <a:gd name="T5" fmla="*/ 643 h 857"/>
                <a:gd name="T6" fmla="*/ 256 w 452"/>
                <a:gd name="T7" fmla="*/ 52 h 857"/>
                <a:gd name="T8" fmla="*/ 248 w 452"/>
                <a:gd name="T9" fmla="*/ 17 h 857"/>
                <a:gd name="T10" fmla="*/ 224 w 452"/>
                <a:gd name="T11" fmla="*/ 0 h 857"/>
                <a:gd name="T12" fmla="*/ 201 w 452"/>
                <a:gd name="T13" fmla="*/ 17 h 857"/>
                <a:gd name="T14" fmla="*/ 197 w 452"/>
                <a:gd name="T15" fmla="*/ 30 h 857"/>
                <a:gd name="T16" fmla="*/ 64 w 452"/>
                <a:gd name="T17" fmla="*/ 571 h 857"/>
                <a:gd name="T18" fmla="*/ 5 w 452"/>
                <a:gd name="T19" fmla="*/ 815 h 857"/>
                <a:gd name="T20" fmla="*/ 21 w 452"/>
                <a:gd name="T21" fmla="*/ 853 h 857"/>
                <a:gd name="T22" fmla="*/ 55 w 452"/>
                <a:gd name="T23" fmla="*/ 828 h 857"/>
                <a:gd name="T24" fmla="*/ 71 w 452"/>
                <a:gd name="T25" fmla="*/ 758 h 857"/>
                <a:gd name="T26" fmla="*/ 91 w 452"/>
                <a:gd name="T27" fmla="*/ 743 h 857"/>
                <a:gd name="T28" fmla="*/ 311 w 452"/>
                <a:gd name="T29" fmla="*/ 745 h 857"/>
                <a:gd name="T30" fmla="*/ 326 w 452"/>
                <a:gd name="T31" fmla="*/ 758 h 857"/>
                <a:gd name="T32" fmla="*/ 340 w 452"/>
                <a:gd name="T33" fmla="*/ 834 h 857"/>
                <a:gd name="T34" fmla="*/ 363 w 452"/>
                <a:gd name="T35" fmla="*/ 856 h 857"/>
                <a:gd name="T36" fmla="*/ 388 w 452"/>
                <a:gd name="T37" fmla="*/ 840 h 857"/>
                <a:gd name="T38" fmla="*/ 389 w 452"/>
                <a:gd name="T39" fmla="*/ 817 h 857"/>
                <a:gd name="T40" fmla="*/ 378 w 452"/>
                <a:gd name="T41" fmla="*/ 759 h 857"/>
                <a:gd name="T42" fmla="*/ 390 w 452"/>
                <a:gd name="T43" fmla="*/ 746 h 857"/>
                <a:gd name="T44" fmla="*/ 409 w 452"/>
                <a:gd name="T45" fmla="*/ 746 h 857"/>
                <a:gd name="T46" fmla="*/ 451 w 452"/>
                <a:gd name="T47" fmla="*/ 702 h 857"/>
                <a:gd name="T48" fmla="*/ 408 w 452"/>
                <a:gd name="T49" fmla="*/ 658 h 857"/>
                <a:gd name="T50" fmla="*/ 97 w 452"/>
                <a:gd name="T51" fmla="*/ 655 h 857"/>
                <a:gd name="T52" fmla="*/ 218 w 452"/>
                <a:gd name="T53" fmla="*/ 161 h 857"/>
                <a:gd name="T54" fmla="*/ 222 w 452"/>
                <a:gd name="T55" fmla="*/ 161 h 857"/>
                <a:gd name="T56" fmla="*/ 308 w 452"/>
                <a:gd name="T57" fmla="*/ 655 h 857"/>
                <a:gd name="T58" fmla="*/ 97 w 452"/>
                <a:gd name="T59" fmla="*/ 655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52" h="857">
                  <a:moveTo>
                    <a:pt x="408" y="658"/>
                  </a:moveTo>
                  <a:cubicBezTo>
                    <a:pt x="397" y="658"/>
                    <a:pt x="387" y="657"/>
                    <a:pt x="377" y="659"/>
                  </a:cubicBezTo>
                  <a:cubicBezTo>
                    <a:pt x="364" y="660"/>
                    <a:pt x="360" y="655"/>
                    <a:pt x="358" y="643"/>
                  </a:cubicBezTo>
                  <a:cubicBezTo>
                    <a:pt x="324" y="446"/>
                    <a:pt x="290" y="249"/>
                    <a:pt x="256" y="52"/>
                  </a:cubicBezTo>
                  <a:cubicBezTo>
                    <a:pt x="254" y="40"/>
                    <a:pt x="252" y="28"/>
                    <a:pt x="248" y="17"/>
                  </a:cubicBezTo>
                  <a:cubicBezTo>
                    <a:pt x="245" y="5"/>
                    <a:pt x="236" y="0"/>
                    <a:pt x="224" y="0"/>
                  </a:cubicBezTo>
                  <a:cubicBezTo>
                    <a:pt x="212" y="1"/>
                    <a:pt x="204" y="7"/>
                    <a:pt x="201" y="17"/>
                  </a:cubicBezTo>
                  <a:cubicBezTo>
                    <a:pt x="199" y="21"/>
                    <a:pt x="198" y="26"/>
                    <a:pt x="197" y="30"/>
                  </a:cubicBezTo>
                  <a:cubicBezTo>
                    <a:pt x="153" y="210"/>
                    <a:pt x="109" y="391"/>
                    <a:pt x="64" y="571"/>
                  </a:cubicBezTo>
                  <a:cubicBezTo>
                    <a:pt x="44" y="653"/>
                    <a:pt x="24" y="734"/>
                    <a:pt x="5" y="815"/>
                  </a:cubicBezTo>
                  <a:cubicBezTo>
                    <a:pt x="0" y="835"/>
                    <a:pt x="6" y="849"/>
                    <a:pt x="21" y="853"/>
                  </a:cubicBezTo>
                  <a:cubicBezTo>
                    <a:pt x="37" y="857"/>
                    <a:pt x="50" y="847"/>
                    <a:pt x="55" y="828"/>
                  </a:cubicBezTo>
                  <a:cubicBezTo>
                    <a:pt x="60" y="805"/>
                    <a:pt x="67" y="781"/>
                    <a:pt x="71" y="758"/>
                  </a:cubicBezTo>
                  <a:cubicBezTo>
                    <a:pt x="74" y="746"/>
                    <a:pt x="79" y="743"/>
                    <a:pt x="91" y="743"/>
                  </a:cubicBezTo>
                  <a:cubicBezTo>
                    <a:pt x="164" y="744"/>
                    <a:pt x="238" y="745"/>
                    <a:pt x="311" y="745"/>
                  </a:cubicBezTo>
                  <a:cubicBezTo>
                    <a:pt x="321" y="745"/>
                    <a:pt x="325" y="748"/>
                    <a:pt x="326" y="758"/>
                  </a:cubicBezTo>
                  <a:cubicBezTo>
                    <a:pt x="330" y="783"/>
                    <a:pt x="335" y="809"/>
                    <a:pt x="340" y="834"/>
                  </a:cubicBezTo>
                  <a:cubicBezTo>
                    <a:pt x="342" y="847"/>
                    <a:pt x="351" y="855"/>
                    <a:pt x="363" y="856"/>
                  </a:cubicBezTo>
                  <a:cubicBezTo>
                    <a:pt x="375" y="856"/>
                    <a:pt x="384" y="851"/>
                    <a:pt x="388" y="840"/>
                  </a:cubicBezTo>
                  <a:cubicBezTo>
                    <a:pt x="391" y="833"/>
                    <a:pt x="390" y="825"/>
                    <a:pt x="389" y="817"/>
                  </a:cubicBezTo>
                  <a:cubicBezTo>
                    <a:pt x="386" y="798"/>
                    <a:pt x="382" y="778"/>
                    <a:pt x="378" y="759"/>
                  </a:cubicBezTo>
                  <a:cubicBezTo>
                    <a:pt x="376" y="748"/>
                    <a:pt x="380" y="745"/>
                    <a:pt x="390" y="746"/>
                  </a:cubicBezTo>
                  <a:cubicBezTo>
                    <a:pt x="396" y="746"/>
                    <a:pt x="403" y="746"/>
                    <a:pt x="409" y="746"/>
                  </a:cubicBezTo>
                  <a:cubicBezTo>
                    <a:pt x="433" y="744"/>
                    <a:pt x="451" y="725"/>
                    <a:pt x="451" y="702"/>
                  </a:cubicBezTo>
                  <a:cubicBezTo>
                    <a:pt x="452" y="678"/>
                    <a:pt x="432" y="658"/>
                    <a:pt x="408" y="658"/>
                  </a:cubicBezTo>
                  <a:close/>
                  <a:moveTo>
                    <a:pt x="97" y="655"/>
                  </a:moveTo>
                  <a:cubicBezTo>
                    <a:pt x="138" y="489"/>
                    <a:pt x="178" y="325"/>
                    <a:pt x="218" y="161"/>
                  </a:cubicBezTo>
                  <a:cubicBezTo>
                    <a:pt x="219" y="161"/>
                    <a:pt x="221" y="161"/>
                    <a:pt x="222" y="161"/>
                  </a:cubicBezTo>
                  <a:cubicBezTo>
                    <a:pt x="251" y="325"/>
                    <a:pt x="279" y="489"/>
                    <a:pt x="308" y="655"/>
                  </a:cubicBezTo>
                  <a:cubicBezTo>
                    <a:pt x="237" y="655"/>
                    <a:pt x="169" y="655"/>
                    <a:pt x="97" y="6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642C46C5-9D05-4ACC-A579-2AA50CC4AE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65588" y="3922713"/>
              <a:ext cx="554038" cy="1060450"/>
            </a:xfrm>
            <a:custGeom>
              <a:avLst/>
              <a:gdLst>
                <a:gd name="T0" fmla="*/ 406 w 451"/>
                <a:gd name="T1" fmla="*/ 663 h 864"/>
                <a:gd name="T2" fmla="*/ 373 w 451"/>
                <a:gd name="T3" fmla="*/ 663 h 864"/>
                <a:gd name="T4" fmla="*/ 358 w 451"/>
                <a:gd name="T5" fmla="*/ 650 h 864"/>
                <a:gd name="T6" fmla="*/ 299 w 451"/>
                <a:gd name="T7" fmla="*/ 308 h 864"/>
                <a:gd name="T8" fmla="*/ 274 w 451"/>
                <a:gd name="T9" fmla="*/ 165 h 864"/>
                <a:gd name="T10" fmla="*/ 249 w 451"/>
                <a:gd name="T11" fmla="*/ 27 h 864"/>
                <a:gd name="T12" fmla="*/ 214 w 451"/>
                <a:gd name="T13" fmla="*/ 6 h 864"/>
                <a:gd name="T14" fmla="*/ 197 w 451"/>
                <a:gd name="T15" fmla="*/ 31 h 864"/>
                <a:gd name="T16" fmla="*/ 49 w 451"/>
                <a:gd name="T17" fmla="*/ 635 h 864"/>
                <a:gd name="T18" fmla="*/ 3 w 451"/>
                <a:gd name="T19" fmla="*/ 821 h 864"/>
                <a:gd name="T20" fmla="*/ 11 w 451"/>
                <a:gd name="T21" fmla="*/ 852 h 864"/>
                <a:gd name="T22" fmla="*/ 53 w 451"/>
                <a:gd name="T23" fmla="*/ 836 h 864"/>
                <a:gd name="T24" fmla="*/ 70 w 451"/>
                <a:gd name="T25" fmla="*/ 762 h 864"/>
                <a:gd name="T26" fmla="*/ 89 w 451"/>
                <a:gd name="T27" fmla="*/ 748 h 864"/>
                <a:gd name="T28" fmla="*/ 306 w 451"/>
                <a:gd name="T29" fmla="*/ 749 h 864"/>
                <a:gd name="T30" fmla="*/ 326 w 451"/>
                <a:gd name="T31" fmla="*/ 767 h 864"/>
                <a:gd name="T32" fmla="*/ 338 w 451"/>
                <a:gd name="T33" fmla="*/ 837 h 864"/>
                <a:gd name="T34" fmla="*/ 366 w 451"/>
                <a:gd name="T35" fmla="*/ 860 h 864"/>
                <a:gd name="T36" fmla="*/ 389 w 451"/>
                <a:gd name="T37" fmla="*/ 837 h 864"/>
                <a:gd name="T38" fmla="*/ 388 w 451"/>
                <a:gd name="T39" fmla="*/ 824 h 864"/>
                <a:gd name="T40" fmla="*/ 376 w 451"/>
                <a:gd name="T41" fmla="*/ 750 h 864"/>
                <a:gd name="T42" fmla="*/ 408 w 451"/>
                <a:gd name="T43" fmla="*/ 750 h 864"/>
                <a:gd name="T44" fmla="*/ 450 w 451"/>
                <a:gd name="T45" fmla="*/ 704 h 864"/>
                <a:gd name="T46" fmla="*/ 406 w 451"/>
                <a:gd name="T47" fmla="*/ 663 h 864"/>
                <a:gd name="T48" fmla="*/ 96 w 451"/>
                <a:gd name="T49" fmla="*/ 659 h 864"/>
                <a:gd name="T50" fmla="*/ 217 w 451"/>
                <a:gd name="T51" fmla="*/ 164 h 864"/>
                <a:gd name="T52" fmla="*/ 221 w 451"/>
                <a:gd name="T53" fmla="*/ 164 h 864"/>
                <a:gd name="T54" fmla="*/ 307 w 451"/>
                <a:gd name="T55" fmla="*/ 659 h 864"/>
                <a:gd name="T56" fmla="*/ 96 w 451"/>
                <a:gd name="T57" fmla="*/ 659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1" h="864">
                  <a:moveTo>
                    <a:pt x="406" y="663"/>
                  </a:moveTo>
                  <a:cubicBezTo>
                    <a:pt x="395" y="663"/>
                    <a:pt x="384" y="662"/>
                    <a:pt x="373" y="663"/>
                  </a:cubicBezTo>
                  <a:cubicBezTo>
                    <a:pt x="364" y="663"/>
                    <a:pt x="360" y="660"/>
                    <a:pt x="358" y="650"/>
                  </a:cubicBezTo>
                  <a:cubicBezTo>
                    <a:pt x="339" y="536"/>
                    <a:pt x="319" y="422"/>
                    <a:pt x="299" y="308"/>
                  </a:cubicBezTo>
                  <a:cubicBezTo>
                    <a:pt x="290" y="261"/>
                    <a:pt x="282" y="213"/>
                    <a:pt x="274" y="165"/>
                  </a:cubicBezTo>
                  <a:cubicBezTo>
                    <a:pt x="266" y="119"/>
                    <a:pt x="258" y="73"/>
                    <a:pt x="249" y="27"/>
                  </a:cubicBezTo>
                  <a:cubicBezTo>
                    <a:pt x="246" y="9"/>
                    <a:pt x="230" y="0"/>
                    <a:pt x="214" y="6"/>
                  </a:cubicBezTo>
                  <a:cubicBezTo>
                    <a:pt x="203" y="11"/>
                    <a:pt x="199" y="21"/>
                    <a:pt x="197" y="31"/>
                  </a:cubicBezTo>
                  <a:cubicBezTo>
                    <a:pt x="148" y="233"/>
                    <a:pt x="98" y="434"/>
                    <a:pt x="49" y="635"/>
                  </a:cubicBezTo>
                  <a:cubicBezTo>
                    <a:pt x="34" y="697"/>
                    <a:pt x="19" y="759"/>
                    <a:pt x="3" y="821"/>
                  </a:cubicBezTo>
                  <a:cubicBezTo>
                    <a:pt x="0" y="833"/>
                    <a:pt x="1" y="844"/>
                    <a:pt x="11" y="852"/>
                  </a:cubicBezTo>
                  <a:cubicBezTo>
                    <a:pt x="26" y="864"/>
                    <a:pt x="47" y="856"/>
                    <a:pt x="53" y="836"/>
                  </a:cubicBezTo>
                  <a:cubicBezTo>
                    <a:pt x="59" y="811"/>
                    <a:pt x="65" y="787"/>
                    <a:pt x="70" y="762"/>
                  </a:cubicBezTo>
                  <a:cubicBezTo>
                    <a:pt x="73" y="750"/>
                    <a:pt x="78" y="747"/>
                    <a:pt x="89" y="748"/>
                  </a:cubicBezTo>
                  <a:cubicBezTo>
                    <a:pt x="162" y="749"/>
                    <a:pt x="234" y="749"/>
                    <a:pt x="306" y="749"/>
                  </a:cubicBezTo>
                  <a:cubicBezTo>
                    <a:pt x="320" y="749"/>
                    <a:pt x="325" y="753"/>
                    <a:pt x="326" y="767"/>
                  </a:cubicBezTo>
                  <a:cubicBezTo>
                    <a:pt x="329" y="790"/>
                    <a:pt x="334" y="814"/>
                    <a:pt x="338" y="837"/>
                  </a:cubicBezTo>
                  <a:cubicBezTo>
                    <a:pt x="341" y="852"/>
                    <a:pt x="353" y="861"/>
                    <a:pt x="366" y="860"/>
                  </a:cubicBezTo>
                  <a:cubicBezTo>
                    <a:pt x="378" y="859"/>
                    <a:pt x="388" y="849"/>
                    <a:pt x="389" y="837"/>
                  </a:cubicBezTo>
                  <a:cubicBezTo>
                    <a:pt x="390" y="833"/>
                    <a:pt x="389" y="828"/>
                    <a:pt x="388" y="824"/>
                  </a:cubicBezTo>
                  <a:cubicBezTo>
                    <a:pt x="384" y="800"/>
                    <a:pt x="380" y="776"/>
                    <a:pt x="376" y="750"/>
                  </a:cubicBezTo>
                  <a:cubicBezTo>
                    <a:pt x="388" y="750"/>
                    <a:pt x="398" y="750"/>
                    <a:pt x="408" y="750"/>
                  </a:cubicBezTo>
                  <a:cubicBezTo>
                    <a:pt x="433" y="749"/>
                    <a:pt x="451" y="729"/>
                    <a:pt x="450" y="704"/>
                  </a:cubicBezTo>
                  <a:cubicBezTo>
                    <a:pt x="449" y="680"/>
                    <a:pt x="430" y="662"/>
                    <a:pt x="406" y="663"/>
                  </a:cubicBezTo>
                  <a:close/>
                  <a:moveTo>
                    <a:pt x="96" y="659"/>
                  </a:moveTo>
                  <a:cubicBezTo>
                    <a:pt x="137" y="492"/>
                    <a:pt x="177" y="328"/>
                    <a:pt x="217" y="164"/>
                  </a:cubicBezTo>
                  <a:cubicBezTo>
                    <a:pt x="219" y="164"/>
                    <a:pt x="220" y="164"/>
                    <a:pt x="221" y="164"/>
                  </a:cubicBezTo>
                  <a:cubicBezTo>
                    <a:pt x="250" y="328"/>
                    <a:pt x="278" y="493"/>
                    <a:pt x="307" y="659"/>
                  </a:cubicBezTo>
                  <a:cubicBezTo>
                    <a:pt x="237" y="659"/>
                    <a:pt x="168" y="659"/>
                    <a:pt x="96" y="6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F5EBAFF-392D-4FD4-AF35-C44CCC925E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19963" y="3983038"/>
              <a:ext cx="555625" cy="1054100"/>
            </a:xfrm>
            <a:custGeom>
              <a:avLst/>
              <a:gdLst>
                <a:gd name="T0" fmla="*/ 406 w 452"/>
                <a:gd name="T1" fmla="*/ 657 h 858"/>
                <a:gd name="T2" fmla="*/ 372 w 452"/>
                <a:gd name="T3" fmla="*/ 658 h 858"/>
                <a:gd name="T4" fmla="*/ 358 w 452"/>
                <a:gd name="T5" fmla="*/ 645 h 858"/>
                <a:gd name="T6" fmla="*/ 273 w 452"/>
                <a:gd name="T7" fmla="*/ 150 h 858"/>
                <a:gd name="T8" fmla="*/ 251 w 452"/>
                <a:gd name="T9" fmla="*/ 24 h 858"/>
                <a:gd name="T10" fmla="*/ 227 w 452"/>
                <a:gd name="T11" fmla="*/ 1 h 858"/>
                <a:gd name="T12" fmla="*/ 200 w 452"/>
                <a:gd name="T13" fmla="*/ 21 h 858"/>
                <a:gd name="T14" fmla="*/ 198 w 452"/>
                <a:gd name="T15" fmla="*/ 30 h 858"/>
                <a:gd name="T16" fmla="*/ 5 w 452"/>
                <a:gd name="T17" fmla="*/ 817 h 858"/>
                <a:gd name="T18" fmla="*/ 23 w 452"/>
                <a:gd name="T19" fmla="*/ 854 h 858"/>
                <a:gd name="T20" fmla="*/ 55 w 452"/>
                <a:gd name="T21" fmla="*/ 830 h 858"/>
                <a:gd name="T22" fmla="*/ 73 w 452"/>
                <a:gd name="T23" fmla="*/ 757 h 858"/>
                <a:gd name="T24" fmla="*/ 80 w 452"/>
                <a:gd name="T25" fmla="*/ 745 h 858"/>
                <a:gd name="T26" fmla="*/ 106 w 452"/>
                <a:gd name="T27" fmla="*/ 745 h 858"/>
                <a:gd name="T28" fmla="*/ 303 w 452"/>
                <a:gd name="T29" fmla="*/ 746 h 858"/>
                <a:gd name="T30" fmla="*/ 326 w 452"/>
                <a:gd name="T31" fmla="*/ 766 h 858"/>
                <a:gd name="T32" fmla="*/ 337 w 452"/>
                <a:gd name="T33" fmla="*/ 826 h 858"/>
                <a:gd name="T34" fmla="*/ 365 w 452"/>
                <a:gd name="T35" fmla="*/ 846 h 858"/>
                <a:gd name="T36" fmla="*/ 386 w 452"/>
                <a:gd name="T37" fmla="*/ 820 h 858"/>
                <a:gd name="T38" fmla="*/ 384 w 452"/>
                <a:gd name="T39" fmla="*/ 805 h 858"/>
                <a:gd name="T40" fmla="*/ 376 w 452"/>
                <a:gd name="T41" fmla="*/ 747 h 858"/>
                <a:gd name="T42" fmla="*/ 405 w 452"/>
                <a:gd name="T43" fmla="*/ 747 h 858"/>
                <a:gd name="T44" fmla="*/ 451 w 452"/>
                <a:gd name="T45" fmla="*/ 703 h 858"/>
                <a:gd name="T46" fmla="*/ 406 w 452"/>
                <a:gd name="T47" fmla="*/ 657 h 858"/>
                <a:gd name="T48" fmla="*/ 98 w 452"/>
                <a:gd name="T49" fmla="*/ 655 h 858"/>
                <a:gd name="T50" fmla="*/ 219 w 452"/>
                <a:gd name="T51" fmla="*/ 161 h 858"/>
                <a:gd name="T52" fmla="*/ 222 w 452"/>
                <a:gd name="T53" fmla="*/ 161 h 858"/>
                <a:gd name="T54" fmla="*/ 307 w 452"/>
                <a:gd name="T55" fmla="*/ 655 h 858"/>
                <a:gd name="T56" fmla="*/ 98 w 452"/>
                <a:gd name="T57" fmla="*/ 655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2" h="858">
                  <a:moveTo>
                    <a:pt x="406" y="657"/>
                  </a:moveTo>
                  <a:cubicBezTo>
                    <a:pt x="395" y="657"/>
                    <a:pt x="383" y="657"/>
                    <a:pt x="372" y="658"/>
                  </a:cubicBezTo>
                  <a:cubicBezTo>
                    <a:pt x="362" y="658"/>
                    <a:pt x="359" y="654"/>
                    <a:pt x="358" y="645"/>
                  </a:cubicBezTo>
                  <a:cubicBezTo>
                    <a:pt x="329" y="480"/>
                    <a:pt x="301" y="315"/>
                    <a:pt x="273" y="150"/>
                  </a:cubicBezTo>
                  <a:cubicBezTo>
                    <a:pt x="265" y="108"/>
                    <a:pt x="258" y="66"/>
                    <a:pt x="251" y="24"/>
                  </a:cubicBezTo>
                  <a:cubicBezTo>
                    <a:pt x="248" y="9"/>
                    <a:pt x="240" y="1"/>
                    <a:pt x="227" y="1"/>
                  </a:cubicBezTo>
                  <a:cubicBezTo>
                    <a:pt x="214" y="0"/>
                    <a:pt x="205" y="7"/>
                    <a:pt x="200" y="21"/>
                  </a:cubicBezTo>
                  <a:cubicBezTo>
                    <a:pt x="199" y="24"/>
                    <a:pt x="199" y="27"/>
                    <a:pt x="198" y="30"/>
                  </a:cubicBezTo>
                  <a:cubicBezTo>
                    <a:pt x="134" y="292"/>
                    <a:pt x="69" y="555"/>
                    <a:pt x="5" y="817"/>
                  </a:cubicBezTo>
                  <a:cubicBezTo>
                    <a:pt x="0" y="836"/>
                    <a:pt x="7" y="849"/>
                    <a:pt x="23" y="854"/>
                  </a:cubicBezTo>
                  <a:cubicBezTo>
                    <a:pt x="37" y="858"/>
                    <a:pt x="50" y="848"/>
                    <a:pt x="55" y="830"/>
                  </a:cubicBezTo>
                  <a:cubicBezTo>
                    <a:pt x="61" y="806"/>
                    <a:pt x="66" y="781"/>
                    <a:pt x="73" y="757"/>
                  </a:cubicBezTo>
                  <a:cubicBezTo>
                    <a:pt x="74" y="752"/>
                    <a:pt x="78" y="749"/>
                    <a:pt x="80" y="745"/>
                  </a:cubicBezTo>
                  <a:cubicBezTo>
                    <a:pt x="89" y="745"/>
                    <a:pt x="97" y="745"/>
                    <a:pt x="106" y="745"/>
                  </a:cubicBezTo>
                  <a:cubicBezTo>
                    <a:pt x="172" y="745"/>
                    <a:pt x="238" y="745"/>
                    <a:pt x="303" y="746"/>
                  </a:cubicBezTo>
                  <a:cubicBezTo>
                    <a:pt x="323" y="746"/>
                    <a:pt x="323" y="746"/>
                    <a:pt x="326" y="766"/>
                  </a:cubicBezTo>
                  <a:cubicBezTo>
                    <a:pt x="330" y="786"/>
                    <a:pt x="333" y="806"/>
                    <a:pt x="337" y="826"/>
                  </a:cubicBezTo>
                  <a:cubicBezTo>
                    <a:pt x="340" y="840"/>
                    <a:pt x="351" y="847"/>
                    <a:pt x="365" y="846"/>
                  </a:cubicBezTo>
                  <a:cubicBezTo>
                    <a:pt x="378" y="844"/>
                    <a:pt x="386" y="836"/>
                    <a:pt x="386" y="820"/>
                  </a:cubicBezTo>
                  <a:cubicBezTo>
                    <a:pt x="386" y="815"/>
                    <a:pt x="385" y="810"/>
                    <a:pt x="384" y="805"/>
                  </a:cubicBezTo>
                  <a:cubicBezTo>
                    <a:pt x="381" y="786"/>
                    <a:pt x="379" y="768"/>
                    <a:pt x="376" y="747"/>
                  </a:cubicBezTo>
                  <a:cubicBezTo>
                    <a:pt x="387" y="747"/>
                    <a:pt x="396" y="747"/>
                    <a:pt x="405" y="747"/>
                  </a:cubicBezTo>
                  <a:cubicBezTo>
                    <a:pt x="432" y="746"/>
                    <a:pt x="451" y="729"/>
                    <a:pt x="451" y="703"/>
                  </a:cubicBezTo>
                  <a:cubicBezTo>
                    <a:pt x="452" y="678"/>
                    <a:pt x="433" y="658"/>
                    <a:pt x="406" y="657"/>
                  </a:cubicBezTo>
                  <a:close/>
                  <a:moveTo>
                    <a:pt x="98" y="655"/>
                  </a:moveTo>
                  <a:cubicBezTo>
                    <a:pt x="138" y="489"/>
                    <a:pt x="179" y="325"/>
                    <a:pt x="219" y="161"/>
                  </a:cubicBezTo>
                  <a:cubicBezTo>
                    <a:pt x="220" y="161"/>
                    <a:pt x="221" y="161"/>
                    <a:pt x="222" y="161"/>
                  </a:cubicBezTo>
                  <a:cubicBezTo>
                    <a:pt x="251" y="326"/>
                    <a:pt x="279" y="490"/>
                    <a:pt x="307" y="655"/>
                  </a:cubicBezTo>
                  <a:cubicBezTo>
                    <a:pt x="237" y="655"/>
                    <a:pt x="169" y="655"/>
                    <a:pt x="98" y="6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83B4A953-E14F-4CCF-81F0-1C7C31543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6450" y="3135313"/>
              <a:ext cx="979488" cy="495300"/>
            </a:xfrm>
            <a:custGeom>
              <a:avLst/>
              <a:gdLst>
                <a:gd name="T0" fmla="*/ 763 w 795"/>
                <a:gd name="T1" fmla="*/ 319 h 402"/>
                <a:gd name="T2" fmla="*/ 655 w 795"/>
                <a:gd name="T3" fmla="*/ 146 h 402"/>
                <a:gd name="T4" fmla="*/ 430 w 795"/>
                <a:gd name="T5" fmla="*/ 11 h 402"/>
                <a:gd name="T6" fmla="*/ 312 w 795"/>
                <a:gd name="T7" fmla="*/ 7 h 402"/>
                <a:gd name="T8" fmla="*/ 175 w 795"/>
                <a:gd name="T9" fmla="*/ 83 h 402"/>
                <a:gd name="T10" fmla="*/ 85 w 795"/>
                <a:gd name="T11" fmla="*/ 202 h 402"/>
                <a:gd name="T12" fmla="*/ 0 w 795"/>
                <a:gd name="T13" fmla="*/ 388 h 402"/>
                <a:gd name="T14" fmla="*/ 57 w 795"/>
                <a:gd name="T15" fmla="*/ 399 h 402"/>
                <a:gd name="T16" fmla="*/ 96 w 795"/>
                <a:gd name="T17" fmla="*/ 380 h 402"/>
                <a:gd name="T18" fmla="*/ 114 w 795"/>
                <a:gd name="T19" fmla="*/ 347 h 402"/>
                <a:gd name="T20" fmla="*/ 163 w 795"/>
                <a:gd name="T21" fmla="*/ 239 h 402"/>
                <a:gd name="T22" fmla="*/ 546 w 795"/>
                <a:gd name="T23" fmla="*/ 161 h 402"/>
                <a:gd name="T24" fmla="*/ 631 w 795"/>
                <a:gd name="T25" fmla="*/ 270 h 402"/>
                <a:gd name="T26" fmla="*/ 690 w 795"/>
                <a:gd name="T27" fmla="*/ 391 h 402"/>
                <a:gd name="T28" fmla="*/ 700 w 795"/>
                <a:gd name="T29" fmla="*/ 401 h 402"/>
                <a:gd name="T30" fmla="*/ 765 w 795"/>
                <a:gd name="T31" fmla="*/ 401 h 402"/>
                <a:gd name="T32" fmla="*/ 795 w 795"/>
                <a:gd name="T33" fmla="*/ 393 h 402"/>
                <a:gd name="T34" fmla="*/ 763 w 795"/>
                <a:gd name="T35" fmla="*/ 319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95" h="402">
                  <a:moveTo>
                    <a:pt x="763" y="319"/>
                  </a:moveTo>
                  <a:cubicBezTo>
                    <a:pt x="740" y="253"/>
                    <a:pt x="702" y="196"/>
                    <a:pt x="655" y="146"/>
                  </a:cubicBezTo>
                  <a:cubicBezTo>
                    <a:pt x="593" y="79"/>
                    <a:pt x="520" y="31"/>
                    <a:pt x="430" y="11"/>
                  </a:cubicBezTo>
                  <a:cubicBezTo>
                    <a:pt x="391" y="2"/>
                    <a:pt x="351" y="0"/>
                    <a:pt x="312" y="7"/>
                  </a:cubicBezTo>
                  <a:cubicBezTo>
                    <a:pt x="258" y="16"/>
                    <a:pt x="214" y="45"/>
                    <a:pt x="175" y="83"/>
                  </a:cubicBezTo>
                  <a:cubicBezTo>
                    <a:pt x="138" y="118"/>
                    <a:pt x="110" y="159"/>
                    <a:pt x="85" y="202"/>
                  </a:cubicBezTo>
                  <a:cubicBezTo>
                    <a:pt x="51" y="260"/>
                    <a:pt x="26" y="322"/>
                    <a:pt x="0" y="388"/>
                  </a:cubicBezTo>
                  <a:cubicBezTo>
                    <a:pt x="20" y="392"/>
                    <a:pt x="39" y="396"/>
                    <a:pt x="57" y="399"/>
                  </a:cubicBezTo>
                  <a:cubicBezTo>
                    <a:pt x="74" y="401"/>
                    <a:pt x="87" y="394"/>
                    <a:pt x="96" y="380"/>
                  </a:cubicBezTo>
                  <a:cubicBezTo>
                    <a:pt x="103" y="369"/>
                    <a:pt x="109" y="358"/>
                    <a:pt x="114" y="347"/>
                  </a:cubicBezTo>
                  <a:cubicBezTo>
                    <a:pt x="131" y="311"/>
                    <a:pt x="145" y="274"/>
                    <a:pt x="163" y="239"/>
                  </a:cubicBezTo>
                  <a:cubicBezTo>
                    <a:pt x="240" y="91"/>
                    <a:pt x="424" y="69"/>
                    <a:pt x="546" y="161"/>
                  </a:cubicBezTo>
                  <a:cubicBezTo>
                    <a:pt x="584" y="190"/>
                    <a:pt x="610" y="229"/>
                    <a:pt x="631" y="270"/>
                  </a:cubicBezTo>
                  <a:cubicBezTo>
                    <a:pt x="652" y="310"/>
                    <a:pt x="670" y="351"/>
                    <a:pt x="690" y="391"/>
                  </a:cubicBezTo>
                  <a:cubicBezTo>
                    <a:pt x="692" y="395"/>
                    <a:pt x="697" y="401"/>
                    <a:pt x="700" y="401"/>
                  </a:cubicBezTo>
                  <a:cubicBezTo>
                    <a:pt x="722" y="402"/>
                    <a:pt x="744" y="402"/>
                    <a:pt x="765" y="401"/>
                  </a:cubicBezTo>
                  <a:cubicBezTo>
                    <a:pt x="776" y="400"/>
                    <a:pt x="785" y="396"/>
                    <a:pt x="795" y="393"/>
                  </a:cubicBezTo>
                  <a:cubicBezTo>
                    <a:pt x="783" y="366"/>
                    <a:pt x="771" y="343"/>
                    <a:pt x="763" y="3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C45715C3-6A72-4028-A75F-A41246993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825" y="3938588"/>
              <a:ext cx="536575" cy="1266825"/>
            </a:xfrm>
            <a:custGeom>
              <a:avLst/>
              <a:gdLst>
                <a:gd name="T0" fmla="*/ 417 w 436"/>
                <a:gd name="T1" fmla="*/ 75 h 1032"/>
                <a:gd name="T2" fmla="*/ 429 w 436"/>
                <a:gd name="T3" fmla="*/ 28 h 1032"/>
                <a:gd name="T4" fmla="*/ 387 w 436"/>
                <a:gd name="T5" fmla="*/ 1 h 1032"/>
                <a:gd name="T6" fmla="*/ 262 w 436"/>
                <a:gd name="T7" fmla="*/ 0 h 1032"/>
                <a:gd name="T8" fmla="*/ 45 w 436"/>
                <a:gd name="T9" fmla="*/ 1 h 1032"/>
                <a:gd name="T10" fmla="*/ 0 w 436"/>
                <a:gd name="T11" fmla="*/ 43 h 1032"/>
                <a:gd name="T12" fmla="*/ 45 w 436"/>
                <a:gd name="T13" fmla="*/ 85 h 1032"/>
                <a:gd name="T14" fmla="*/ 181 w 436"/>
                <a:gd name="T15" fmla="*/ 85 h 1032"/>
                <a:gd name="T16" fmla="*/ 189 w 436"/>
                <a:gd name="T17" fmla="*/ 86 h 1032"/>
                <a:gd name="T18" fmla="*/ 190 w 436"/>
                <a:gd name="T19" fmla="*/ 98 h 1032"/>
                <a:gd name="T20" fmla="*/ 187 w 436"/>
                <a:gd name="T21" fmla="*/ 345 h 1032"/>
                <a:gd name="T22" fmla="*/ 184 w 436"/>
                <a:gd name="T23" fmla="*/ 621 h 1032"/>
                <a:gd name="T24" fmla="*/ 180 w 436"/>
                <a:gd name="T25" fmla="*/ 956 h 1032"/>
                <a:gd name="T26" fmla="*/ 180 w 436"/>
                <a:gd name="T27" fmla="*/ 1006 h 1032"/>
                <a:gd name="T28" fmla="*/ 202 w 436"/>
                <a:gd name="T29" fmla="*/ 1032 h 1032"/>
                <a:gd name="T30" fmla="*/ 226 w 436"/>
                <a:gd name="T31" fmla="*/ 1007 h 1032"/>
                <a:gd name="T32" fmla="*/ 227 w 436"/>
                <a:gd name="T33" fmla="*/ 988 h 1032"/>
                <a:gd name="T34" fmla="*/ 229 w 436"/>
                <a:gd name="T35" fmla="*/ 788 h 1032"/>
                <a:gd name="T36" fmla="*/ 232 w 436"/>
                <a:gd name="T37" fmla="*/ 442 h 1032"/>
                <a:gd name="T38" fmla="*/ 233 w 436"/>
                <a:gd name="T39" fmla="*/ 390 h 1032"/>
                <a:gd name="T40" fmla="*/ 233 w 436"/>
                <a:gd name="T41" fmla="*/ 379 h 1032"/>
                <a:gd name="T42" fmla="*/ 236 w 436"/>
                <a:gd name="T43" fmla="*/ 102 h 1032"/>
                <a:gd name="T44" fmla="*/ 252 w 436"/>
                <a:gd name="T45" fmla="*/ 85 h 1032"/>
                <a:gd name="T46" fmla="*/ 388 w 436"/>
                <a:gd name="T47" fmla="*/ 85 h 1032"/>
                <a:gd name="T48" fmla="*/ 417 w 436"/>
                <a:gd name="T49" fmla="*/ 75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36" h="1032">
                  <a:moveTo>
                    <a:pt x="417" y="75"/>
                  </a:moveTo>
                  <a:cubicBezTo>
                    <a:pt x="432" y="65"/>
                    <a:pt x="436" y="45"/>
                    <a:pt x="429" y="28"/>
                  </a:cubicBezTo>
                  <a:cubicBezTo>
                    <a:pt x="424" y="12"/>
                    <a:pt x="408" y="1"/>
                    <a:pt x="387" y="1"/>
                  </a:cubicBezTo>
                  <a:cubicBezTo>
                    <a:pt x="345" y="0"/>
                    <a:pt x="303" y="0"/>
                    <a:pt x="262" y="0"/>
                  </a:cubicBezTo>
                  <a:cubicBezTo>
                    <a:pt x="189" y="0"/>
                    <a:pt x="117" y="0"/>
                    <a:pt x="45" y="1"/>
                  </a:cubicBezTo>
                  <a:cubicBezTo>
                    <a:pt x="18" y="1"/>
                    <a:pt x="0" y="19"/>
                    <a:pt x="0" y="43"/>
                  </a:cubicBezTo>
                  <a:cubicBezTo>
                    <a:pt x="0" y="68"/>
                    <a:pt x="18" y="85"/>
                    <a:pt x="45" y="85"/>
                  </a:cubicBezTo>
                  <a:cubicBezTo>
                    <a:pt x="90" y="85"/>
                    <a:pt x="136" y="85"/>
                    <a:pt x="181" y="85"/>
                  </a:cubicBezTo>
                  <a:cubicBezTo>
                    <a:pt x="184" y="85"/>
                    <a:pt x="186" y="86"/>
                    <a:pt x="189" y="86"/>
                  </a:cubicBezTo>
                  <a:cubicBezTo>
                    <a:pt x="189" y="90"/>
                    <a:pt x="190" y="94"/>
                    <a:pt x="190" y="98"/>
                  </a:cubicBezTo>
                  <a:cubicBezTo>
                    <a:pt x="189" y="180"/>
                    <a:pt x="188" y="263"/>
                    <a:pt x="187" y="345"/>
                  </a:cubicBezTo>
                  <a:cubicBezTo>
                    <a:pt x="186" y="437"/>
                    <a:pt x="185" y="529"/>
                    <a:pt x="184" y="621"/>
                  </a:cubicBezTo>
                  <a:cubicBezTo>
                    <a:pt x="183" y="732"/>
                    <a:pt x="181" y="844"/>
                    <a:pt x="180" y="956"/>
                  </a:cubicBezTo>
                  <a:cubicBezTo>
                    <a:pt x="180" y="972"/>
                    <a:pt x="180" y="989"/>
                    <a:pt x="180" y="1006"/>
                  </a:cubicBezTo>
                  <a:cubicBezTo>
                    <a:pt x="180" y="1021"/>
                    <a:pt x="189" y="1031"/>
                    <a:pt x="202" y="1032"/>
                  </a:cubicBezTo>
                  <a:cubicBezTo>
                    <a:pt x="215" y="1032"/>
                    <a:pt x="225" y="1023"/>
                    <a:pt x="226" y="1007"/>
                  </a:cubicBezTo>
                  <a:cubicBezTo>
                    <a:pt x="227" y="1001"/>
                    <a:pt x="227" y="994"/>
                    <a:pt x="227" y="988"/>
                  </a:cubicBezTo>
                  <a:cubicBezTo>
                    <a:pt x="228" y="921"/>
                    <a:pt x="229" y="855"/>
                    <a:pt x="229" y="788"/>
                  </a:cubicBezTo>
                  <a:cubicBezTo>
                    <a:pt x="230" y="673"/>
                    <a:pt x="231" y="557"/>
                    <a:pt x="232" y="442"/>
                  </a:cubicBezTo>
                  <a:cubicBezTo>
                    <a:pt x="232" y="425"/>
                    <a:pt x="232" y="408"/>
                    <a:pt x="233" y="390"/>
                  </a:cubicBezTo>
                  <a:cubicBezTo>
                    <a:pt x="233" y="387"/>
                    <a:pt x="233" y="383"/>
                    <a:pt x="233" y="379"/>
                  </a:cubicBezTo>
                  <a:cubicBezTo>
                    <a:pt x="234" y="287"/>
                    <a:pt x="235" y="194"/>
                    <a:pt x="236" y="102"/>
                  </a:cubicBezTo>
                  <a:cubicBezTo>
                    <a:pt x="236" y="89"/>
                    <a:pt x="239" y="85"/>
                    <a:pt x="252" y="85"/>
                  </a:cubicBezTo>
                  <a:cubicBezTo>
                    <a:pt x="297" y="86"/>
                    <a:pt x="343" y="86"/>
                    <a:pt x="388" y="85"/>
                  </a:cubicBezTo>
                  <a:cubicBezTo>
                    <a:pt x="398" y="84"/>
                    <a:pt x="409" y="80"/>
                    <a:pt x="417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BFC3478D-33BA-4A17-9838-A0C243AC4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8613" y="3930650"/>
              <a:ext cx="57150" cy="1098550"/>
            </a:xfrm>
            <a:custGeom>
              <a:avLst/>
              <a:gdLst>
                <a:gd name="T0" fmla="*/ 46 w 47"/>
                <a:gd name="T1" fmla="*/ 22 h 894"/>
                <a:gd name="T2" fmla="*/ 24 w 47"/>
                <a:gd name="T3" fmla="*/ 0 h 894"/>
                <a:gd name="T4" fmla="*/ 1 w 47"/>
                <a:gd name="T5" fmla="*/ 21 h 894"/>
                <a:gd name="T6" fmla="*/ 0 w 47"/>
                <a:gd name="T7" fmla="*/ 33 h 894"/>
                <a:gd name="T8" fmla="*/ 0 w 47"/>
                <a:gd name="T9" fmla="*/ 859 h 894"/>
                <a:gd name="T10" fmla="*/ 1 w 47"/>
                <a:gd name="T11" fmla="*/ 875 h 894"/>
                <a:gd name="T12" fmla="*/ 23 w 47"/>
                <a:gd name="T13" fmla="*/ 894 h 894"/>
                <a:gd name="T14" fmla="*/ 46 w 47"/>
                <a:gd name="T15" fmla="*/ 875 h 894"/>
                <a:gd name="T16" fmla="*/ 46 w 47"/>
                <a:gd name="T17" fmla="*/ 859 h 894"/>
                <a:gd name="T18" fmla="*/ 46 w 47"/>
                <a:gd name="T19" fmla="*/ 448 h 894"/>
                <a:gd name="T20" fmla="*/ 46 w 47"/>
                <a:gd name="T21" fmla="*/ 35 h 894"/>
                <a:gd name="T22" fmla="*/ 46 w 47"/>
                <a:gd name="T23" fmla="*/ 22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" h="894">
                  <a:moveTo>
                    <a:pt x="46" y="22"/>
                  </a:moveTo>
                  <a:cubicBezTo>
                    <a:pt x="45" y="9"/>
                    <a:pt x="36" y="0"/>
                    <a:pt x="24" y="0"/>
                  </a:cubicBezTo>
                  <a:cubicBezTo>
                    <a:pt x="11" y="0"/>
                    <a:pt x="2" y="8"/>
                    <a:pt x="1" y="21"/>
                  </a:cubicBezTo>
                  <a:cubicBezTo>
                    <a:pt x="0" y="25"/>
                    <a:pt x="0" y="29"/>
                    <a:pt x="0" y="33"/>
                  </a:cubicBezTo>
                  <a:cubicBezTo>
                    <a:pt x="0" y="309"/>
                    <a:pt x="0" y="584"/>
                    <a:pt x="0" y="859"/>
                  </a:cubicBezTo>
                  <a:cubicBezTo>
                    <a:pt x="0" y="865"/>
                    <a:pt x="0" y="870"/>
                    <a:pt x="1" y="875"/>
                  </a:cubicBezTo>
                  <a:cubicBezTo>
                    <a:pt x="3" y="886"/>
                    <a:pt x="12" y="894"/>
                    <a:pt x="23" y="894"/>
                  </a:cubicBezTo>
                  <a:cubicBezTo>
                    <a:pt x="34" y="894"/>
                    <a:pt x="44" y="886"/>
                    <a:pt x="46" y="875"/>
                  </a:cubicBezTo>
                  <a:cubicBezTo>
                    <a:pt x="47" y="870"/>
                    <a:pt x="46" y="864"/>
                    <a:pt x="46" y="859"/>
                  </a:cubicBezTo>
                  <a:cubicBezTo>
                    <a:pt x="46" y="722"/>
                    <a:pt x="46" y="585"/>
                    <a:pt x="46" y="448"/>
                  </a:cubicBezTo>
                  <a:cubicBezTo>
                    <a:pt x="46" y="310"/>
                    <a:pt x="46" y="172"/>
                    <a:pt x="46" y="35"/>
                  </a:cubicBezTo>
                  <a:cubicBezTo>
                    <a:pt x="46" y="30"/>
                    <a:pt x="47" y="26"/>
                    <a:pt x="46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96C0ADF6-7A10-4299-8FD2-37EF12ECD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5375" y="3351213"/>
              <a:ext cx="377825" cy="265113"/>
            </a:xfrm>
            <a:custGeom>
              <a:avLst/>
              <a:gdLst>
                <a:gd name="T0" fmla="*/ 21 w 307"/>
                <a:gd name="T1" fmla="*/ 213 h 216"/>
                <a:gd name="T2" fmla="*/ 83 w 307"/>
                <a:gd name="T3" fmla="*/ 178 h 216"/>
                <a:gd name="T4" fmla="*/ 125 w 307"/>
                <a:gd name="T5" fmla="*/ 141 h 216"/>
                <a:gd name="T6" fmla="*/ 189 w 307"/>
                <a:gd name="T7" fmla="*/ 144 h 216"/>
                <a:gd name="T8" fmla="*/ 234 w 307"/>
                <a:gd name="T9" fmla="*/ 198 h 216"/>
                <a:gd name="T10" fmla="*/ 267 w 307"/>
                <a:gd name="T11" fmla="*/ 214 h 216"/>
                <a:gd name="T12" fmla="*/ 307 w 307"/>
                <a:gd name="T13" fmla="*/ 204 h 216"/>
                <a:gd name="T14" fmla="*/ 280 w 307"/>
                <a:gd name="T15" fmla="*/ 153 h 216"/>
                <a:gd name="T16" fmla="*/ 245 w 307"/>
                <a:gd name="T17" fmla="*/ 75 h 216"/>
                <a:gd name="T18" fmla="*/ 107 w 307"/>
                <a:gd name="T19" fmla="*/ 45 h 216"/>
                <a:gd name="T20" fmla="*/ 8 w 307"/>
                <a:gd name="T21" fmla="*/ 161 h 216"/>
                <a:gd name="T22" fmla="*/ 0 w 307"/>
                <a:gd name="T23" fmla="*/ 197 h 216"/>
                <a:gd name="T24" fmla="*/ 21 w 307"/>
                <a:gd name="T25" fmla="*/ 21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7" h="216">
                  <a:moveTo>
                    <a:pt x="21" y="213"/>
                  </a:moveTo>
                  <a:cubicBezTo>
                    <a:pt x="46" y="209"/>
                    <a:pt x="65" y="194"/>
                    <a:pt x="83" y="178"/>
                  </a:cubicBezTo>
                  <a:cubicBezTo>
                    <a:pt x="96" y="165"/>
                    <a:pt x="110" y="152"/>
                    <a:pt x="125" y="141"/>
                  </a:cubicBezTo>
                  <a:cubicBezTo>
                    <a:pt x="145" y="128"/>
                    <a:pt x="174" y="129"/>
                    <a:pt x="189" y="144"/>
                  </a:cubicBezTo>
                  <a:cubicBezTo>
                    <a:pt x="205" y="161"/>
                    <a:pt x="222" y="178"/>
                    <a:pt x="234" y="198"/>
                  </a:cubicBezTo>
                  <a:cubicBezTo>
                    <a:pt x="243" y="211"/>
                    <a:pt x="252" y="215"/>
                    <a:pt x="267" y="214"/>
                  </a:cubicBezTo>
                  <a:cubicBezTo>
                    <a:pt x="281" y="212"/>
                    <a:pt x="295" y="212"/>
                    <a:pt x="307" y="204"/>
                  </a:cubicBezTo>
                  <a:cubicBezTo>
                    <a:pt x="298" y="186"/>
                    <a:pt x="288" y="170"/>
                    <a:pt x="280" y="153"/>
                  </a:cubicBezTo>
                  <a:cubicBezTo>
                    <a:pt x="268" y="127"/>
                    <a:pt x="258" y="100"/>
                    <a:pt x="245" y="75"/>
                  </a:cubicBezTo>
                  <a:cubicBezTo>
                    <a:pt x="218" y="26"/>
                    <a:pt x="163" y="0"/>
                    <a:pt x="107" y="45"/>
                  </a:cubicBezTo>
                  <a:cubicBezTo>
                    <a:pt x="66" y="77"/>
                    <a:pt x="34" y="117"/>
                    <a:pt x="8" y="161"/>
                  </a:cubicBezTo>
                  <a:cubicBezTo>
                    <a:pt x="2" y="171"/>
                    <a:pt x="0" y="185"/>
                    <a:pt x="0" y="197"/>
                  </a:cubicBezTo>
                  <a:cubicBezTo>
                    <a:pt x="0" y="213"/>
                    <a:pt x="6" y="216"/>
                    <a:pt x="21" y="2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DF346E7-D6E2-4029-8938-D93DBF326A24}"/>
              </a:ext>
            </a:extLst>
          </p:cNvPr>
          <p:cNvGrpSpPr/>
          <p:nvPr/>
        </p:nvGrpSpPr>
        <p:grpSpPr>
          <a:xfrm>
            <a:off x="4930576" y="3168222"/>
            <a:ext cx="7259804" cy="3689778"/>
            <a:chOff x="4832350" y="3105151"/>
            <a:chExt cx="7115175" cy="3616324"/>
          </a:xfrm>
          <a:solidFill>
            <a:schemeClr val="bg2">
              <a:alpha val="17000"/>
            </a:schemeClr>
          </a:solidFill>
        </p:grpSpPr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DAA05E5C-6371-42FA-AC41-86A8F89831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32350" y="3105151"/>
              <a:ext cx="7115175" cy="3616324"/>
            </a:xfrm>
            <a:custGeom>
              <a:avLst/>
              <a:gdLst>
                <a:gd name="T0" fmla="*/ 3293 w 3293"/>
                <a:gd name="T1" fmla="*/ 289 h 1675"/>
                <a:gd name="T2" fmla="*/ 3038 w 3293"/>
                <a:gd name="T3" fmla="*/ 206 h 1675"/>
                <a:gd name="T4" fmla="*/ 2344 w 3293"/>
                <a:gd name="T5" fmla="*/ 26 h 1675"/>
                <a:gd name="T6" fmla="*/ 1994 w 3293"/>
                <a:gd name="T7" fmla="*/ 1 h 1675"/>
                <a:gd name="T8" fmla="*/ 802 w 3293"/>
                <a:gd name="T9" fmla="*/ 507 h 1675"/>
                <a:gd name="T10" fmla="*/ 195 w 3293"/>
                <a:gd name="T11" fmla="*/ 1291 h 1675"/>
                <a:gd name="T12" fmla="*/ 0 w 3293"/>
                <a:gd name="T13" fmla="*/ 1675 h 1675"/>
                <a:gd name="T14" fmla="*/ 227 w 3293"/>
                <a:gd name="T15" fmla="*/ 1675 h 1675"/>
                <a:gd name="T16" fmla="*/ 257 w 3293"/>
                <a:gd name="T17" fmla="*/ 1618 h 1675"/>
                <a:gd name="T18" fmla="*/ 984 w 3293"/>
                <a:gd name="T19" fmla="*/ 591 h 1675"/>
                <a:gd name="T20" fmla="*/ 2306 w 3293"/>
                <a:gd name="T21" fmla="*/ 200 h 1675"/>
                <a:gd name="T22" fmla="*/ 3293 w 3293"/>
                <a:gd name="T23" fmla="*/ 538 h 1675"/>
                <a:gd name="T24" fmla="*/ 3293 w 3293"/>
                <a:gd name="T25" fmla="*/ 289 h 1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93" h="1675">
                  <a:moveTo>
                    <a:pt x="3293" y="289"/>
                  </a:moveTo>
                  <a:cubicBezTo>
                    <a:pt x="3208" y="261"/>
                    <a:pt x="3124" y="230"/>
                    <a:pt x="3038" y="206"/>
                  </a:cubicBezTo>
                  <a:cubicBezTo>
                    <a:pt x="2807" y="143"/>
                    <a:pt x="2577" y="77"/>
                    <a:pt x="2344" y="26"/>
                  </a:cubicBezTo>
                  <a:cubicBezTo>
                    <a:pt x="2231" y="1"/>
                    <a:pt x="2111" y="0"/>
                    <a:pt x="1994" y="1"/>
                  </a:cubicBezTo>
                  <a:cubicBezTo>
                    <a:pt x="1528" y="4"/>
                    <a:pt x="1135" y="184"/>
                    <a:pt x="802" y="507"/>
                  </a:cubicBezTo>
                  <a:cubicBezTo>
                    <a:pt x="562" y="740"/>
                    <a:pt x="358" y="999"/>
                    <a:pt x="195" y="1291"/>
                  </a:cubicBezTo>
                  <a:cubicBezTo>
                    <a:pt x="125" y="1416"/>
                    <a:pt x="64" y="1547"/>
                    <a:pt x="0" y="1675"/>
                  </a:cubicBezTo>
                  <a:cubicBezTo>
                    <a:pt x="75" y="1675"/>
                    <a:pt x="151" y="1675"/>
                    <a:pt x="227" y="1675"/>
                  </a:cubicBezTo>
                  <a:cubicBezTo>
                    <a:pt x="237" y="1656"/>
                    <a:pt x="247" y="1637"/>
                    <a:pt x="257" y="1618"/>
                  </a:cubicBezTo>
                  <a:cubicBezTo>
                    <a:pt x="450" y="1241"/>
                    <a:pt x="678" y="888"/>
                    <a:pt x="984" y="591"/>
                  </a:cubicBezTo>
                  <a:cubicBezTo>
                    <a:pt x="1356" y="229"/>
                    <a:pt x="1799" y="108"/>
                    <a:pt x="2306" y="200"/>
                  </a:cubicBezTo>
                  <a:cubicBezTo>
                    <a:pt x="2652" y="262"/>
                    <a:pt x="2974" y="397"/>
                    <a:pt x="3293" y="538"/>
                  </a:cubicBezTo>
                  <a:cubicBezTo>
                    <a:pt x="3293" y="455"/>
                    <a:pt x="3293" y="372"/>
                    <a:pt x="3293" y="2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3127ED2A-2548-45A0-B8BD-5CAC431733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43575" y="3806825"/>
              <a:ext cx="6203950" cy="2914650"/>
            </a:xfrm>
            <a:custGeom>
              <a:avLst/>
              <a:gdLst>
                <a:gd name="T0" fmla="*/ 2871 w 2871"/>
                <a:gd name="T1" fmla="*/ 690 h 1350"/>
                <a:gd name="T2" fmla="*/ 2871 w 2871"/>
                <a:gd name="T3" fmla="*/ 430 h 1350"/>
                <a:gd name="T4" fmla="*/ 2063 w 2871"/>
                <a:gd name="T5" fmla="*/ 88 h 1350"/>
                <a:gd name="T6" fmla="*/ 1159 w 2871"/>
                <a:gd name="T7" fmla="*/ 99 h 1350"/>
                <a:gd name="T8" fmla="*/ 338 w 2871"/>
                <a:gd name="T9" fmla="*/ 756 h 1350"/>
                <a:gd name="T10" fmla="*/ 0 w 2871"/>
                <a:gd name="T11" fmla="*/ 1350 h 1350"/>
                <a:gd name="T12" fmla="*/ 238 w 2871"/>
                <a:gd name="T13" fmla="*/ 1350 h 1350"/>
                <a:gd name="T14" fmla="*/ 403 w 2871"/>
                <a:gd name="T15" fmla="*/ 1054 h 1350"/>
                <a:gd name="T16" fmla="*/ 899 w 2871"/>
                <a:gd name="T17" fmla="*/ 459 h 1350"/>
                <a:gd name="T18" fmla="*/ 1904 w 2871"/>
                <a:gd name="T19" fmla="*/ 233 h 1350"/>
                <a:gd name="T20" fmla="*/ 2871 w 2871"/>
                <a:gd name="T21" fmla="*/ 690 h 1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71" h="1350">
                  <a:moveTo>
                    <a:pt x="2871" y="690"/>
                  </a:moveTo>
                  <a:cubicBezTo>
                    <a:pt x="2871" y="603"/>
                    <a:pt x="2871" y="516"/>
                    <a:pt x="2871" y="430"/>
                  </a:cubicBezTo>
                  <a:cubicBezTo>
                    <a:pt x="2610" y="296"/>
                    <a:pt x="2347" y="168"/>
                    <a:pt x="2063" y="88"/>
                  </a:cubicBezTo>
                  <a:cubicBezTo>
                    <a:pt x="1760" y="3"/>
                    <a:pt x="1459" y="0"/>
                    <a:pt x="1159" y="99"/>
                  </a:cubicBezTo>
                  <a:cubicBezTo>
                    <a:pt x="804" y="216"/>
                    <a:pt x="540" y="452"/>
                    <a:pt x="338" y="756"/>
                  </a:cubicBezTo>
                  <a:cubicBezTo>
                    <a:pt x="213" y="945"/>
                    <a:pt x="112" y="1152"/>
                    <a:pt x="0" y="1350"/>
                  </a:cubicBezTo>
                  <a:cubicBezTo>
                    <a:pt x="79" y="1350"/>
                    <a:pt x="159" y="1350"/>
                    <a:pt x="238" y="1350"/>
                  </a:cubicBezTo>
                  <a:cubicBezTo>
                    <a:pt x="293" y="1252"/>
                    <a:pt x="345" y="1151"/>
                    <a:pt x="403" y="1054"/>
                  </a:cubicBezTo>
                  <a:cubicBezTo>
                    <a:pt x="539" y="831"/>
                    <a:pt x="694" y="624"/>
                    <a:pt x="899" y="459"/>
                  </a:cubicBezTo>
                  <a:cubicBezTo>
                    <a:pt x="1197" y="220"/>
                    <a:pt x="1536" y="146"/>
                    <a:pt x="1904" y="233"/>
                  </a:cubicBezTo>
                  <a:cubicBezTo>
                    <a:pt x="2257" y="317"/>
                    <a:pt x="2568" y="497"/>
                    <a:pt x="2871" y="6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61BD6682-27DE-479B-88E8-E90BE14B62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57975" y="4592638"/>
              <a:ext cx="5289550" cy="2128837"/>
            </a:xfrm>
            <a:custGeom>
              <a:avLst/>
              <a:gdLst>
                <a:gd name="T0" fmla="*/ 0 w 2448"/>
                <a:gd name="T1" fmla="*/ 986 h 986"/>
                <a:gd name="T2" fmla="*/ 205 w 2448"/>
                <a:gd name="T3" fmla="*/ 986 h 986"/>
                <a:gd name="T4" fmla="*/ 376 w 2448"/>
                <a:gd name="T5" fmla="*/ 680 h 986"/>
                <a:gd name="T6" fmla="*/ 1590 w 2448"/>
                <a:gd name="T7" fmla="*/ 256 h 986"/>
                <a:gd name="T8" fmla="*/ 2199 w 2448"/>
                <a:gd name="T9" fmla="*/ 682 h 986"/>
                <a:gd name="T10" fmla="*/ 2448 w 2448"/>
                <a:gd name="T11" fmla="*/ 965 h 986"/>
                <a:gd name="T12" fmla="*/ 2448 w 2448"/>
                <a:gd name="T13" fmla="*/ 542 h 986"/>
                <a:gd name="T14" fmla="*/ 2416 w 2448"/>
                <a:gd name="T15" fmla="*/ 525 h 986"/>
                <a:gd name="T16" fmla="*/ 1919 w 2448"/>
                <a:gd name="T17" fmla="*/ 202 h 986"/>
                <a:gd name="T18" fmla="*/ 1185 w 2448"/>
                <a:gd name="T19" fmla="*/ 13 h 986"/>
                <a:gd name="T20" fmla="*/ 369 w 2448"/>
                <a:gd name="T21" fmla="*/ 411 h 986"/>
                <a:gd name="T22" fmla="*/ 0 w 2448"/>
                <a:gd name="T23" fmla="*/ 986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48" h="986">
                  <a:moveTo>
                    <a:pt x="0" y="986"/>
                  </a:moveTo>
                  <a:cubicBezTo>
                    <a:pt x="68" y="986"/>
                    <a:pt x="137" y="986"/>
                    <a:pt x="205" y="986"/>
                  </a:cubicBezTo>
                  <a:cubicBezTo>
                    <a:pt x="262" y="884"/>
                    <a:pt x="314" y="779"/>
                    <a:pt x="376" y="680"/>
                  </a:cubicBezTo>
                  <a:cubicBezTo>
                    <a:pt x="604" y="317"/>
                    <a:pt x="1070" y="57"/>
                    <a:pt x="1590" y="256"/>
                  </a:cubicBezTo>
                  <a:cubicBezTo>
                    <a:pt x="1829" y="348"/>
                    <a:pt x="2028" y="495"/>
                    <a:pt x="2199" y="682"/>
                  </a:cubicBezTo>
                  <a:cubicBezTo>
                    <a:pt x="2284" y="775"/>
                    <a:pt x="2365" y="871"/>
                    <a:pt x="2448" y="965"/>
                  </a:cubicBezTo>
                  <a:cubicBezTo>
                    <a:pt x="2448" y="824"/>
                    <a:pt x="2448" y="683"/>
                    <a:pt x="2448" y="542"/>
                  </a:cubicBezTo>
                  <a:cubicBezTo>
                    <a:pt x="2437" y="536"/>
                    <a:pt x="2425" y="532"/>
                    <a:pt x="2416" y="525"/>
                  </a:cubicBezTo>
                  <a:cubicBezTo>
                    <a:pt x="2265" y="395"/>
                    <a:pt x="2095" y="293"/>
                    <a:pt x="1919" y="202"/>
                  </a:cubicBezTo>
                  <a:cubicBezTo>
                    <a:pt x="1689" y="82"/>
                    <a:pt x="1448" y="0"/>
                    <a:pt x="1185" y="13"/>
                  </a:cubicBezTo>
                  <a:cubicBezTo>
                    <a:pt x="857" y="29"/>
                    <a:pt x="586" y="165"/>
                    <a:pt x="369" y="411"/>
                  </a:cubicBezTo>
                  <a:cubicBezTo>
                    <a:pt x="216" y="584"/>
                    <a:pt x="104" y="783"/>
                    <a:pt x="0" y="9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5C22F777-D919-4118-8695-A2C989116E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0938" y="5211763"/>
              <a:ext cx="3813175" cy="1509712"/>
            </a:xfrm>
            <a:custGeom>
              <a:avLst/>
              <a:gdLst>
                <a:gd name="T0" fmla="*/ 1765 w 1765"/>
                <a:gd name="T1" fmla="*/ 699 h 699"/>
                <a:gd name="T2" fmla="*/ 1108 w 1765"/>
                <a:gd name="T3" fmla="*/ 118 h 699"/>
                <a:gd name="T4" fmla="*/ 109 w 1765"/>
                <a:gd name="T5" fmla="*/ 484 h 699"/>
                <a:gd name="T6" fmla="*/ 0 w 1765"/>
                <a:gd name="T7" fmla="*/ 699 h 699"/>
                <a:gd name="T8" fmla="*/ 227 w 1765"/>
                <a:gd name="T9" fmla="*/ 699 h 699"/>
                <a:gd name="T10" fmla="*/ 428 w 1765"/>
                <a:gd name="T11" fmla="*/ 439 h 699"/>
                <a:gd name="T12" fmla="*/ 824 w 1765"/>
                <a:gd name="T13" fmla="*/ 253 h 699"/>
                <a:gd name="T14" fmla="*/ 1462 w 1765"/>
                <a:gd name="T15" fmla="*/ 699 h 699"/>
                <a:gd name="T16" fmla="*/ 1765 w 1765"/>
                <a:gd name="T17" fmla="*/ 699 h 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65" h="699">
                  <a:moveTo>
                    <a:pt x="1765" y="699"/>
                  </a:moveTo>
                  <a:cubicBezTo>
                    <a:pt x="1618" y="425"/>
                    <a:pt x="1414" y="204"/>
                    <a:pt x="1108" y="118"/>
                  </a:cubicBezTo>
                  <a:cubicBezTo>
                    <a:pt x="694" y="0"/>
                    <a:pt x="348" y="119"/>
                    <a:pt x="109" y="484"/>
                  </a:cubicBezTo>
                  <a:cubicBezTo>
                    <a:pt x="66" y="551"/>
                    <a:pt x="36" y="628"/>
                    <a:pt x="0" y="699"/>
                  </a:cubicBezTo>
                  <a:cubicBezTo>
                    <a:pt x="75" y="699"/>
                    <a:pt x="151" y="699"/>
                    <a:pt x="227" y="699"/>
                  </a:cubicBezTo>
                  <a:cubicBezTo>
                    <a:pt x="294" y="612"/>
                    <a:pt x="353" y="519"/>
                    <a:pt x="428" y="439"/>
                  </a:cubicBezTo>
                  <a:cubicBezTo>
                    <a:pt x="533" y="327"/>
                    <a:pt x="666" y="262"/>
                    <a:pt x="824" y="253"/>
                  </a:cubicBezTo>
                  <a:cubicBezTo>
                    <a:pt x="1110" y="238"/>
                    <a:pt x="1342" y="446"/>
                    <a:pt x="1462" y="699"/>
                  </a:cubicBezTo>
                  <a:cubicBezTo>
                    <a:pt x="1563" y="699"/>
                    <a:pt x="1664" y="699"/>
                    <a:pt x="1765" y="6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8AF99BFA-7667-4148-BA1B-188EDE80AE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35975" y="6038850"/>
              <a:ext cx="1754188" cy="682625"/>
            </a:xfrm>
            <a:custGeom>
              <a:avLst/>
              <a:gdLst>
                <a:gd name="T0" fmla="*/ 812 w 812"/>
                <a:gd name="T1" fmla="*/ 316 h 316"/>
                <a:gd name="T2" fmla="*/ 532 w 812"/>
                <a:gd name="T3" fmla="*/ 64 h 316"/>
                <a:gd name="T4" fmla="*/ 0 w 812"/>
                <a:gd name="T5" fmla="*/ 316 h 316"/>
                <a:gd name="T6" fmla="*/ 227 w 812"/>
                <a:gd name="T7" fmla="*/ 316 h 316"/>
                <a:gd name="T8" fmla="*/ 552 w 812"/>
                <a:gd name="T9" fmla="*/ 316 h 316"/>
                <a:gd name="T10" fmla="*/ 812 w 812"/>
                <a:gd name="T11" fmla="*/ 316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2" h="316">
                  <a:moveTo>
                    <a:pt x="812" y="316"/>
                  </a:moveTo>
                  <a:cubicBezTo>
                    <a:pt x="746" y="202"/>
                    <a:pt x="666" y="104"/>
                    <a:pt x="532" y="64"/>
                  </a:cubicBezTo>
                  <a:cubicBezTo>
                    <a:pt x="319" y="0"/>
                    <a:pt x="94" y="108"/>
                    <a:pt x="0" y="316"/>
                  </a:cubicBezTo>
                  <a:cubicBezTo>
                    <a:pt x="76" y="316"/>
                    <a:pt x="152" y="316"/>
                    <a:pt x="227" y="316"/>
                  </a:cubicBezTo>
                  <a:cubicBezTo>
                    <a:pt x="338" y="187"/>
                    <a:pt x="467" y="187"/>
                    <a:pt x="552" y="316"/>
                  </a:cubicBezTo>
                  <a:cubicBezTo>
                    <a:pt x="639" y="316"/>
                    <a:pt x="726" y="316"/>
                    <a:pt x="812" y="3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</p:grpSp>
    </p:spTree>
    <p:extLst>
      <p:ext uri="{BB962C8B-B14F-4D97-AF65-F5344CB8AC3E}">
        <p14:creationId xmlns:p14="http://schemas.microsoft.com/office/powerpoint/2010/main" val="1652253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8F46AFA-E89E-4FD5-BC40-6E9A538D09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9896319"/>
              </p:ext>
            </p:extLst>
          </p:nvPr>
        </p:nvGraphicFramePr>
        <p:xfrm>
          <a:off x="1620" y="1620"/>
          <a:ext cx="1620" cy="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83" imgH="384" progId="TCLayout.ActiveDocument.1">
                  <p:embed/>
                </p:oleObj>
              </mc:Choice>
              <mc:Fallback>
                <p:oleObj name="Diapositiva de think-cell" r:id="rId4" imgW="383" imgH="38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8F46AFA-E89E-4FD5-BC40-6E9A538D09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0" y="1620"/>
                        <a:ext cx="1620" cy="1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6367276-A377-49D5-B4B3-39D1571AF8C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41" b="0" i="0" baseline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gray"/>
        <p:txBody>
          <a:bodyPr vert="horz"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oc id" hidden="1"/>
          <p:cNvSpPr>
            <a:spLocks noChangeArrowheads="1"/>
          </p:cNvSpPr>
          <p:nvPr/>
        </p:nvSpPr>
        <p:spPr bwMode="gray">
          <a:xfrm>
            <a:off x="10670215" y="51833"/>
            <a:ext cx="1190119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913526" eaLnBrk="1"/>
            <a:endParaRPr lang="en-US" sz="612" baseline="0">
              <a:solidFill>
                <a:srgbClr val="808080"/>
              </a:solidFill>
              <a:latin typeface="+mn-lt"/>
              <a:ea typeface="+mn-ea"/>
            </a:endParaRPr>
          </a:p>
        </p:txBody>
      </p:sp>
      <p:sp>
        <p:nvSpPr>
          <p:cNvPr id="8" name="Slide Number"/>
          <p:cNvSpPr txBox="1">
            <a:spLocks/>
          </p:cNvSpPr>
          <p:nvPr/>
        </p:nvSpPr>
        <p:spPr bwMode="gray">
          <a:xfrm>
            <a:off x="11879032" y="6594791"/>
            <a:ext cx="130848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s-ES"/>
            </a:defPPr>
            <a:lvl1pPr>
              <a:defRPr sz="1000" baseline="0">
                <a:latin typeface="+mn-lt"/>
              </a:defRPr>
            </a:lvl1pPr>
          </a:lstStyle>
          <a:p>
            <a:pPr lvl="0" algn="ctr"/>
            <a:fld id="{42C328C1-A84F-4A39-A664-DBA00541A8C6}" type="slidenum">
              <a:rPr lang="en-US" sz="816" smtClean="0">
                <a:solidFill>
                  <a:schemeClr val="accent3"/>
                </a:solidFill>
              </a:rPr>
              <a:pPr lvl="0" algn="ctr"/>
              <a:t>‹#›</a:t>
            </a:fld>
            <a:endParaRPr lang="en-US" sz="816">
              <a:solidFill>
                <a:schemeClr val="accent3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D9C2BA1-BA9E-4D12-93DD-4078CF3E8AE3}"/>
              </a:ext>
            </a:extLst>
          </p:cNvPr>
          <p:cNvGrpSpPr/>
          <p:nvPr/>
        </p:nvGrpSpPr>
        <p:grpSpPr>
          <a:xfrm>
            <a:off x="11312748" y="6520240"/>
            <a:ext cx="315256" cy="277198"/>
            <a:chOff x="3824288" y="1468438"/>
            <a:chExt cx="4300538" cy="3781425"/>
          </a:xfrm>
          <a:solidFill>
            <a:srgbClr val="008598"/>
          </a:solidFill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F829A2FC-C6BC-49BE-9591-8C05C5F3D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288" y="1468438"/>
              <a:ext cx="4300538" cy="2162175"/>
            </a:xfrm>
            <a:custGeom>
              <a:avLst/>
              <a:gdLst>
                <a:gd name="T0" fmla="*/ 3354 w 3496"/>
                <a:gd name="T1" fmla="*/ 1490 h 1760"/>
                <a:gd name="T2" fmla="*/ 3233 w 3496"/>
                <a:gd name="T3" fmla="*/ 1296 h 1760"/>
                <a:gd name="T4" fmla="*/ 2953 w 3496"/>
                <a:gd name="T5" fmla="*/ 944 h 1760"/>
                <a:gd name="T6" fmla="*/ 2751 w 3496"/>
                <a:gd name="T7" fmla="*/ 782 h 1760"/>
                <a:gd name="T8" fmla="*/ 2465 w 3496"/>
                <a:gd name="T9" fmla="*/ 554 h 1760"/>
                <a:gd name="T10" fmla="*/ 2256 w 3496"/>
                <a:gd name="T11" fmla="*/ 302 h 1760"/>
                <a:gd name="T12" fmla="*/ 1941 w 3496"/>
                <a:gd name="T13" fmla="*/ 6 h 1760"/>
                <a:gd name="T14" fmla="*/ 1889 w 3496"/>
                <a:gd name="T15" fmla="*/ 5 h 1760"/>
                <a:gd name="T16" fmla="*/ 1432 w 3496"/>
                <a:gd name="T17" fmla="*/ 328 h 1760"/>
                <a:gd name="T18" fmla="*/ 1007 w 3496"/>
                <a:gd name="T19" fmla="*/ 586 h 1760"/>
                <a:gd name="T20" fmla="*/ 944 w 3496"/>
                <a:gd name="T21" fmla="*/ 607 h 1760"/>
                <a:gd name="T22" fmla="*/ 330 w 3496"/>
                <a:gd name="T23" fmla="*/ 1347 h 1760"/>
                <a:gd name="T24" fmla="*/ 0 w 3496"/>
                <a:gd name="T25" fmla="*/ 1714 h 1760"/>
                <a:gd name="T26" fmla="*/ 1470 w 3496"/>
                <a:gd name="T27" fmla="*/ 1714 h 1760"/>
                <a:gd name="T28" fmla="*/ 1566 w 3496"/>
                <a:gd name="T29" fmla="*/ 1580 h 1760"/>
                <a:gd name="T30" fmla="*/ 1910 w 3496"/>
                <a:gd name="T31" fmla="*/ 1286 h 1760"/>
                <a:gd name="T32" fmla="*/ 2232 w 3496"/>
                <a:gd name="T33" fmla="*/ 1295 h 1760"/>
                <a:gd name="T34" fmla="*/ 2597 w 3496"/>
                <a:gd name="T35" fmla="*/ 1750 h 1760"/>
                <a:gd name="T36" fmla="*/ 2662 w 3496"/>
                <a:gd name="T37" fmla="*/ 1757 h 1760"/>
                <a:gd name="T38" fmla="*/ 2605 w 3496"/>
                <a:gd name="T39" fmla="*/ 1554 h 1760"/>
                <a:gd name="T40" fmla="*/ 2230 w 3496"/>
                <a:gd name="T41" fmla="*/ 1203 h 1760"/>
                <a:gd name="T42" fmla="*/ 1735 w 3496"/>
                <a:gd name="T43" fmla="*/ 1279 h 1760"/>
                <a:gd name="T44" fmla="*/ 1379 w 3496"/>
                <a:gd name="T45" fmla="*/ 1647 h 1760"/>
                <a:gd name="T46" fmla="*/ 1201 w 3496"/>
                <a:gd name="T47" fmla="*/ 1597 h 1760"/>
                <a:gd name="T48" fmla="*/ 1201 w 3496"/>
                <a:gd name="T49" fmla="*/ 1579 h 1760"/>
                <a:gd name="T50" fmla="*/ 1745 w 3496"/>
                <a:gd name="T51" fmla="*/ 1161 h 1760"/>
                <a:gd name="T52" fmla="*/ 2169 w 3496"/>
                <a:gd name="T53" fmla="*/ 1074 h 1760"/>
                <a:gd name="T54" fmla="*/ 2547 w 3496"/>
                <a:gd name="T55" fmla="*/ 1316 h 1760"/>
                <a:gd name="T56" fmla="*/ 2809 w 3496"/>
                <a:gd name="T57" fmla="*/ 1748 h 1760"/>
                <a:gd name="T58" fmla="*/ 2851 w 3496"/>
                <a:gd name="T59" fmla="*/ 1760 h 1760"/>
                <a:gd name="T60" fmla="*/ 2596 w 3496"/>
                <a:gd name="T61" fmla="*/ 1248 h 1760"/>
                <a:gd name="T62" fmla="*/ 2240 w 3496"/>
                <a:gd name="T63" fmla="*/ 1002 h 1760"/>
                <a:gd name="T64" fmla="*/ 1837 w 3496"/>
                <a:gd name="T65" fmla="*/ 1045 h 1760"/>
                <a:gd name="T66" fmla="*/ 1106 w 3496"/>
                <a:gd name="T67" fmla="*/ 1499 h 1760"/>
                <a:gd name="T68" fmla="*/ 947 w 3496"/>
                <a:gd name="T69" fmla="*/ 1451 h 1760"/>
                <a:gd name="T70" fmla="*/ 936 w 3496"/>
                <a:gd name="T71" fmla="*/ 1405 h 1760"/>
                <a:gd name="T72" fmla="*/ 1388 w 3496"/>
                <a:gd name="T73" fmla="*/ 1129 h 1760"/>
                <a:gd name="T74" fmla="*/ 1815 w 3496"/>
                <a:gd name="T75" fmla="*/ 946 h 1760"/>
                <a:gd name="T76" fmla="*/ 2408 w 3496"/>
                <a:gd name="T77" fmla="*/ 943 h 1760"/>
                <a:gd name="T78" fmla="*/ 2917 w 3496"/>
                <a:gd name="T79" fmla="*/ 1535 h 1760"/>
                <a:gd name="T80" fmla="*/ 3011 w 3496"/>
                <a:gd name="T81" fmla="*/ 1758 h 1760"/>
                <a:gd name="T82" fmla="*/ 3074 w 3496"/>
                <a:gd name="T83" fmla="*/ 1738 h 1760"/>
                <a:gd name="T84" fmla="*/ 2798 w 3496"/>
                <a:gd name="T85" fmla="*/ 1175 h 1760"/>
                <a:gd name="T86" fmla="*/ 2356 w 3496"/>
                <a:gd name="T87" fmla="*/ 861 h 1760"/>
                <a:gd name="T88" fmla="*/ 1793 w 3496"/>
                <a:gd name="T89" fmla="*/ 886 h 1760"/>
                <a:gd name="T90" fmla="*/ 1052 w 3496"/>
                <a:gd name="T91" fmla="*/ 1188 h 1760"/>
                <a:gd name="T92" fmla="*/ 796 w 3496"/>
                <a:gd name="T93" fmla="*/ 1283 h 1760"/>
                <a:gd name="T94" fmla="*/ 697 w 3496"/>
                <a:gd name="T95" fmla="*/ 1193 h 1760"/>
                <a:gd name="T96" fmla="*/ 883 w 3496"/>
                <a:gd name="T97" fmla="*/ 1074 h 1760"/>
                <a:gd name="T98" fmla="*/ 1191 w 3496"/>
                <a:gd name="T99" fmla="*/ 950 h 1760"/>
                <a:gd name="T100" fmla="*/ 1664 w 3496"/>
                <a:gd name="T101" fmla="*/ 792 h 1760"/>
                <a:gd name="T102" fmla="*/ 2190 w 3496"/>
                <a:gd name="T103" fmla="*/ 720 h 1760"/>
                <a:gd name="T104" fmla="*/ 2566 w 3496"/>
                <a:gd name="T105" fmla="*/ 837 h 1760"/>
                <a:gd name="T106" fmla="*/ 3253 w 3496"/>
                <a:gd name="T107" fmla="*/ 1729 h 1760"/>
                <a:gd name="T108" fmla="*/ 3496 w 3496"/>
                <a:gd name="T109" fmla="*/ 1747 h 1760"/>
                <a:gd name="T110" fmla="*/ 3490 w 3496"/>
                <a:gd name="T111" fmla="*/ 173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96" h="1760">
                  <a:moveTo>
                    <a:pt x="3490" y="1730"/>
                  </a:moveTo>
                  <a:cubicBezTo>
                    <a:pt x="3458" y="1642"/>
                    <a:pt x="3407" y="1566"/>
                    <a:pt x="3354" y="1490"/>
                  </a:cubicBezTo>
                  <a:cubicBezTo>
                    <a:pt x="3319" y="1440"/>
                    <a:pt x="3284" y="1390"/>
                    <a:pt x="3250" y="1340"/>
                  </a:cubicBezTo>
                  <a:cubicBezTo>
                    <a:pt x="3240" y="1327"/>
                    <a:pt x="3234" y="1313"/>
                    <a:pt x="3233" y="1296"/>
                  </a:cubicBezTo>
                  <a:cubicBezTo>
                    <a:pt x="3225" y="1211"/>
                    <a:pt x="3185" y="1143"/>
                    <a:pt x="3127" y="1083"/>
                  </a:cubicBezTo>
                  <a:cubicBezTo>
                    <a:pt x="3075" y="1029"/>
                    <a:pt x="3014" y="986"/>
                    <a:pt x="2953" y="944"/>
                  </a:cubicBezTo>
                  <a:cubicBezTo>
                    <a:pt x="2891" y="901"/>
                    <a:pt x="2828" y="860"/>
                    <a:pt x="2773" y="808"/>
                  </a:cubicBezTo>
                  <a:cubicBezTo>
                    <a:pt x="2764" y="800"/>
                    <a:pt x="2757" y="791"/>
                    <a:pt x="2751" y="782"/>
                  </a:cubicBezTo>
                  <a:cubicBezTo>
                    <a:pt x="2720" y="738"/>
                    <a:pt x="2682" y="702"/>
                    <a:pt x="2639" y="671"/>
                  </a:cubicBezTo>
                  <a:cubicBezTo>
                    <a:pt x="2583" y="630"/>
                    <a:pt x="2525" y="590"/>
                    <a:pt x="2465" y="554"/>
                  </a:cubicBezTo>
                  <a:cubicBezTo>
                    <a:pt x="2430" y="534"/>
                    <a:pt x="2401" y="509"/>
                    <a:pt x="2378" y="478"/>
                  </a:cubicBezTo>
                  <a:cubicBezTo>
                    <a:pt x="2336" y="420"/>
                    <a:pt x="2295" y="361"/>
                    <a:pt x="2256" y="302"/>
                  </a:cubicBezTo>
                  <a:cubicBezTo>
                    <a:pt x="2210" y="234"/>
                    <a:pt x="2166" y="166"/>
                    <a:pt x="2107" y="108"/>
                  </a:cubicBezTo>
                  <a:cubicBezTo>
                    <a:pt x="2059" y="62"/>
                    <a:pt x="2005" y="26"/>
                    <a:pt x="1941" y="6"/>
                  </a:cubicBezTo>
                  <a:cubicBezTo>
                    <a:pt x="1941" y="6"/>
                    <a:pt x="1940" y="6"/>
                    <a:pt x="1940" y="6"/>
                  </a:cubicBezTo>
                  <a:cubicBezTo>
                    <a:pt x="1916" y="0"/>
                    <a:pt x="1889" y="5"/>
                    <a:pt x="1889" y="5"/>
                  </a:cubicBezTo>
                  <a:cubicBezTo>
                    <a:pt x="1791" y="28"/>
                    <a:pt x="1708" y="79"/>
                    <a:pt x="1633" y="143"/>
                  </a:cubicBezTo>
                  <a:cubicBezTo>
                    <a:pt x="1564" y="203"/>
                    <a:pt x="1498" y="266"/>
                    <a:pt x="1432" y="328"/>
                  </a:cubicBezTo>
                  <a:cubicBezTo>
                    <a:pt x="1368" y="388"/>
                    <a:pt x="1304" y="448"/>
                    <a:pt x="1230" y="497"/>
                  </a:cubicBezTo>
                  <a:cubicBezTo>
                    <a:pt x="1162" y="542"/>
                    <a:pt x="1089" y="575"/>
                    <a:pt x="1007" y="586"/>
                  </a:cubicBezTo>
                  <a:cubicBezTo>
                    <a:pt x="1000" y="587"/>
                    <a:pt x="992" y="589"/>
                    <a:pt x="984" y="588"/>
                  </a:cubicBezTo>
                  <a:cubicBezTo>
                    <a:pt x="967" y="587"/>
                    <a:pt x="956" y="596"/>
                    <a:pt x="944" y="607"/>
                  </a:cubicBezTo>
                  <a:cubicBezTo>
                    <a:pt x="828" y="716"/>
                    <a:pt x="724" y="836"/>
                    <a:pt x="626" y="962"/>
                  </a:cubicBezTo>
                  <a:cubicBezTo>
                    <a:pt x="527" y="1090"/>
                    <a:pt x="430" y="1219"/>
                    <a:pt x="330" y="1347"/>
                  </a:cubicBezTo>
                  <a:cubicBezTo>
                    <a:pt x="231" y="1475"/>
                    <a:pt x="125" y="1596"/>
                    <a:pt x="7" y="1706"/>
                  </a:cubicBezTo>
                  <a:cubicBezTo>
                    <a:pt x="4" y="1708"/>
                    <a:pt x="2" y="1711"/>
                    <a:pt x="0" y="1714"/>
                  </a:cubicBezTo>
                  <a:cubicBezTo>
                    <a:pt x="195" y="1714"/>
                    <a:pt x="390" y="1714"/>
                    <a:pt x="585" y="1714"/>
                  </a:cubicBezTo>
                  <a:cubicBezTo>
                    <a:pt x="880" y="1714"/>
                    <a:pt x="1175" y="1714"/>
                    <a:pt x="1470" y="1714"/>
                  </a:cubicBezTo>
                  <a:cubicBezTo>
                    <a:pt x="1481" y="1714"/>
                    <a:pt x="1487" y="1711"/>
                    <a:pt x="1493" y="1702"/>
                  </a:cubicBezTo>
                  <a:cubicBezTo>
                    <a:pt x="1517" y="1661"/>
                    <a:pt x="1541" y="1620"/>
                    <a:pt x="1566" y="1580"/>
                  </a:cubicBezTo>
                  <a:cubicBezTo>
                    <a:pt x="1615" y="1504"/>
                    <a:pt x="1671" y="1433"/>
                    <a:pt x="1743" y="1378"/>
                  </a:cubicBezTo>
                  <a:cubicBezTo>
                    <a:pt x="1794" y="1339"/>
                    <a:pt x="1848" y="1304"/>
                    <a:pt x="1910" y="1286"/>
                  </a:cubicBezTo>
                  <a:cubicBezTo>
                    <a:pt x="1974" y="1268"/>
                    <a:pt x="2039" y="1261"/>
                    <a:pt x="2104" y="1262"/>
                  </a:cubicBezTo>
                  <a:cubicBezTo>
                    <a:pt x="2150" y="1263"/>
                    <a:pt x="2192" y="1273"/>
                    <a:pt x="2232" y="1295"/>
                  </a:cubicBezTo>
                  <a:cubicBezTo>
                    <a:pt x="2303" y="1334"/>
                    <a:pt x="2363" y="1386"/>
                    <a:pt x="2416" y="1446"/>
                  </a:cubicBezTo>
                  <a:cubicBezTo>
                    <a:pt x="2497" y="1535"/>
                    <a:pt x="2564" y="1632"/>
                    <a:pt x="2597" y="1750"/>
                  </a:cubicBezTo>
                  <a:cubicBezTo>
                    <a:pt x="2598" y="1754"/>
                    <a:pt x="2601" y="1759"/>
                    <a:pt x="2604" y="1759"/>
                  </a:cubicBezTo>
                  <a:cubicBezTo>
                    <a:pt x="2623" y="1759"/>
                    <a:pt x="2643" y="1760"/>
                    <a:pt x="2662" y="1757"/>
                  </a:cubicBezTo>
                  <a:cubicBezTo>
                    <a:pt x="2677" y="1755"/>
                    <a:pt x="2679" y="1750"/>
                    <a:pt x="2675" y="1735"/>
                  </a:cubicBezTo>
                  <a:cubicBezTo>
                    <a:pt x="2662" y="1671"/>
                    <a:pt x="2638" y="1611"/>
                    <a:pt x="2605" y="1554"/>
                  </a:cubicBezTo>
                  <a:cubicBezTo>
                    <a:pt x="2518" y="1402"/>
                    <a:pt x="2393" y="1290"/>
                    <a:pt x="2240" y="1207"/>
                  </a:cubicBezTo>
                  <a:cubicBezTo>
                    <a:pt x="2237" y="1205"/>
                    <a:pt x="2233" y="1203"/>
                    <a:pt x="2230" y="1203"/>
                  </a:cubicBezTo>
                  <a:cubicBezTo>
                    <a:pt x="2128" y="1183"/>
                    <a:pt x="2027" y="1180"/>
                    <a:pt x="1925" y="1202"/>
                  </a:cubicBezTo>
                  <a:cubicBezTo>
                    <a:pt x="1857" y="1216"/>
                    <a:pt x="1794" y="1243"/>
                    <a:pt x="1735" y="1279"/>
                  </a:cubicBezTo>
                  <a:cubicBezTo>
                    <a:pt x="1643" y="1334"/>
                    <a:pt x="1567" y="1406"/>
                    <a:pt x="1501" y="1488"/>
                  </a:cubicBezTo>
                  <a:cubicBezTo>
                    <a:pt x="1458" y="1540"/>
                    <a:pt x="1419" y="1594"/>
                    <a:pt x="1379" y="1647"/>
                  </a:cubicBezTo>
                  <a:cubicBezTo>
                    <a:pt x="1375" y="1653"/>
                    <a:pt x="1371" y="1658"/>
                    <a:pt x="1363" y="1657"/>
                  </a:cubicBezTo>
                  <a:cubicBezTo>
                    <a:pt x="1304" y="1650"/>
                    <a:pt x="1250" y="1631"/>
                    <a:pt x="1201" y="1597"/>
                  </a:cubicBezTo>
                  <a:cubicBezTo>
                    <a:pt x="1198" y="1594"/>
                    <a:pt x="1195" y="1592"/>
                    <a:pt x="1192" y="1589"/>
                  </a:cubicBezTo>
                  <a:cubicBezTo>
                    <a:pt x="1196" y="1585"/>
                    <a:pt x="1198" y="1582"/>
                    <a:pt x="1201" y="1579"/>
                  </a:cubicBezTo>
                  <a:cubicBezTo>
                    <a:pt x="1256" y="1527"/>
                    <a:pt x="1311" y="1474"/>
                    <a:pt x="1367" y="1423"/>
                  </a:cubicBezTo>
                  <a:cubicBezTo>
                    <a:pt x="1482" y="1320"/>
                    <a:pt x="1605" y="1228"/>
                    <a:pt x="1745" y="1161"/>
                  </a:cubicBezTo>
                  <a:cubicBezTo>
                    <a:pt x="1865" y="1103"/>
                    <a:pt x="1991" y="1071"/>
                    <a:pt x="2125" y="1072"/>
                  </a:cubicBezTo>
                  <a:cubicBezTo>
                    <a:pt x="2140" y="1072"/>
                    <a:pt x="2155" y="1075"/>
                    <a:pt x="2169" y="1074"/>
                  </a:cubicBezTo>
                  <a:cubicBezTo>
                    <a:pt x="2207" y="1072"/>
                    <a:pt x="2241" y="1083"/>
                    <a:pt x="2274" y="1098"/>
                  </a:cubicBezTo>
                  <a:cubicBezTo>
                    <a:pt x="2383" y="1149"/>
                    <a:pt x="2471" y="1225"/>
                    <a:pt x="2547" y="1316"/>
                  </a:cubicBezTo>
                  <a:cubicBezTo>
                    <a:pt x="2617" y="1399"/>
                    <a:pt x="2675" y="1490"/>
                    <a:pt x="2726" y="1586"/>
                  </a:cubicBezTo>
                  <a:cubicBezTo>
                    <a:pt x="2755" y="1639"/>
                    <a:pt x="2781" y="1694"/>
                    <a:pt x="2809" y="1748"/>
                  </a:cubicBezTo>
                  <a:cubicBezTo>
                    <a:pt x="2813" y="1756"/>
                    <a:pt x="2817" y="1760"/>
                    <a:pt x="2826" y="1759"/>
                  </a:cubicBezTo>
                  <a:cubicBezTo>
                    <a:pt x="2834" y="1759"/>
                    <a:pt x="2843" y="1760"/>
                    <a:pt x="2851" y="1760"/>
                  </a:cubicBezTo>
                  <a:cubicBezTo>
                    <a:pt x="2868" y="1759"/>
                    <a:pt x="2873" y="1752"/>
                    <a:pt x="2867" y="1735"/>
                  </a:cubicBezTo>
                  <a:cubicBezTo>
                    <a:pt x="2809" y="1555"/>
                    <a:pt x="2722" y="1391"/>
                    <a:pt x="2596" y="1248"/>
                  </a:cubicBezTo>
                  <a:cubicBezTo>
                    <a:pt x="2522" y="1163"/>
                    <a:pt x="2437" y="1091"/>
                    <a:pt x="2336" y="1041"/>
                  </a:cubicBezTo>
                  <a:cubicBezTo>
                    <a:pt x="2305" y="1025"/>
                    <a:pt x="2273" y="1009"/>
                    <a:pt x="2240" y="1002"/>
                  </a:cubicBezTo>
                  <a:cubicBezTo>
                    <a:pt x="2206" y="994"/>
                    <a:pt x="2170" y="994"/>
                    <a:pt x="2136" y="994"/>
                  </a:cubicBezTo>
                  <a:cubicBezTo>
                    <a:pt x="2033" y="994"/>
                    <a:pt x="1934" y="1012"/>
                    <a:pt x="1837" y="1045"/>
                  </a:cubicBezTo>
                  <a:cubicBezTo>
                    <a:pt x="1686" y="1096"/>
                    <a:pt x="1548" y="1176"/>
                    <a:pt x="1419" y="1268"/>
                  </a:cubicBezTo>
                  <a:cubicBezTo>
                    <a:pt x="1313" y="1343"/>
                    <a:pt x="1210" y="1422"/>
                    <a:pt x="1106" y="1499"/>
                  </a:cubicBezTo>
                  <a:cubicBezTo>
                    <a:pt x="1098" y="1504"/>
                    <a:pt x="1088" y="1508"/>
                    <a:pt x="1078" y="1508"/>
                  </a:cubicBezTo>
                  <a:cubicBezTo>
                    <a:pt x="1025" y="1510"/>
                    <a:pt x="984" y="1485"/>
                    <a:pt x="947" y="1451"/>
                  </a:cubicBezTo>
                  <a:cubicBezTo>
                    <a:pt x="937" y="1441"/>
                    <a:pt x="928" y="1430"/>
                    <a:pt x="918" y="1419"/>
                  </a:cubicBezTo>
                  <a:cubicBezTo>
                    <a:pt x="925" y="1414"/>
                    <a:pt x="930" y="1409"/>
                    <a:pt x="936" y="1405"/>
                  </a:cubicBezTo>
                  <a:cubicBezTo>
                    <a:pt x="997" y="1364"/>
                    <a:pt x="1056" y="1321"/>
                    <a:pt x="1118" y="1284"/>
                  </a:cubicBezTo>
                  <a:cubicBezTo>
                    <a:pt x="1207" y="1230"/>
                    <a:pt x="1298" y="1181"/>
                    <a:pt x="1388" y="1129"/>
                  </a:cubicBezTo>
                  <a:cubicBezTo>
                    <a:pt x="1419" y="1112"/>
                    <a:pt x="1447" y="1090"/>
                    <a:pt x="1479" y="1077"/>
                  </a:cubicBezTo>
                  <a:cubicBezTo>
                    <a:pt x="1591" y="1031"/>
                    <a:pt x="1702" y="986"/>
                    <a:pt x="1815" y="946"/>
                  </a:cubicBezTo>
                  <a:cubicBezTo>
                    <a:pt x="1936" y="903"/>
                    <a:pt x="2062" y="881"/>
                    <a:pt x="2192" y="889"/>
                  </a:cubicBezTo>
                  <a:cubicBezTo>
                    <a:pt x="2267" y="894"/>
                    <a:pt x="2340" y="910"/>
                    <a:pt x="2408" y="943"/>
                  </a:cubicBezTo>
                  <a:cubicBezTo>
                    <a:pt x="2525" y="997"/>
                    <a:pt x="2620" y="1077"/>
                    <a:pt x="2701" y="1175"/>
                  </a:cubicBezTo>
                  <a:cubicBezTo>
                    <a:pt x="2792" y="1284"/>
                    <a:pt x="2861" y="1406"/>
                    <a:pt x="2917" y="1535"/>
                  </a:cubicBezTo>
                  <a:cubicBezTo>
                    <a:pt x="2948" y="1604"/>
                    <a:pt x="2975" y="1676"/>
                    <a:pt x="3003" y="1746"/>
                  </a:cubicBezTo>
                  <a:cubicBezTo>
                    <a:pt x="3005" y="1751"/>
                    <a:pt x="3008" y="1758"/>
                    <a:pt x="3011" y="1758"/>
                  </a:cubicBezTo>
                  <a:cubicBezTo>
                    <a:pt x="3028" y="1759"/>
                    <a:pt x="3046" y="1759"/>
                    <a:pt x="3063" y="1757"/>
                  </a:cubicBezTo>
                  <a:cubicBezTo>
                    <a:pt x="3073" y="1756"/>
                    <a:pt x="3077" y="1748"/>
                    <a:pt x="3074" y="1738"/>
                  </a:cubicBezTo>
                  <a:cubicBezTo>
                    <a:pt x="3059" y="1682"/>
                    <a:pt x="3047" y="1626"/>
                    <a:pt x="3028" y="1572"/>
                  </a:cubicBezTo>
                  <a:cubicBezTo>
                    <a:pt x="2979" y="1424"/>
                    <a:pt x="2903" y="1291"/>
                    <a:pt x="2798" y="1175"/>
                  </a:cubicBezTo>
                  <a:cubicBezTo>
                    <a:pt x="2748" y="1119"/>
                    <a:pt x="2692" y="1067"/>
                    <a:pt x="2636" y="1015"/>
                  </a:cubicBezTo>
                  <a:cubicBezTo>
                    <a:pt x="2556" y="939"/>
                    <a:pt x="2462" y="889"/>
                    <a:pt x="2356" y="861"/>
                  </a:cubicBezTo>
                  <a:cubicBezTo>
                    <a:pt x="2244" y="831"/>
                    <a:pt x="2132" y="831"/>
                    <a:pt x="2018" y="843"/>
                  </a:cubicBezTo>
                  <a:cubicBezTo>
                    <a:pt x="1942" y="851"/>
                    <a:pt x="1867" y="867"/>
                    <a:pt x="1793" y="886"/>
                  </a:cubicBezTo>
                  <a:cubicBezTo>
                    <a:pt x="1611" y="933"/>
                    <a:pt x="1437" y="1005"/>
                    <a:pt x="1262" y="1071"/>
                  </a:cubicBezTo>
                  <a:cubicBezTo>
                    <a:pt x="1186" y="1099"/>
                    <a:pt x="1119" y="1145"/>
                    <a:pt x="1052" y="1188"/>
                  </a:cubicBezTo>
                  <a:cubicBezTo>
                    <a:pt x="1005" y="1217"/>
                    <a:pt x="958" y="1246"/>
                    <a:pt x="910" y="1271"/>
                  </a:cubicBezTo>
                  <a:cubicBezTo>
                    <a:pt x="875" y="1288"/>
                    <a:pt x="836" y="1295"/>
                    <a:pt x="796" y="1283"/>
                  </a:cubicBezTo>
                  <a:cubicBezTo>
                    <a:pt x="753" y="1270"/>
                    <a:pt x="722" y="1240"/>
                    <a:pt x="695" y="1206"/>
                  </a:cubicBezTo>
                  <a:cubicBezTo>
                    <a:pt x="693" y="1203"/>
                    <a:pt x="694" y="1195"/>
                    <a:pt x="697" y="1193"/>
                  </a:cubicBezTo>
                  <a:cubicBezTo>
                    <a:pt x="712" y="1178"/>
                    <a:pt x="726" y="1162"/>
                    <a:pt x="743" y="1149"/>
                  </a:cubicBezTo>
                  <a:cubicBezTo>
                    <a:pt x="785" y="1116"/>
                    <a:pt x="834" y="1094"/>
                    <a:pt x="883" y="1074"/>
                  </a:cubicBezTo>
                  <a:cubicBezTo>
                    <a:pt x="967" y="1039"/>
                    <a:pt x="1052" y="1006"/>
                    <a:pt x="1136" y="972"/>
                  </a:cubicBezTo>
                  <a:cubicBezTo>
                    <a:pt x="1155" y="965"/>
                    <a:pt x="1172" y="956"/>
                    <a:pt x="1191" y="950"/>
                  </a:cubicBezTo>
                  <a:cubicBezTo>
                    <a:pt x="1243" y="933"/>
                    <a:pt x="1296" y="918"/>
                    <a:pt x="1347" y="901"/>
                  </a:cubicBezTo>
                  <a:cubicBezTo>
                    <a:pt x="1453" y="865"/>
                    <a:pt x="1558" y="827"/>
                    <a:pt x="1664" y="792"/>
                  </a:cubicBezTo>
                  <a:cubicBezTo>
                    <a:pt x="1763" y="759"/>
                    <a:pt x="1864" y="734"/>
                    <a:pt x="1967" y="722"/>
                  </a:cubicBezTo>
                  <a:cubicBezTo>
                    <a:pt x="2041" y="713"/>
                    <a:pt x="2115" y="712"/>
                    <a:pt x="2190" y="720"/>
                  </a:cubicBezTo>
                  <a:cubicBezTo>
                    <a:pt x="2225" y="724"/>
                    <a:pt x="2261" y="727"/>
                    <a:pt x="2296" y="732"/>
                  </a:cubicBezTo>
                  <a:cubicBezTo>
                    <a:pt x="2394" y="747"/>
                    <a:pt x="2483" y="785"/>
                    <a:pt x="2566" y="837"/>
                  </a:cubicBezTo>
                  <a:cubicBezTo>
                    <a:pt x="2685" y="912"/>
                    <a:pt x="2785" y="1008"/>
                    <a:pt x="2875" y="1115"/>
                  </a:cubicBezTo>
                  <a:cubicBezTo>
                    <a:pt x="3031" y="1301"/>
                    <a:pt x="3152" y="1509"/>
                    <a:pt x="3253" y="1729"/>
                  </a:cubicBezTo>
                  <a:cubicBezTo>
                    <a:pt x="3263" y="1751"/>
                    <a:pt x="3275" y="1759"/>
                    <a:pt x="3298" y="1758"/>
                  </a:cubicBezTo>
                  <a:cubicBezTo>
                    <a:pt x="3364" y="1754"/>
                    <a:pt x="3430" y="1750"/>
                    <a:pt x="3496" y="1747"/>
                  </a:cubicBezTo>
                  <a:cubicBezTo>
                    <a:pt x="3496" y="1744"/>
                    <a:pt x="3496" y="1740"/>
                    <a:pt x="3496" y="1737"/>
                  </a:cubicBezTo>
                  <a:cubicBezTo>
                    <a:pt x="3494" y="1735"/>
                    <a:pt x="3491" y="1733"/>
                    <a:pt x="3490" y="17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4129E84B-41BC-4987-99A8-F1CD72B8D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3919538"/>
              <a:ext cx="538163" cy="1330325"/>
            </a:xfrm>
            <a:custGeom>
              <a:avLst/>
              <a:gdLst>
                <a:gd name="T0" fmla="*/ 434 w 437"/>
                <a:gd name="T1" fmla="*/ 924 h 1083"/>
                <a:gd name="T2" fmla="*/ 429 w 437"/>
                <a:gd name="T3" fmla="*/ 761 h 1083"/>
                <a:gd name="T4" fmla="*/ 427 w 437"/>
                <a:gd name="T5" fmla="*/ 657 h 1083"/>
                <a:gd name="T6" fmla="*/ 424 w 437"/>
                <a:gd name="T7" fmla="*/ 530 h 1083"/>
                <a:gd name="T8" fmla="*/ 422 w 437"/>
                <a:gd name="T9" fmla="*/ 357 h 1083"/>
                <a:gd name="T10" fmla="*/ 421 w 437"/>
                <a:gd name="T11" fmla="*/ 331 h 1083"/>
                <a:gd name="T12" fmla="*/ 420 w 437"/>
                <a:gd name="T13" fmla="*/ 290 h 1083"/>
                <a:gd name="T14" fmla="*/ 414 w 437"/>
                <a:gd name="T15" fmla="*/ 31 h 1083"/>
                <a:gd name="T16" fmla="*/ 392 w 437"/>
                <a:gd name="T17" fmla="*/ 2 h 1083"/>
                <a:gd name="T18" fmla="*/ 363 w 437"/>
                <a:gd name="T19" fmla="*/ 25 h 1083"/>
                <a:gd name="T20" fmla="*/ 260 w 437"/>
                <a:gd name="T21" fmla="*/ 457 h 1083"/>
                <a:gd name="T22" fmla="*/ 203 w 437"/>
                <a:gd name="T23" fmla="*/ 696 h 1083"/>
                <a:gd name="T24" fmla="*/ 198 w 437"/>
                <a:gd name="T25" fmla="*/ 709 h 1083"/>
                <a:gd name="T26" fmla="*/ 195 w 437"/>
                <a:gd name="T27" fmla="*/ 697 h 1083"/>
                <a:gd name="T28" fmla="*/ 118 w 437"/>
                <a:gd name="T29" fmla="*/ 341 h 1083"/>
                <a:gd name="T30" fmla="*/ 56 w 437"/>
                <a:gd name="T31" fmla="*/ 54 h 1083"/>
                <a:gd name="T32" fmla="*/ 50 w 437"/>
                <a:gd name="T33" fmla="*/ 28 h 1083"/>
                <a:gd name="T34" fmla="*/ 21 w 437"/>
                <a:gd name="T35" fmla="*/ 10 h 1083"/>
                <a:gd name="T36" fmla="*/ 0 w 437"/>
                <a:gd name="T37" fmla="*/ 35 h 1083"/>
                <a:gd name="T38" fmla="*/ 0 w 437"/>
                <a:gd name="T39" fmla="*/ 50 h 1083"/>
                <a:gd name="T40" fmla="*/ 3 w 437"/>
                <a:gd name="T41" fmla="*/ 388 h 1083"/>
                <a:gd name="T42" fmla="*/ 3 w 437"/>
                <a:gd name="T43" fmla="*/ 395 h 1083"/>
                <a:gd name="T44" fmla="*/ 5 w 437"/>
                <a:gd name="T45" fmla="*/ 527 h 1083"/>
                <a:gd name="T46" fmla="*/ 8 w 437"/>
                <a:gd name="T47" fmla="*/ 816 h 1083"/>
                <a:gd name="T48" fmla="*/ 8 w 437"/>
                <a:gd name="T49" fmla="*/ 834 h 1083"/>
                <a:gd name="T50" fmla="*/ 28 w 437"/>
                <a:gd name="T51" fmla="*/ 855 h 1083"/>
                <a:gd name="T52" fmla="*/ 59 w 437"/>
                <a:gd name="T53" fmla="*/ 828 h 1083"/>
                <a:gd name="T54" fmla="*/ 58 w 437"/>
                <a:gd name="T55" fmla="*/ 703 h 1083"/>
                <a:gd name="T56" fmla="*/ 55 w 437"/>
                <a:gd name="T57" fmla="*/ 316 h 1083"/>
                <a:gd name="T58" fmla="*/ 55 w 437"/>
                <a:gd name="T59" fmla="*/ 306 h 1083"/>
                <a:gd name="T60" fmla="*/ 60 w 437"/>
                <a:gd name="T61" fmla="*/ 317 h 1083"/>
                <a:gd name="T62" fmla="*/ 170 w 437"/>
                <a:gd name="T63" fmla="*/ 830 h 1083"/>
                <a:gd name="T64" fmla="*/ 197 w 437"/>
                <a:gd name="T65" fmla="*/ 856 h 1083"/>
                <a:gd name="T66" fmla="*/ 223 w 437"/>
                <a:gd name="T67" fmla="*/ 831 h 1083"/>
                <a:gd name="T68" fmla="*/ 250 w 437"/>
                <a:gd name="T69" fmla="*/ 721 h 1083"/>
                <a:gd name="T70" fmla="*/ 360 w 437"/>
                <a:gd name="T71" fmla="*/ 256 h 1083"/>
                <a:gd name="T72" fmla="*/ 365 w 437"/>
                <a:gd name="T73" fmla="*/ 239 h 1083"/>
                <a:gd name="T74" fmla="*/ 367 w 437"/>
                <a:gd name="T75" fmla="*/ 240 h 1083"/>
                <a:gd name="T76" fmla="*/ 378 w 437"/>
                <a:gd name="T77" fmla="*/ 698 h 1083"/>
                <a:gd name="T78" fmla="*/ 378 w 437"/>
                <a:gd name="T79" fmla="*/ 713 h 1083"/>
                <a:gd name="T80" fmla="*/ 380 w 437"/>
                <a:gd name="T81" fmla="*/ 816 h 1083"/>
                <a:gd name="T82" fmla="*/ 381 w 437"/>
                <a:gd name="T83" fmla="*/ 824 h 1083"/>
                <a:gd name="T84" fmla="*/ 385 w 437"/>
                <a:gd name="T85" fmla="*/ 1029 h 1083"/>
                <a:gd name="T86" fmla="*/ 386 w 437"/>
                <a:gd name="T87" fmla="*/ 1055 h 1083"/>
                <a:gd name="T88" fmla="*/ 396 w 437"/>
                <a:gd name="T89" fmla="*/ 1083 h 1083"/>
                <a:gd name="T90" fmla="*/ 427 w 437"/>
                <a:gd name="T91" fmla="*/ 1083 h 1083"/>
                <a:gd name="T92" fmla="*/ 436 w 437"/>
                <a:gd name="T93" fmla="*/ 1051 h 1083"/>
                <a:gd name="T94" fmla="*/ 435 w 437"/>
                <a:gd name="T95" fmla="*/ 950 h 1083"/>
                <a:gd name="T96" fmla="*/ 434 w 437"/>
                <a:gd name="T97" fmla="*/ 924 h 1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37" h="1083">
                  <a:moveTo>
                    <a:pt x="434" y="924"/>
                  </a:moveTo>
                  <a:cubicBezTo>
                    <a:pt x="433" y="870"/>
                    <a:pt x="431" y="816"/>
                    <a:pt x="429" y="761"/>
                  </a:cubicBezTo>
                  <a:cubicBezTo>
                    <a:pt x="428" y="726"/>
                    <a:pt x="428" y="692"/>
                    <a:pt x="427" y="657"/>
                  </a:cubicBezTo>
                  <a:cubicBezTo>
                    <a:pt x="426" y="614"/>
                    <a:pt x="425" y="572"/>
                    <a:pt x="424" y="530"/>
                  </a:cubicBezTo>
                  <a:cubicBezTo>
                    <a:pt x="423" y="472"/>
                    <a:pt x="423" y="414"/>
                    <a:pt x="422" y="357"/>
                  </a:cubicBezTo>
                  <a:cubicBezTo>
                    <a:pt x="422" y="348"/>
                    <a:pt x="421" y="340"/>
                    <a:pt x="421" y="331"/>
                  </a:cubicBezTo>
                  <a:cubicBezTo>
                    <a:pt x="421" y="317"/>
                    <a:pt x="420" y="304"/>
                    <a:pt x="420" y="290"/>
                  </a:cubicBezTo>
                  <a:cubicBezTo>
                    <a:pt x="418" y="204"/>
                    <a:pt x="416" y="117"/>
                    <a:pt x="414" y="31"/>
                  </a:cubicBezTo>
                  <a:cubicBezTo>
                    <a:pt x="414" y="14"/>
                    <a:pt x="406" y="3"/>
                    <a:pt x="392" y="2"/>
                  </a:cubicBezTo>
                  <a:cubicBezTo>
                    <a:pt x="377" y="0"/>
                    <a:pt x="367" y="8"/>
                    <a:pt x="363" y="25"/>
                  </a:cubicBezTo>
                  <a:cubicBezTo>
                    <a:pt x="328" y="169"/>
                    <a:pt x="294" y="313"/>
                    <a:pt x="260" y="457"/>
                  </a:cubicBezTo>
                  <a:cubicBezTo>
                    <a:pt x="241" y="537"/>
                    <a:pt x="222" y="616"/>
                    <a:pt x="203" y="696"/>
                  </a:cubicBezTo>
                  <a:cubicBezTo>
                    <a:pt x="202" y="699"/>
                    <a:pt x="200" y="702"/>
                    <a:pt x="198" y="709"/>
                  </a:cubicBezTo>
                  <a:cubicBezTo>
                    <a:pt x="196" y="702"/>
                    <a:pt x="195" y="700"/>
                    <a:pt x="195" y="697"/>
                  </a:cubicBezTo>
                  <a:cubicBezTo>
                    <a:pt x="169" y="578"/>
                    <a:pt x="143" y="460"/>
                    <a:pt x="118" y="341"/>
                  </a:cubicBezTo>
                  <a:cubicBezTo>
                    <a:pt x="97" y="246"/>
                    <a:pt x="76" y="150"/>
                    <a:pt x="56" y="54"/>
                  </a:cubicBezTo>
                  <a:cubicBezTo>
                    <a:pt x="54" y="45"/>
                    <a:pt x="52" y="37"/>
                    <a:pt x="50" y="28"/>
                  </a:cubicBezTo>
                  <a:cubicBezTo>
                    <a:pt x="45" y="15"/>
                    <a:pt x="34" y="8"/>
                    <a:pt x="21" y="10"/>
                  </a:cubicBezTo>
                  <a:cubicBezTo>
                    <a:pt x="9" y="12"/>
                    <a:pt x="1" y="22"/>
                    <a:pt x="0" y="35"/>
                  </a:cubicBezTo>
                  <a:cubicBezTo>
                    <a:pt x="0" y="40"/>
                    <a:pt x="0" y="45"/>
                    <a:pt x="0" y="50"/>
                  </a:cubicBezTo>
                  <a:cubicBezTo>
                    <a:pt x="1" y="163"/>
                    <a:pt x="2" y="275"/>
                    <a:pt x="3" y="388"/>
                  </a:cubicBezTo>
                  <a:cubicBezTo>
                    <a:pt x="3" y="390"/>
                    <a:pt x="3" y="393"/>
                    <a:pt x="3" y="395"/>
                  </a:cubicBezTo>
                  <a:cubicBezTo>
                    <a:pt x="4" y="439"/>
                    <a:pt x="5" y="483"/>
                    <a:pt x="5" y="527"/>
                  </a:cubicBezTo>
                  <a:cubicBezTo>
                    <a:pt x="6" y="623"/>
                    <a:pt x="7" y="720"/>
                    <a:pt x="8" y="816"/>
                  </a:cubicBezTo>
                  <a:cubicBezTo>
                    <a:pt x="8" y="822"/>
                    <a:pt x="8" y="828"/>
                    <a:pt x="8" y="834"/>
                  </a:cubicBezTo>
                  <a:cubicBezTo>
                    <a:pt x="10" y="845"/>
                    <a:pt x="17" y="853"/>
                    <a:pt x="28" y="855"/>
                  </a:cubicBezTo>
                  <a:cubicBezTo>
                    <a:pt x="46" y="859"/>
                    <a:pt x="60" y="847"/>
                    <a:pt x="59" y="828"/>
                  </a:cubicBezTo>
                  <a:cubicBezTo>
                    <a:pt x="59" y="786"/>
                    <a:pt x="58" y="745"/>
                    <a:pt x="58" y="703"/>
                  </a:cubicBezTo>
                  <a:cubicBezTo>
                    <a:pt x="57" y="574"/>
                    <a:pt x="56" y="445"/>
                    <a:pt x="55" y="316"/>
                  </a:cubicBezTo>
                  <a:cubicBezTo>
                    <a:pt x="55" y="313"/>
                    <a:pt x="55" y="309"/>
                    <a:pt x="55" y="306"/>
                  </a:cubicBezTo>
                  <a:cubicBezTo>
                    <a:pt x="58" y="310"/>
                    <a:pt x="59" y="313"/>
                    <a:pt x="60" y="317"/>
                  </a:cubicBezTo>
                  <a:cubicBezTo>
                    <a:pt x="97" y="488"/>
                    <a:pt x="133" y="659"/>
                    <a:pt x="170" y="830"/>
                  </a:cubicBezTo>
                  <a:cubicBezTo>
                    <a:pt x="174" y="847"/>
                    <a:pt x="183" y="856"/>
                    <a:pt x="197" y="856"/>
                  </a:cubicBezTo>
                  <a:cubicBezTo>
                    <a:pt x="211" y="856"/>
                    <a:pt x="219" y="848"/>
                    <a:pt x="223" y="831"/>
                  </a:cubicBezTo>
                  <a:cubicBezTo>
                    <a:pt x="232" y="794"/>
                    <a:pt x="241" y="758"/>
                    <a:pt x="250" y="721"/>
                  </a:cubicBezTo>
                  <a:cubicBezTo>
                    <a:pt x="287" y="566"/>
                    <a:pt x="323" y="411"/>
                    <a:pt x="360" y="256"/>
                  </a:cubicBezTo>
                  <a:cubicBezTo>
                    <a:pt x="362" y="250"/>
                    <a:pt x="364" y="245"/>
                    <a:pt x="365" y="239"/>
                  </a:cubicBezTo>
                  <a:cubicBezTo>
                    <a:pt x="366" y="239"/>
                    <a:pt x="366" y="240"/>
                    <a:pt x="367" y="240"/>
                  </a:cubicBezTo>
                  <a:cubicBezTo>
                    <a:pt x="370" y="393"/>
                    <a:pt x="374" y="545"/>
                    <a:pt x="378" y="698"/>
                  </a:cubicBezTo>
                  <a:cubicBezTo>
                    <a:pt x="378" y="703"/>
                    <a:pt x="378" y="708"/>
                    <a:pt x="378" y="713"/>
                  </a:cubicBezTo>
                  <a:cubicBezTo>
                    <a:pt x="379" y="748"/>
                    <a:pt x="380" y="782"/>
                    <a:pt x="380" y="816"/>
                  </a:cubicBezTo>
                  <a:cubicBezTo>
                    <a:pt x="381" y="819"/>
                    <a:pt x="381" y="821"/>
                    <a:pt x="381" y="824"/>
                  </a:cubicBezTo>
                  <a:cubicBezTo>
                    <a:pt x="382" y="892"/>
                    <a:pt x="384" y="961"/>
                    <a:pt x="385" y="1029"/>
                  </a:cubicBezTo>
                  <a:cubicBezTo>
                    <a:pt x="386" y="1038"/>
                    <a:pt x="386" y="1046"/>
                    <a:pt x="386" y="1055"/>
                  </a:cubicBezTo>
                  <a:cubicBezTo>
                    <a:pt x="389" y="1064"/>
                    <a:pt x="393" y="1074"/>
                    <a:pt x="396" y="1083"/>
                  </a:cubicBezTo>
                  <a:cubicBezTo>
                    <a:pt x="406" y="1083"/>
                    <a:pt x="416" y="1083"/>
                    <a:pt x="427" y="1083"/>
                  </a:cubicBezTo>
                  <a:cubicBezTo>
                    <a:pt x="430" y="1072"/>
                    <a:pt x="436" y="1061"/>
                    <a:pt x="436" y="1051"/>
                  </a:cubicBezTo>
                  <a:cubicBezTo>
                    <a:pt x="437" y="1017"/>
                    <a:pt x="435" y="983"/>
                    <a:pt x="435" y="950"/>
                  </a:cubicBezTo>
                  <a:cubicBezTo>
                    <a:pt x="434" y="941"/>
                    <a:pt x="434" y="933"/>
                    <a:pt x="434" y="9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27FE00B7-FEE8-4A2A-ADBC-2E65E155EA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7725" y="3698875"/>
              <a:ext cx="382588" cy="1282700"/>
            </a:xfrm>
            <a:custGeom>
              <a:avLst/>
              <a:gdLst>
                <a:gd name="T0" fmla="*/ 306 w 311"/>
                <a:gd name="T1" fmla="*/ 185 h 1044"/>
                <a:gd name="T2" fmla="*/ 305 w 311"/>
                <a:gd name="T3" fmla="*/ 32 h 1044"/>
                <a:gd name="T4" fmla="*/ 279 w 311"/>
                <a:gd name="T5" fmla="*/ 0 h 1044"/>
                <a:gd name="T6" fmla="*/ 254 w 311"/>
                <a:gd name="T7" fmla="*/ 32 h 1044"/>
                <a:gd name="T8" fmla="*/ 256 w 311"/>
                <a:gd name="T9" fmla="*/ 281 h 1044"/>
                <a:gd name="T10" fmla="*/ 258 w 311"/>
                <a:gd name="T11" fmla="*/ 834 h 1044"/>
                <a:gd name="T12" fmla="*/ 254 w 311"/>
                <a:gd name="T13" fmla="*/ 834 h 1044"/>
                <a:gd name="T14" fmla="*/ 71 w 311"/>
                <a:gd name="T15" fmla="*/ 252 h 1044"/>
                <a:gd name="T16" fmla="*/ 54 w 311"/>
                <a:gd name="T17" fmla="*/ 200 h 1044"/>
                <a:gd name="T18" fmla="*/ 26 w 311"/>
                <a:gd name="T19" fmla="*/ 183 h 1044"/>
                <a:gd name="T20" fmla="*/ 4 w 311"/>
                <a:gd name="T21" fmla="*/ 206 h 1044"/>
                <a:gd name="T22" fmla="*/ 4 w 311"/>
                <a:gd name="T23" fmla="*/ 222 h 1044"/>
                <a:gd name="T24" fmla="*/ 3 w 311"/>
                <a:gd name="T25" fmla="*/ 399 h 1044"/>
                <a:gd name="T26" fmla="*/ 0 w 311"/>
                <a:gd name="T27" fmla="*/ 1013 h 1044"/>
                <a:gd name="T28" fmla="*/ 26 w 311"/>
                <a:gd name="T29" fmla="*/ 1042 h 1044"/>
                <a:gd name="T30" fmla="*/ 51 w 311"/>
                <a:gd name="T31" fmla="*/ 1014 h 1044"/>
                <a:gd name="T32" fmla="*/ 53 w 311"/>
                <a:gd name="T33" fmla="*/ 734 h 1044"/>
                <a:gd name="T34" fmla="*/ 54 w 311"/>
                <a:gd name="T35" fmla="*/ 405 h 1044"/>
                <a:gd name="T36" fmla="*/ 55 w 311"/>
                <a:gd name="T37" fmla="*/ 388 h 1044"/>
                <a:gd name="T38" fmla="*/ 59 w 311"/>
                <a:gd name="T39" fmla="*/ 388 h 1044"/>
                <a:gd name="T40" fmla="*/ 61 w 311"/>
                <a:gd name="T41" fmla="*/ 394 h 1044"/>
                <a:gd name="T42" fmla="*/ 202 w 311"/>
                <a:gd name="T43" fmla="*/ 841 h 1044"/>
                <a:gd name="T44" fmla="*/ 260 w 311"/>
                <a:gd name="T45" fmla="*/ 1022 h 1044"/>
                <a:gd name="T46" fmla="*/ 283 w 311"/>
                <a:gd name="T47" fmla="*/ 1043 h 1044"/>
                <a:gd name="T48" fmla="*/ 311 w 311"/>
                <a:gd name="T49" fmla="*/ 1013 h 1044"/>
                <a:gd name="T50" fmla="*/ 308 w 311"/>
                <a:gd name="T51" fmla="*/ 653 h 1044"/>
                <a:gd name="T52" fmla="*/ 306 w 311"/>
                <a:gd name="T53" fmla="*/ 185 h 1044"/>
                <a:gd name="T54" fmla="*/ 257 w 311"/>
                <a:gd name="T55" fmla="*/ 838 h 1044"/>
                <a:gd name="T56" fmla="*/ 258 w 311"/>
                <a:gd name="T57" fmla="*/ 834 h 1044"/>
                <a:gd name="T58" fmla="*/ 258 w 311"/>
                <a:gd name="T59" fmla="*/ 834 h 1044"/>
                <a:gd name="T60" fmla="*/ 257 w 311"/>
                <a:gd name="T61" fmla="*/ 838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1" h="1044">
                  <a:moveTo>
                    <a:pt x="306" y="185"/>
                  </a:moveTo>
                  <a:cubicBezTo>
                    <a:pt x="306" y="134"/>
                    <a:pt x="306" y="83"/>
                    <a:pt x="305" y="32"/>
                  </a:cubicBezTo>
                  <a:cubicBezTo>
                    <a:pt x="305" y="13"/>
                    <a:pt x="295" y="0"/>
                    <a:pt x="279" y="0"/>
                  </a:cubicBezTo>
                  <a:cubicBezTo>
                    <a:pt x="264" y="0"/>
                    <a:pt x="254" y="12"/>
                    <a:pt x="254" y="32"/>
                  </a:cubicBezTo>
                  <a:cubicBezTo>
                    <a:pt x="254" y="115"/>
                    <a:pt x="255" y="198"/>
                    <a:pt x="256" y="281"/>
                  </a:cubicBezTo>
                  <a:cubicBezTo>
                    <a:pt x="257" y="465"/>
                    <a:pt x="258" y="650"/>
                    <a:pt x="258" y="834"/>
                  </a:cubicBezTo>
                  <a:cubicBezTo>
                    <a:pt x="257" y="834"/>
                    <a:pt x="256" y="834"/>
                    <a:pt x="254" y="834"/>
                  </a:cubicBezTo>
                  <a:cubicBezTo>
                    <a:pt x="193" y="640"/>
                    <a:pt x="132" y="446"/>
                    <a:pt x="71" y="252"/>
                  </a:cubicBezTo>
                  <a:cubicBezTo>
                    <a:pt x="65" y="235"/>
                    <a:pt x="60" y="217"/>
                    <a:pt x="54" y="200"/>
                  </a:cubicBezTo>
                  <a:cubicBezTo>
                    <a:pt x="50" y="187"/>
                    <a:pt x="38" y="181"/>
                    <a:pt x="26" y="183"/>
                  </a:cubicBezTo>
                  <a:cubicBezTo>
                    <a:pt x="14" y="184"/>
                    <a:pt x="6" y="193"/>
                    <a:pt x="4" y="206"/>
                  </a:cubicBezTo>
                  <a:cubicBezTo>
                    <a:pt x="4" y="211"/>
                    <a:pt x="4" y="217"/>
                    <a:pt x="4" y="222"/>
                  </a:cubicBezTo>
                  <a:cubicBezTo>
                    <a:pt x="4" y="281"/>
                    <a:pt x="3" y="340"/>
                    <a:pt x="3" y="399"/>
                  </a:cubicBezTo>
                  <a:cubicBezTo>
                    <a:pt x="2" y="604"/>
                    <a:pt x="1" y="808"/>
                    <a:pt x="0" y="1013"/>
                  </a:cubicBezTo>
                  <a:cubicBezTo>
                    <a:pt x="0" y="1030"/>
                    <a:pt x="11" y="1042"/>
                    <a:pt x="26" y="1042"/>
                  </a:cubicBezTo>
                  <a:cubicBezTo>
                    <a:pt x="41" y="1042"/>
                    <a:pt x="51" y="1030"/>
                    <a:pt x="51" y="1014"/>
                  </a:cubicBezTo>
                  <a:cubicBezTo>
                    <a:pt x="52" y="921"/>
                    <a:pt x="53" y="828"/>
                    <a:pt x="53" y="734"/>
                  </a:cubicBezTo>
                  <a:cubicBezTo>
                    <a:pt x="54" y="625"/>
                    <a:pt x="54" y="515"/>
                    <a:pt x="54" y="405"/>
                  </a:cubicBezTo>
                  <a:cubicBezTo>
                    <a:pt x="54" y="399"/>
                    <a:pt x="55" y="394"/>
                    <a:pt x="55" y="388"/>
                  </a:cubicBezTo>
                  <a:cubicBezTo>
                    <a:pt x="57" y="388"/>
                    <a:pt x="58" y="388"/>
                    <a:pt x="59" y="388"/>
                  </a:cubicBezTo>
                  <a:cubicBezTo>
                    <a:pt x="60" y="390"/>
                    <a:pt x="61" y="392"/>
                    <a:pt x="61" y="394"/>
                  </a:cubicBezTo>
                  <a:cubicBezTo>
                    <a:pt x="108" y="543"/>
                    <a:pt x="155" y="692"/>
                    <a:pt x="202" y="841"/>
                  </a:cubicBezTo>
                  <a:cubicBezTo>
                    <a:pt x="222" y="902"/>
                    <a:pt x="241" y="962"/>
                    <a:pt x="260" y="1022"/>
                  </a:cubicBezTo>
                  <a:cubicBezTo>
                    <a:pt x="263" y="1034"/>
                    <a:pt x="270" y="1042"/>
                    <a:pt x="283" y="1043"/>
                  </a:cubicBezTo>
                  <a:cubicBezTo>
                    <a:pt x="300" y="1044"/>
                    <a:pt x="311" y="1033"/>
                    <a:pt x="311" y="1013"/>
                  </a:cubicBezTo>
                  <a:cubicBezTo>
                    <a:pt x="310" y="893"/>
                    <a:pt x="309" y="773"/>
                    <a:pt x="308" y="653"/>
                  </a:cubicBezTo>
                  <a:cubicBezTo>
                    <a:pt x="308" y="497"/>
                    <a:pt x="307" y="341"/>
                    <a:pt x="306" y="185"/>
                  </a:cubicBezTo>
                  <a:close/>
                  <a:moveTo>
                    <a:pt x="257" y="838"/>
                  </a:moveTo>
                  <a:cubicBezTo>
                    <a:pt x="258" y="837"/>
                    <a:pt x="258" y="835"/>
                    <a:pt x="258" y="834"/>
                  </a:cubicBezTo>
                  <a:cubicBezTo>
                    <a:pt x="258" y="834"/>
                    <a:pt x="258" y="834"/>
                    <a:pt x="258" y="834"/>
                  </a:cubicBezTo>
                  <a:cubicBezTo>
                    <a:pt x="258" y="835"/>
                    <a:pt x="258" y="837"/>
                    <a:pt x="257" y="83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899E8260-AC67-4086-B330-4ADACD6FF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2600" y="3771900"/>
              <a:ext cx="390525" cy="1236663"/>
            </a:xfrm>
            <a:custGeom>
              <a:avLst/>
              <a:gdLst>
                <a:gd name="T0" fmla="*/ 294 w 317"/>
                <a:gd name="T1" fmla="*/ 2 h 1006"/>
                <a:gd name="T2" fmla="*/ 267 w 317"/>
                <a:gd name="T3" fmla="*/ 20 h 1006"/>
                <a:gd name="T4" fmla="*/ 265 w 317"/>
                <a:gd name="T5" fmla="*/ 41 h 1006"/>
                <a:gd name="T6" fmla="*/ 265 w 317"/>
                <a:gd name="T7" fmla="*/ 785 h 1006"/>
                <a:gd name="T8" fmla="*/ 262 w 317"/>
                <a:gd name="T9" fmla="*/ 785 h 1006"/>
                <a:gd name="T10" fmla="*/ 87 w 317"/>
                <a:gd name="T11" fmla="*/ 239 h 1006"/>
                <a:gd name="T12" fmla="*/ 54 w 317"/>
                <a:gd name="T13" fmla="*/ 139 h 1006"/>
                <a:gd name="T14" fmla="*/ 18 w 317"/>
                <a:gd name="T15" fmla="*/ 121 h 1006"/>
                <a:gd name="T16" fmla="*/ 3 w 317"/>
                <a:gd name="T17" fmla="*/ 150 h 1006"/>
                <a:gd name="T18" fmla="*/ 1 w 317"/>
                <a:gd name="T19" fmla="*/ 528 h 1006"/>
                <a:gd name="T20" fmla="*/ 0 w 317"/>
                <a:gd name="T21" fmla="*/ 849 h 1006"/>
                <a:gd name="T22" fmla="*/ 1 w 317"/>
                <a:gd name="T23" fmla="*/ 978 h 1006"/>
                <a:gd name="T24" fmla="*/ 26 w 317"/>
                <a:gd name="T25" fmla="*/ 1005 h 1006"/>
                <a:gd name="T26" fmla="*/ 52 w 317"/>
                <a:gd name="T27" fmla="*/ 980 h 1006"/>
                <a:gd name="T28" fmla="*/ 52 w 317"/>
                <a:gd name="T29" fmla="*/ 970 h 1006"/>
                <a:gd name="T30" fmla="*/ 52 w 317"/>
                <a:gd name="T31" fmla="*/ 829 h 1006"/>
                <a:gd name="T32" fmla="*/ 54 w 317"/>
                <a:gd name="T33" fmla="*/ 354 h 1006"/>
                <a:gd name="T34" fmla="*/ 54 w 317"/>
                <a:gd name="T35" fmla="*/ 320 h 1006"/>
                <a:gd name="T36" fmla="*/ 57 w 317"/>
                <a:gd name="T37" fmla="*/ 319 h 1006"/>
                <a:gd name="T38" fmla="*/ 62 w 317"/>
                <a:gd name="T39" fmla="*/ 330 h 1006"/>
                <a:gd name="T40" fmla="*/ 86 w 317"/>
                <a:gd name="T41" fmla="*/ 405 h 1006"/>
                <a:gd name="T42" fmla="*/ 264 w 317"/>
                <a:gd name="T43" fmla="*/ 957 h 1006"/>
                <a:gd name="T44" fmla="*/ 295 w 317"/>
                <a:gd name="T45" fmla="*/ 983 h 1006"/>
                <a:gd name="T46" fmla="*/ 316 w 317"/>
                <a:gd name="T47" fmla="*/ 948 h 1006"/>
                <a:gd name="T48" fmla="*/ 316 w 317"/>
                <a:gd name="T49" fmla="*/ 37 h 1006"/>
                <a:gd name="T50" fmla="*/ 316 w 317"/>
                <a:gd name="T51" fmla="*/ 25 h 1006"/>
                <a:gd name="T52" fmla="*/ 294 w 317"/>
                <a:gd name="T53" fmla="*/ 2 h 10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7" h="1006">
                  <a:moveTo>
                    <a:pt x="294" y="2"/>
                  </a:moveTo>
                  <a:cubicBezTo>
                    <a:pt x="280" y="0"/>
                    <a:pt x="270" y="7"/>
                    <a:pt x="267" y="20"/>
                  </a:cubicBezTo>
                  <a:cubicBezTo>
                    <a:pt x="265" y="27"/>
                    <a:pt x="265" y="34"/>
                    <a:pt x="265" y="41"/>
                  </a:cubicBezTo>
                  <a:cubicBezTo>
                    <a:pt x="265" y="289"/>
                    <a:pt x="265" y="537"/>
                    <a:pt x="265" y="785"/>
                  </a:cubicBezTo>
                  <a:cubicBezTo>
                    <a:pt x="264" y="785"/>
                    <a:pt x="263" y="785"/>
                    <a:pt x="262" y="785"/>
                  </a:cubicBezTo>
                  <a:cubicBezTo>
                    <a:pt x="204" y="603"/>
                    <a:pt x="145" y="421"/>
                    <a:pt x="87" y="239"/>
                  </a:cubicBezTo>
                  <a:cubicBezTo>
                    <a:pt x="76" y="206"/>
                    <a:pt x="65" y="172"/>
                    <a:pt x="54" y="139"/>
                  </a:cubicBezTo>
                  <a:cubicBezTo>
                    <a:pt x="48" y="121"/>
                    <a:pt x="33" y="114"/>
                    <a:pt x="18" y="121"/>
                  </a:cubicBezTo>
                  <a:cubicBezTo>
                    <a:pt x="6" y="127"/>
                    <a:pt x="3" y="137"/>
                    <a:pt x="3" y="150"/>
                  </a:cubicBezTo>
                  <a:cubicBezTo>
                    <a:pt x="2" y="276"/>
                    <a:pt x="2" y="402"/>
                    <a:pt x="1" y="528"/>
                  </a:cubicBezTo>
                  <a:cubicBezTo>
                    <a:pt x="1" y="635"/>
                    <a:pt x="1" y="742"/>
                    <a:pt x="0" y="849"/>
                  </a:cubicBezTo>
                  <a:cubicBezTo>
                    <a:pt x="0" y="892"/>
                    <a:pt x="0" y="935"/>
                    <a:pt x="1" y="978"/>
                  </a:cubicBezTo>
                  <a:cubicBezTo>
                    <a:pt x="1" y="994"/>
                    <a:pt x="12" y="1005"/>
                    <a:pt x="26" y="1005"/>
                  </a:cubicBezTo>
                  <a:cubicBezTo>
                    <a:pt x="39" y="1006"/>
                    <a:pt x="50" y="995"/>
                    <a:pt x="52" y="980"/>
                  </a:cubicBezTo>
                  <a:cubicBezTo>
                    <a:pt x="52" y="977"/>
                    <a:pt x="52" y="973"/>
                    <a:pt x="52" y="970"/>
                  </a:cubicBezTo>
                  <a:cubicBezTo>
                    <a:pt x="52" y="923"/>
                    <a:pt x="52" y="876"/>
                    <a:pt x="52" y="829"/>
                  </a:cubicBezTo>
                  <a:cubicBezTo>
                    <a:pt x="53" y="670"/>
                    <a:pt x="53" y="512"/>
                    <a:pt x="54" y="354"/>
                  </a:cubicBezTo>
                  <a:cubicBezTo>
                    <a:pt x="54" y="343"/>
                    <a:pt x="54" y="331"/>
                    <a:pt x="54" y="320"/>
                  </a:cubicBezTo>
                  <a:cubicBezTo>
                    <a:pt x="55" y="320"/>
                    <a:pt x="56" y="320"/>
                    <a:pt x="57" y="319"/>
                  </a:cubicBezTo>
                  <a:cubicBezTo>
                    <a:pt x="59" y="323"/>
                    <a:pt x="60" y="327"/>
                    <a:pt x="62" y="330"/>
                  </a:cubicBezTo>
                  <a:cubicBezTo>
                    <a:pt x="70" y="355"/>
                    <a:pt x="78" y="380"/>
                    <a:pt x="86" y="405"/>
                  </a:cubicBezTo>
                  <a:cubicBezTo>
                    <a:pt x="145" y="589"/>
                    <a:pt x="204" y="773"/>
                    <a:pt x="264" y="957"/>
                  </a:cubicBezTo>
                  <a:cubicBezTo>
                    <a:pt x="270" y="978"/>
                    <a:pt x="279" y="985"/>
                    <a:pt x="295" y="983"/>
                  </a:cubicBezTo>
                  <a:cubicBezTo>
                    <a:pt x="310" y="981"/>
                    <a:pt x="316" y="971"/>
                    <a:pt x="316" y="948"/>
                  </a:cubicBezTo>
                  <a:cubicBezTo>
                    <a:pt x="316" y="644"/>
                    <a:pt x="316" y="340"/>
                    <a:pt x="316" y="37"/>
                  </a:cubicBezTo>
                  <a:cubicBezTo>
                    <a:pt x="316" y="33"/>
                    <a:pt x="317" y="29"/>
                    <a:pt x="316" y="25"/>
                  </a:cubicBezTo>
                  <a:cubicBezTo>
                    <a:pt x="315" y="12"/>
                    <a:pt x="306" y="3"/>
                    <a:pt x="294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89E84779-5620-4B4E-9A8A-E18469C939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83225" y="3930650"/>
              <a:ext cx="555625" cy="1052513"/>
            </a:xfrm>
            <a:custGeom>
              <a:avLst/>
              <a:gdLst>
                <a:gd name="T0" fmla="*/ 408 w 452"/>
                <a:gd name="T1" fmla="*/ 658 h 857"/>
                <a:gd name="T2" fmla="*/ 377 w 452"/>
                <a:gd name="T3" fmla="*/ 659 h 857"/>
                <a:gd name="T4" fmla="*/ 358 w 452"/>
                <a:gd name="T5" fmla="*/ 643 h 857"/>
                <a:gd name="T6" fmla="*/ 256 w 452"/>
                <a:gd name="T7" fmla="*/ 52 h 857"/>
                <a:gd name="T8" fmla="*/ 248 w 452"/>
                <a:gd name="T9" fmla="*/ 17 h 857"/>
                <a:gd name="T10" fmla="*/ 224 w 452"/>
                <a:gd name="T11" fmla="*/ 0 h 857"/>
                <a:gd name="T12" fmla="*/ 201 w 452"/>
                <a:gd name="T13" fmla="*/ 17 h 857"/>
                <a:gd name="T14" fmla="*/ 197 w 452"/>
                <a:gd name="T15" fmla="*/ 30 h 857"/>
                <a:gd name="T16" fmla="*/ 64 w 452"/>
                <a:gd name="T17" fmla="*/ 571 h 857"/>
                <a:gd name="T18" fmla="*/ 5 w 452"/>
                <a:gd name="T19" fmla="*/ 815 h 857"/>
                <a:gd name="T20" fmla="*/ 21 w 452"/>
                <a:gd name="T21" fmla="*/ 853 h 857"/>
                <a:gd name="T22" fmla="*/ 55 w 452"/>
                <a:gd name="T23" fmla="*/ 828 h 857"/>
                <a:gd name="T24" fmla="*/ 71 w 452"/>
                <a:gd name="T25" fmla="*/ 758 h 857"/>
                <a:gd name="T26" fmla="*/ 91 w 452"/>
                <a:gd name="T27" fmla="*/ 743 h 857"/>
                <a:gd name="T28" fmla="*/ 311 w 452"/>
                <a:gd name="T29" fmla="*/ 745 h 857"/>
                <a:gd name="T30" fmla="*/ 326 w 452"/>
                <a:gd name="T31" fmla="*/ 758 h 857"/>
                <a:gd name="T32" fmla="*/ 340 w 452"/>
                <a:gd name="T33" fmla="*/ 834 h 857"/>
                <a:gd name="T34" fmla="*/ 363 w 452"/>
                <a:gd name="T35" fmla="*/ 856 h 857"/>
                <a:gd name="T36" fmla="*/ 388 w 452"/>
                <a:gd name="T37" fmla="*/ 840 h 857"/>
                <a:gd name="T38" fmla="*/ 389 w 452"/>
                <a:gd name="T39" fmla="*/ 817 h 857"/>
                <a:gd name="T40" fmla="*/ 378 w 452"/>
                <a:gd name="T41" fmla="*/ 759 h 857"/>
                <a:gd name="T42" fmla="*/ 390 w 452"/>
                <a:gd name="T43" fmla="*/ 746 h 857"/>
                <a:gd name="T44" fmla="*/ 409 w 452"/>
                <a:gd name="T45" fmla="*/ 746 h 857"/>
                <a:gd name="T46" fmla="*/ 451 w 452"/>
                <a:gd name="T47" fmla="*/ 702 h 857"/>
                <a:gd name="T48" fmla="*/ 408 w 452"/>
                <a:gd name="T49" fmla="*/ 658 h 857"/>
                <a:gd name="T50" fmla="*/ 97 w 452"/>
                <a:gd name="T51" fmla="*/ 655 h 857"/>
                <a:gd name="T52" fmla="*/ 218 w 452"/>
                <a:gd name="T53" fmla="*/ 161 h 857"/>
                <a:gd name="T54" fmla="*/ 222 w 452"/>
                <a:gd name="T55" fmla="*/ 161 h 857"/>
                <a:gd name="T56" fmla="*/ 308 w 452"/>
                <a:gd name="T57" fmla="*/ 655 h 857"/>
                <a:gd name="T58" fmla="*/ 97 w 452"/>
                <a:gd name="T59" fmla="*/ 655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52" h="857">
                  <a:moveTo>
                    <a:pt x="408" y="658"/>
                  </a:moveTo>
                  <a:cubicBezTo>
                    <a:pt x="397" y="658"/>
                    <a:pt x="387" y="657"/>
                    <a:pt x="377" y="659"/>
                  </a:cubicBezTo>
                  <a:cubicBezTo>
                    <a:pt x="364" y="660"/>
                    <a:pt x="360" y="655"/>
                    <a:pt x="358" y="643"/>
                  </a:cubicBezTo>
                  <a:cubicBezTo>
                    <a:pt x="324" y="446"/>
                    <a:pt x="290" y="249"/>
                    <a:pt x="256" y="52"/>
                  </a:cubicBezTo>
                  <a:cubicBezTo>
                    <a:pt x="254" y="40"/>
                    <a:pt x="252" y="28"/>
                    <a:pt x="248" y="17"/>
                  </a:cubicBezTo>
                  <a:cubicBezTo>
                    <a:pt x="245" y="5"/>
                    <a:pt x="236" y="0"/>
                    <a:pt x="224" y="0"/>
                  </a:cubicBezTo>
                  <a:cubicBezTo>
                    <a:pt x="212" y="1"/>
                    <a:pt x="204" y="7"/>
                    <a:pt x="201" y="17"/>
                  </a:cubicBezTo>
                  <a:cubicBezTo>
                    <a:pt x="199" y="21"/>
                    <a:pt x="198" y="26"/>
                    <a:pt x="197" y="30"/>
                  </a:cubicBezTo>
                  <a:cubicBezTo>
                    <a:pt x="153" y="210"/>
                    <a:pt x="109" y="391"/>
                    <a:pt x="64" y="571"/>
                  </a:cubicBezTo>
                  <a:cubicBezTo>
                    <a:pt x="44" y="653"/>
                    <a:pt x="24" y="734"/>
                    <a:pt x="5" y="815"/>
                  </a:cubicBezTo>
                  <a:cubicBezTo>
                    <a:pt x="0" y="835"/>
                    <a:pt x="6" y="849"/>
                    <a:pt x="21" y="853"/>
                  </a:cubicBezTo>
                  <a:cubicBezTo>
                    <a:pt x="37" y="857"/>
                    <a:pt x="50" y="847"/>
                    <a:pt x="55" y="828"/>
                  </a:cubicBezTo>
                  <a:cubicBezTo>
                    <a:pt x="60" y="805"/>
                    <a:pt x="67" y="781"/>
                    <a:pt x="71" y="758"/>
                  </a:cubicBezTo>
                  <a:cubicBezTo>
                    <a:pt x="74" y="746"/>
                    <a:pt x="79" y="743"/>
                    <a:pt x="91" y="743"/>
                  </a:cubicBezTo>
                  <a:cubicBezTo>
                    <a:pt x="164" y="744"/>
                    <a:pt x="238" y="745"/>
                    <a:pt x="311" y="745"/>
                  </a:cubicBezTo>
                  <a:cubicBezTo>
                    <a:pt x="321" y="745"/>
                    <a:pt x="325" y="748"/>
                    <a:pt x="326" y="758"/>
                  </a:cubicBezTo>
                  <a:cubicBezTo>
                    <a:pt x="330" y="783"/>
                    <a:pt x="335" y="809"/>
                    <a:pt x="340" y="834"/>
                  </a:cubicBezTo>
                  <a:cubicBezTo>
                    <a:pt x="342" y="847"/>
                    <a:pt x="351" y="855"/>
                    <a:pt x="363" y="856"/>
                  </a:cubicBezTo>
                  <a:cubicBezTo>
                    <a:pt x="375" y="856"/>
                    <a:pt x="384" y="851"/>
                    <a:pt x="388" y="840"/>
                  </a:cubicBezTo>
                  <a:cubicBezTo>
                    <a:pt x="391" y="833"/>
                    <a:pt x="390" y="825"/>
                    <a:pt x="389" y="817"/>
                  </a:cubicBezTo>
                  <a:cubicBezTo>
                    <a:pt x="386" y="798"/>
                    <a:pt x="382" y="778"/>
                    <a:pt x="378" y="759"/>
                  </a:cubicBezTo>
                  <a:cubicBezTo>
                    <a:pt x="376" y="748"/>
                    <a:pt x="380" y="745"/>
                    <a:pt x="390" y="746"/>
                  </a:cubicBezTo>
                  <a:cubicBezTo>
                    <a:pt x="396" y="746"/>
                    <a:pt x="403" y="746"/>
                    <a:pt x="409" y="746"/>
                  </a:cubicBezTo>
                  <a:cubicBezTo>
                    <a:pt x="433" y="744"/>
                    <a:pt x="451" y="725"/>
                    <a:pt x="451" y="702"/>
                  </a:cubicBezTo>
                  <a:cubicBezTo>
                    <a:pt x="452" y="678"/>
                    <a:pt x="432" y="658"/>
                    <a:pt x="408" y="658"/>
                  </a:cubicBezTo>
                  <a:close/>
                  <a:moveTo>
                    <a:pt x="97" y="655"/>
                  </a:moveTo>
                  <a:cubicBezTo>
                    <a:pt x="138" y="489"/>
                    <a:pt x="178" y="325"/>
                    <a:pt x="218" y="161"/>
                  </a:cubicBezTo>
                  <a:cubicBezTo>
                    <a:pt x="219" y="161"/>
                    <a:pt x="221" y="161"/>
                    <a:pt x="222" y="161"/>
                  </a:cubicBezTo>
                  <a:cubicBezTo>
                    <a:pt x="251" y="325"/>
                    <a:pt x="279" y="489"/>
                    <a:pt x="308" y="655"/>
                  </a:cubicBezTo>
                  <a:cubicBezTo>
                    <a:pt x="237" y="655"/>
                    <a:pt x="169" y="655"/>
                    <a:pt x="97" y="6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7C97C237-2B1D-439C-AEF4-475BF77C9E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65588" y="3922713"/>
              <a:ext cx="554038" cy="1060450"/>
            </a:xfrm>
            <a:custGeom>
              <a:avLst/>
              <a:gdLst>
                <a:gd name="T0" fmla="*/ 406 w 451"/>
                <a:gd name="T1" fmla="*/ 663 h 864"/>
                <a:gd name="T2" fmla="*/ 373 w 451"/>
                <a:gd name="T3" fmla="*/ 663 h 864"/>
                <a:gd name="T4" fmla="*/ 358 w 451"/>
                <a:gd name="T5" fmla="*/ 650 h 864"/>
                <a:gd name="T6" fmla="*/ 299 w 451"/>
                <a:gd name="T7" fmla="*/ 308 h 864"/>
                <a:gd name="T8" fmla="*/ 274 w 451"/>
                <a:gd name="T9" fmla="*/ 165 h 864"/>
                <a:gd name="T10" fmla="*/ 249 w 451"/>
                <a:gd name="T11" fmla="*/ 27 h 864"/>
                <a:gd name="T12" fmla="*/ 214 w 451"/>
                <a:gd name="T13" fmla="*/ 6 h 864"/>
                <a:gd name="T14" fmla="*/ 197 w 451"/>
                <a:gd name="T15" fmla="*/ 31 h 864"/>
                <a:gd name="T16" fmla="*/ 49 w 451"/>
                <a:gd name="T17" fmla="*/ 635 h 864"/>
                <a:gd name="T18" fmla="*/ 3 w 451"/>
                <a:gd name="T19" fmla="*/ 821 h 864"/>
                <a:gd name="T20" fmla="*/ 11 w 451"/>
                <a:gd name="T21" fmla="*/ 852 h 864"/>
                <a:gd name="T22" fmla="*/ 53 w 451"/>
                <a:gd name="T23" fmla="*/ 836 h 864"/>
                <a:gd name="T24" fmla="*/ 70 w 451"/>
                <a:gd name="T25" fmla="*/ 762 h 864"/>
                <a:gd name="T26" fmla="*/ 89 w 451"/>
                <a:gd name="T27" fmla="*/ 748 h 864"/>
                <a:gd name="T28" fmla="*/ 306 w 451"/>
                <a:gd name="T29" fmla="*/ 749 h 864"/>
                <a:gd name="T30" fmla="*/ 326 w 451"/>
                <a:gd name="T31" fmla="*/ 767 h 864"/>
                <a:gd name="T32" fmla="*/ 338 w 451"/>
                <a:gd name="T33" fmla="*/ 837 h 864"/>
                <a:gd name="T34" fmla="*/ 366 w 451"/>
                <a:gd name="T35" fmla="*/ 860 h 864"/>
                <a:gd name="T36" fmla="*/ 389 w 451"/>
                <a:gd name="T37" fmla="*/ 837 h 864"/>
                <a:gd name="T38" fmla="*/ 388 w 451"/>
                <a:gd name="T39" fmla="*/ 824 h 864"/>
                <a:gd name="T40" fmla="*/ 376 w 451"/>
                <a:gd name="T41" fmla="*/ 750 h 864"/>
                <a:gd name="T42" fmla="*/ 408 w 451"/>
                <a:gd name="T43" fmla="*/ 750 h 864"/>
                <a:gd name="T44" fmla="*/ 450 w 451"/>
                <a:gd name="T45" fmla="*/ 704 h 864"/>
                <a:gd name="T46" fmla="*/ 406 w 451"/>
                <a:gd name="T47" fmla="*/ 663 h 864"/>
                <a:gd name="T48" fmla="*/ 96 w 451"/>
                <a:gd name="T49" fmla="*/ 659 h 864"/>
                <a:gd name="T50" fmla="*/ 217 w 451"/>
                <a:gd name="T51" fmla="*/ 164 h 864"/>
                <a:gd name="T52" fmla="*/ 221 w 451"/>
                <a:gd name="T53" fmla="*/ 164 h 864"/>
                <a:gd name="T54" fmla="*/ 307 w 451"/>
                <a:gd name="T55" fmla="*/ 659 h 864"/>
                <a:gd name="T56" fmla="*/ 96 w 451"/>
                <a:gd name="T57" fmla="*/ 659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1" h="864">
                  <a:moveTo>
                    <a:pt x="406" y="663"/>
                  </a:moveTo>
                  <a:cubicBezTo>
                    <a:pt x="395" y="663"/>
                    <a:pt x="384" y="662"/>
                    <a:pt x="373" y="663"/>
                  </a:cubicBezTo>
                  <a:cubicBezTo>
                    <a:pt x="364" y="663"/>
                    <a:pt x="360" y="660"/>
                    <a:pt x="358" y="650"/>
                  </a:cubicBezTo>
                  <a:cubicBezTo>
                    <a:pt x="339" y="536"/>
                    <a:pt x="319" y="422"/>
                    <a:pt x="299" y="308"/>
                  </a:cubicBezTo>
                  <a:cubicBezTo>
                    <a:pt x="290" y="261"/>
                    <a:pt x="282" y="213"/>
                    <a:pt x="274" y="165"/>
                  </a:cubicBezTo>
                  <a:cubicBezTo>
                    <a:pt x="266" y="119"/>
                    <a:pt x="258" y="73"/>
                    <a:pt x="249" y="27"/>
                  </a:cubicBezTo>
                  <a:cubicBezTo>
                    <a:pt x="246" y="9"/>
                    <a:pt x="230" y="0"/>
                    <a:pt x="214" y="6"/>
                  </a:cubicBezTo>
                  <a:cubicBezTo>
                    <a:pt x="203" y="11"/>
                    <a:pt x="199" y="21"/>
                    <a:pt x="197" y="31"/>
                  </a:cubicBezTo>
                  <a:cubicBezTo>
                    <a:pt x="148" y="233"/>
                    <a:pt x="98" y="434"/>
                    <a:pt x="49" y="635"/>
                  </a:cubicBezTo>
                  <a:cubicBezTo>
                    <a:pt x="34" y="697"/>
                    <a:pt x="19" y="759"/>
                    <a:pt x="3" y="821"/>
                  </a:cubicBezTo>
                  <a:cubicBezTo>
                    <a:pt x="0" y="833"/>
                    <a:pt x="1" y="844"/>
                    <a:pt x="11" y="852"/>
                  </a:cubicBezTo>
                  <a:cubicBezTo>
                    <a:pt x="26" y="864"/>
                    <a:pt x="47" y="856"/>
                    <a:pt x="53" y="836"/>
                  </a:cubicBezTo>
                  <a:cubicBezTo>
                    <a:pt x="59" y="811"/>
                    <a:pt x="65" y="787"/>
                    <a:pt x="70" y="762"/>
                  </a:cubicBezTo>
                  <a:cubicBezTo>
                    <a:pt x="73" y="750"/>
                    <a:pt x="78" y="747"/>
                    <a:pt x="89" y="748"/>
                  </a:cubicBezTo>
                  <a:cubicBezTo>
                    <a:pt x="162" y="749"/>
                    <a:pt x="234" y="749"/>
                    <a:pt x="306" y="749"/>
                  </a:cubicBezTo>
                  <a:cubicBezTo>
                    <a:pt x="320" y="749"/>
                    <a:pt x="325" y="753"/>
                    <a:pt x="326" y="767"/>
                  </a:cubicBezTo>
                  <a:cubicBezTo>
                    <a:pt x="329" y="790"/>
                    <a:pt x="334" y="814"/>
                    <a:pt x="338" y="837"/>
                  </a:cubicBezTo>
                  <a:cubicBezTo>
                    <a:pt x="341" y="852"/>
                    <a:pt x="353" y="861"/>
                    <a:pt x="366" y="860"/>
                  </a:cubicBezTo>
                  <a:cubicBezTo>
                    <a:pt x="378" y="859"/>
                    <a:pt x="388" y="849"/>
                    <a:pt x="389" y="837"/>
                  </a:cubicBezTo>
                  <a:cubicBezTo>
                    <a:pt x="390" y="833"/>
                    <a:pt x="389" y="828"/>
                    <a:pt x="388" y="824"/>
                  </a:cubicBezTo>
                  <a:cubicBezTo>
                    <a:pt x="384" y="800"/>
                    <a:pt x="380" y="776"/>
                    <a:pt x="376" y="750"/>
                  </a:cubicBezTo>
                  <a:cubicBezTo>
                    <a:pt x="388" y="750"/>
                    <a:pt x="398" y="750"/>
                    <a:pt x="408" y="750"/>
                  </a:cubicBezTo>
                  <a:cubicBezTo>
                    <a:pt x="433" y="749"/>
                    <a:pt x="451" y="729"/>
                    <a:pt x="450" y="704"/>
                  </a:cubicBezTo>
                  <a:cubicBezTo>
                    <a:pt x="449" y="680"/>
                    <a:pt x="430" y="662"/>
                    <a:pt x="406" y="663"/>
                  </a:cubicBezTo>
                  <a:close/>
                  <a:moveTo>
                    <a:pt x="96" y="659"/>
                  </a:moveTo>
                  <a:cubicBezTo>
                    <a:pt x="137" y="492"/>
                    <a:pt x="177" y="328"/>
                    <a:pt x="217" y="164"/>
                  </a:cubicBezTo>
                  <a:cubicBezTo>
                    <a:pt x="219" y="164"/>
                    <a:pt x="220" y="164"/>
                    <a:pt x="221" y="164"/>
                  </a:cubicBezTo>
                  <a:cubicBezTo>
                    <a:pt x="250" y="328"/>
                    <a:pt x="278" y="493"/>
                    <a:pt x="307" y="659"/>
                  </a:cubicBezTo>
                  <a:cubicBezTo>
                    <a:pt x="237" y="659"/>
                    <a:pt x="168" y="659"/>
                    <a:pt x="96" y="6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id="{F04AD998-8998-4A8D-B9E6-39DA274C1B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19963" y="3983038"/>
              <a:ext cx="555625" cy="1054100"/>
            </a:xfrm>
            <a:custGeom>
              <a:avLst/>
              <a:gdLst>
                <a:gd name="T0" fmla="*/ 406 w 452"/>
                <a:gd name="T1" fmla="*/ 657 h 858"/>
                <a:gd name="T2" fmla="*/ 372 w 452"/>
                <a:gd name="T3" fmla="*/ 658 h 858"/>
                <a:gd name="T4" fmla="*/ 358 w 452"/>
                <a:gd name="T5" fmla="*/ 645 h 858"/>
                <a:gd name="T6" fmla="*/ 273 w 452"/>
                <a:gd name="T7" fmla="*/ 150 h 858"/>
                <a:gd name="T8" fmla="*/ 251 w 452"/>
                <a:gd name="T9" fmla="*/ 24 h 858"/>
                <a:gd name="T10" fmla="*/ 227 w 452"/>
                <a:gd name="T11" fmla="*/ 1 h 858"/>
                <a:gd name="T12" fmla="*/ 200 w 452"/>
                <a:gd name="T13" fmla="*/ 21 h 858"/>
                <a:gd name="T14" fmla="*/ 198 w 452"/>
                <a:gd name="T15" fmla="*/ 30 h 858"/>
                <a:gd name="T16" fmla="*/ 5 w 452"/>
                <a:gd name="T17" fmla="*/ 817 h 858"/>
                <a:gd name="T18" fmla="*/ 23 w 452"/>
                <a:gd name="T19" fmla="*/ 854 h 858"/>
                <a:gd name="T20" fmla="*/ 55 w 452"/>
                <a:gd name="T21" fmla="*/ 830 h 858"/>
                <a:gd name="T22" fmla="*/ 73 w 452"/>
                <a:gd name="T23" fmla="*/ 757 h 858"/>
                <a:gd name="T24" fmla="*/ 80 w 452"/>
                <a:gd name="T25" fmla="*/ 745 h 858"/>
                <a:gd name="T26" fmla="*/ 106 w 452"/>
                <a:gd name="T27" fmla="*/ 745 h 858"/>
                <a:gd name="T28" fmla="*/ 303 w 452"/>
                <a:gd name="T29" fmla="*/ 746 h 858"/>
                <a:gd name="T30" fmla="*/ 326 w 452"/>
                <a:gd name="T31" fmla="*/ 766 h 858"/>
                <a:gd name="T32" fmla="*/ 337 w 452"/>
                <a:gd name="T33" fmla="*/ 826 h 858"/>
                <a:gd name="T34" fmla="*/ 365 w 452"/>
                <a:gd name="T35" fmla="*/ 846 h 858"/>
                <a:gd name="T36" fmla="*/ 386 w 452"/>
                <a:gd name="T37" fmla="*/ 820 h 858"/>
                <a:gd name="T38" fmla="*/ 384 w 452"/>
                <a:gd name="T39" fmla="*/ 805 h 858"/>
                <a:gd name="T40" fmla="*/ 376 w 452"/>
                <a:gd name="T41" fmla="*/ 747 h 858"/>
                <a:gd name="T42" fmla="*/ 405 w 452"/>
                <a:gd name="T43" fmla="*/ 747 h 858"/>
                <a:gd name="T44" fmla="*/ 451 w 452"/>
                <a:gd name="T45" fmla="*/ 703 h 858"/>
                <a:gd name="T46" fmla="*/ 406 w 452"/>
                <a:gd name="T47" fmla="*/ 657 h 858"/>
                <a:gd name="T48" fmla="*/ 98 w 452"/>
                <a:gd name="T49" fmla="*/ 655 h 858"/>
                <a:gd name="T50" fmla="*/ 219 w 452"/>
                <a:gd name="T51" fmla="*/ 161 h 858"/>
                <a:gd name="T52" fmla="*/ 222 w 452"/>
                <a:gd name="T53" fmla="*/ 161 h 858"/>
                <a:gd name="T54" fmla="*/ 307 w 452"/>
                <a:gd name="T55" fmla="*/ 655 h 858"/>
                <a:gd name="T56" fmla="*/ 98 w 452"/>
                <a:gd name="T57" fmla="*/ 655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2" h="858">
                  <a:moveTo>
                    <a:pt x="406" y="657"/>
                  </a:moveTo>
                  <a:cubicBezTo>
                    <a:pt x="395" y="657"/>
                    <a:pt x="383" y="657"/>
                    <a:pt x="372" y="658"/>
                  </a:cubicBezTo>
                  <a:cubicBezTo>
                    <a:pt x="362" y="658"/>
                    <a:pt x="359" y="654"/>
                    <a:pt x="358" y="645"/>
                  </a:cubicBezTo>
                  <a:cubicBezTo>
                    <a:pt x="329" y="480"/>
                    <a:pt x="301" y="315"/>
                    <a:pt x="273" y="150"/>
                  </a:cubicBezTo>
                  <a:cubicBezTo>
                    <a:pt x="265" y="108"/>
                    <a:pt x="258" y="66"/>
                    <a:pt x="251" y="24"/>
                  </a:cubicBezTo>
                  <a:cubicBezTo>
                    <a:pt x="248" y="9"/>
                    <a:pt x="240" y="1"/>
                    <a:pt x="227" y="1"/>
                  </a:cubicBezTo>
                  <a:cubicBezTo>
                    <a:pt x="214" y="0"/>
                    <a:pt x="205" y="7"/>
                    <a:pt x="200" y="21"/>
                  </a:cubicBezTo>
                  <a:cubicBezTo>
                    <a:pt x="199" y="24"/>
                    <a:pt x="199" y="27"/>
                    <a:pt x="198" y="30"/>
                  </a:cubicBezTo>
                  <a:cubicBezTo>
                    <a:pt x="134" y="292"/>
                    <a:pt x="69" y="555"/>
                    <a:pt x="5" y="817"/>
                  </a:cubicBezTo>
                  <a:cubicBezTo>
                    <a:pt x="0" y="836"/>
                    <a:pt x="7" y="849"/>
                    <a:pt x="23" y="854"/>
                  </a:cubicBezTo>
                  <a:cubicBezTo>
                    <a:pt x="37" y="858"/>
                    <a:pt x="50" y="848"/>
                    <a:pt x="55" y="830"/>
                  </a:cubicBezTo>
                  <a:cubicBezTo>
                    <a:pt x="61" y="806"/>
                    <a:pt x="66" y="781"/>
                    <a:pt x="73" y="757"/>
                  </a:cubicBezTo>
                  <a:cubicBezTo>
                    <a:pt x="74" y="752"/>
                    <a:pt x="78" y="749"/>
                    <a:pt x="80" y="745"/>
                  </a:cubicBezTo>
                  <a:cubicBezTo>
                    <a:pt x="89" y="745"/>
                    <a:pt x="97" y="745"/>
                    <a:pt x="106" y="745"/>
                  </a:cubicBezTo>
                  <a:cubicBezTo>
                    <a:pt x="172" y="745"/>
                    <a:pt x="238" y="745"/>
                    <a:pt x="303" y="746"/>
                  </a:cubicBezTo>
                  <a:cubicBezTo>
                    <a:pt x="323" y="746"/>
                    <a:pt x="323" y="746"/>
                    <a:pt x="326" y="766"/>
                  </a:cubicBezTo>
                  <a:cubicBezTo>
                    <a:pt x="330" y="786"/>
                    <a:pt x="333" y="806"/>
                    <a:pt x="337" y="826"/>
                  </a:cubicBezTo>
                  <a:cubicBezTo>
                    <a:pt x="340" y="840"/>
                    <a:pt x="351" y="847"/>
                    <a:pt x="365" y="846"/>
                  </a:cubicBezTo>
                  <a:cubicBezTo>
                    <a:pt x="378" y="844"/>
                    <a:pt x="386" y="836"/>
                    <a:pt x="386" y="820"/>
                  </a:cubicBezTo>
                  <a:cubicBezTo>
                    <a:pt x="386" y="815"/>
                    <a:pt x="385" y="810"/>
                    <a:pt x="384" y="805"/>
                  </a:cubicBezTo>
                  <a:cubicBezTo>
                    <a:pt x="381" y="786"/>
                    <a:pt x="379" y="768"/>
                    <a:pt x="376" y="747"/>
                  </a:cubicBezTo>
                  <a:cubicBezTo>
                    <a:pt x="387" y="747"/>
                    <a:pt x="396" y="747"/>
                    <a:pt x="405" y="747"/>
                  </a:cubicBezTo>
                  <a:cubicBezTo>
                    <a:pt x="432" y="746"/>
                    <a:pt x="451" y="729"/>
                    <a:pt x="451" y="703"/>
                  </a:cubicBezTo>
                  <a:cubicBezTo>
                    <a:pt x="452" y="678"/>
                    <a:pt x="433" y="658"/>
                    <a:pt x="406" y="657"/>
                  </a:cubicBezTo>
                  <a:close/>
                  <a:moveTo>
                    <a:pt x="98" y="655"/>
                  </a:moveTo>
                  <a:cubicBezTo>
                    <a:pt x="138" y="489"/>
                    <a:pt x="179" y="325"/>
                    <a:pt x="219" y="161"/>
                  </a:cubicBezTo>
                  <a:cubicBezTo>
                    <a:pt x="220" y="161"/>
                    <a:pt x="221" y="161"/>
                    <a:pt x="222" y="161"/>
                  </a:cubicBezTo>
                  <a:cubicBezTo>
                    <a:pt x="251" y="326"/>
                    <a:pt x="279" y="490"/>
                    <a:pt x="307" y="655"/>
                  </a:cubicBezTo>
                  <a:cubicBezTo>
                    <a:pt x="237" y="655"/>
                    <a:pt x="169" y="655"/>
                    <a:pt x="98" y="6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3" name="Freeform 12">
              <a:extLst>
                <a:ext uri="{FF2B5EF4-FFF2-40B4-BE49-F238E27FC236}">
                  <a16:creationId xmlns:a16="http://schemas.microsoft.com/office/drawing/2014/main" id="{86B09C1B-E2DD-4411-981B-B5D07CE14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6450" y="3135313"/>
              <a:ext cx="979488" cy="495300"/>
            </a:xfrm>
            <a:custGeom>
              <a:avLst/>
              <a:gdLst>
                <a:gd name="T0" fmla="*/ 763 w 795"/>
                <a:gd name="T1" fmla="*/ 319 h 402"/>
                <a:gd name="T2" fmla="*/ 655 w 795"/>
                <a:gd name="T3" fmla="*/ 146 h 402"/>
                <a:gd name="T4" fmla="*/ 430 w 795"/>
                <a:gd name="T5" fmla="*/ 11 h 402"/>
                <a:gd name="T6" fmla="*/ 312 w 795"/>
                <a:gd name="T7" fmla="*/ 7 h 402"/>
                <a:gd name="T8" fmla="*/ 175 w 795"/>
                <a:gd name="T9" fmla="*/ 83 h 402"/>
                <a:gd name="T10" fmla="*/ 85 w 795"/>
                <a:gd name="T11" fmla="*/ 202 h 402"/>
                <a:gd name="T12" fmla="*/ 0 w 795"/>
                <a:gd name="T13" fmla="*/ 388 h 402"/>
                <a:gd name="T14" fmla="*/ 57 w 795"/>
                <a:gd name="T15" fmla="*/ 399 h 402"/>
                <a:gd name="T16" fmla="*/ 96 w 795"/>
                <a:gd name="T17" fmla="*/ 380 h 402"/>
                <a:gd name="T18" fmla="*/ 114 w 795"/>
                <a:gd name="T19" fmla="*/ 347 h 402"/>
                <a:gd name="T20" fmla="*/ 163 w 795"/>
                <a:gd name="T21" fmla="*/ 239 h 402"/>
                <a:gd name="T22" fmla="*/ 546 w 795"/>
                <a:gd name="T23" fmla="*/ 161 h 402"/>
                <a:gd name="T24" fmla="*/ 631 w 795"/>
                <a:gd name="T25" fmla="*/ 270 h 402"/>
                <a:gd name="T26" fmla="*/ 690 w 795"/>
                <a:gd name="T27" fmla="*/ 391 h 402"/>
                <a:gd name="T28" fmla="*/ 700 w 795"/>
                <a:gd name="T29" fmla="*/ 401 h 402"/>
                <a:gd name="T30" fmla="*/ 765 w 795"/>
                <a:gd name="T31" fmla="*/ 401 h 402"/>
                <a:gd name="T32" fmla="*/ 795 w 795"/>
                <a:gd name="T33" fmla="*/ 393 h 402"/>
                <a:gd name="T34" fmla="*/ 763 w 795"/>
                <a:gd name="T35" fmla="*/ 319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95" h="402">
                  <a:moveTo>
                    <a:pt x="763" y="319"/>
                  </a:moveTo>
                  <a:cubicBezTo>
                    <a:pt x="740" y="253"/>
                    <a:pt x="702" y="196"/>
                    <a:pt x="655" y="146"/>
                  </a:cubicBezTo>
                  <a:cubicBezTo>
                    <a:pt x="593" y="79"/>
                    <a:pt x="520" y="31"/>
                    <a:pt x="430" y="11"/>
                  </a:cubicBezTo>
                  <a:cubicBezTo>
                    <a:pt x="391" y="2"/>
                    <a:pt x="351" y="0"/>
                    <a:pt x="312" y="7"/>
                  </a:cubicBezTo>
                  <a:cubicBezTo>
                    <a:pt x="258" y="16"/>
                    <a:pt x="214" y="45"/>
                    <a:pt x="175" y="83"/>
                  </a:cubicBezTo>
                  <a:cubicBezTo>
                    <a:pt x="138" y="118"/>
                    <a:pt x="110" y="159"/>
                    <a:pt x="85" y="202"/>
                  </a:cubicBezTo>
                  <a:cubicBezTo>
                    <a:pt x="51" y="260"/>
                    <a:pt x="26" y="322"/>
                    <a:pt x="0" y="388"/>
                  </a:cubicBezTo>
                  <a:cubicBezTo>
                    <a:pt x="20" y="392"/>
                    <a:pt x="39" y="396"/>
                    <a:pt x="57" y="399"/>
                  </a:cubicBezTo>
                  <a:cubicBezTo>
                    <a:pt x="74" y="401"/>
                    <a:pt x="87" y="394"/>
                    <a:pt x="96" y="380"/>
                  </a:cubicBezTo>
                  <a:cubicBezTo>
                    <a:pt x="103" y="369"/>
                    <a:pt x="109" y="358"/>
                    <a:pt x="114" y="347"/>
                  </a:cubicBezTo>
                  <a:cubicBezTo>
                    <a:pt x="131" y="311"/>
                    <a:pt x="145" y="274"/>
                    <a:pt x="163" y="239"/>
                  </a:cubicBezTo>
                  <a:cubicBezTo>
                    <a:pt x="240" y="91"/>
                    <a:pt x="424" y="69"/>
                    <a:pt x="546" y="161"/>
                  </a:cubicBezTo>
                  <a:cubicBezTo>
                    <a:pt x="584" y="190"/>
                    <a:pt x="610" y="229"/>
                    <a:pt x="631" y="270"/>
                  </a:cubicBezTo>
                  <a:cubicBezTo>
                    <a:pt x="652" y="310"/>
                    <a:pt x="670" y="351"/>
                    <a:pt x="690" y="391"/>
                  </a:cubicBezTo>
                  <a:cubicBezTo>
                    <a:pt x="692" y="395"/>
                    <a:pt x="697" y="401"/>
                    <a:pt x="700" y="401"/>
                  </a:cubicBezTo>
                  <a:cubicBezTo>
                    <a:pt x="722" y="402"/>
                    <a:pt x="744" y="402"/>
                    <a:pt x="765" y="401"/>
                  </a:cubicBezTo>
                  <a:cubicBezTo>
                    <a:pt x="776" y="400"/>
                    <a:pt x="785" y="396"/>
                    <a:pt x="795" y="393"/>
                  </a:cubicBezTo>
                  <a:cubicBezTo>
                    <a:pt x="783" y="366"/>
                    <a:pt x="771" y="343"/>
                    <a:pt x="763" y="3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4" name="Freeform 13">
              <a:extLst>
                <a:ext uri="{FF2B5EF4-FFF2-40B4-BE49-F238E27FC236}">
                  <a16:creationId xmlns:a16="http://schemas.microsoft.com/office/drawing/2014/main" id="{01ABDB9B-DD82-4D30-83AD-BE8B45B8F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825" y="3938588"/>
              <a:ext cx="536575" cy="1266825"/>
            </a:xfrm>
            <a:custGeom>
              <a:avLst/>
              <a:gdLst>
                <a:gd name="T0" fmla="*/ 417 w 436"/>
                <a:gd name="T1" fmla="*/ 75 h 1032"/>
                <a:gd name="T2" fmla="*/ 429 w 436"/>
                <a:gd name="T3" fmla="*/ 28 h 1032"/>
                <a:gd name="T4" fmla="*/ 387 w 436"/>
                <a:gd name="T5" fmla="*/ 1 h 1032"/>
                <a:gd name="T6" fmla="*/ 262 w 436"/>
                <a:gd name="T7" fmla="*/ 0 h 1032"/>
                <a:gd name="T8" fmla="*/ 45 w 436"/>
                <a:gd name="T9" fmla="*/ 1 h 1032"/>
                <a:gd name="T10" fmla="*/ 0 w 436"/>
                <a:gd name="T11" fmla="*/ 43 h 1032"/>
                <a:gd name="T12" fmla="*/ 45 w 436"/>
                <a:gd name="T13" fmla="*/ 85 h 1032"/>
                <a:gd name="T14" fmla="*/ 181 w 436"/>
                <a:gd name="T15" fmla="*/ 85 h 1032"/>
                <a:gd name="T16" fmla="*/ 189 w 436"/>
                <a:gd name="T17" fmla="*/ 86 h 1032"/>
                <a:gd name="T18" fmla="*/ 190 w 436"/>
                <a:gd name="T19" fmla="*/ 98 h 1032"/>
                <a:gd name="T20" fmla="*/ 187 w 436"/>
                <a:gd name="T21" fmla="*/ 345 h 1032"/>
                <a:gd name="T22" fmla="*/ 184 w 436"/>
                <a:gd name="T23" fmla="*/ 621 h 1032"/>
                <a:gd name="T24" fmla="*/ 180 w 436"/>
                <a:gd name="T25" fmla="*/ 956 h 1032"/>
                <a:gd name="T26" fmla="*/ 180 w 436"/>
                <a:gd name="T27" fmla="*/ 1006 h 1032"/>
                <a:gd name="T28" fmla="*/ 202 w 436"/>
                <a:gd name="T29" fmla="*/ 1032 h 1032"/>
                <a:gd name="T30" fmla="*/ 226 w 436"/>
                <a:gd name="T31" fmla="*/ 1007 h 1032"/>
                <a:gd name="T32" fmla="*/ 227 w 436"/>
                <a:gd name="T33" fmla="*/ 988 h 1032"/>
                <a:gd name="T34" fmla="*/ 229 w 436"/>
                <a:gd name="T35" fmla="*/ 788 h 1032"/>
                <a:gd name="T36" fmla="*/ 232 w 436"/>
                <a:gd name="T37" fmla="*/ 442 h 1032"/>
                <a:gd name="T38" fmla="*/ 233 w 436"/>
                <a:gd name="T39" fmla="*/ 390 h 1032"/>
                <a:gd name="T40" fmla="*/ 233 w 436"/>
                <a:gd name="T41" fmla="*/ 379 h 1032"/>
                <a:gd name="T42" fmla="*/ 236 w 436"/>
                <a:gd name="T43" fmla="*/ 102 h 1032"/>
                <a:gd name="T44" fmla="*/ 252 w 436"/>
                <a:gd name="T45" fmla="*/ 85 h 1032"/>
                <a:gd name="T46" fmla="*/ 388 w 436"/>
                <a:gd name="T47" fmla="*/ 85 h 1032"/>
                <a:gd name="T48" fmla="*/ 417 w 436"/>
                <a:gd name="T49" fmla="*/ 75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36" h="1032">
                  <a:moveTo>
                    <a:pt x="417" y="75"/>
                  </a:moveTo>
                  <a:cubicBezTo>
                    <a:pt x="432" y="65"/>
                    <a:pt x="436" y="45"/>
                    <a:pt x="429" y="28"/>
                  </a:cubicBezTo>
                  <a:cubicBezTo>
                    <a:pt x="424" y="12"/>
                    <a:pt x="408" y="1"/>
                    <a:pt x="387" y="1"/>
                  </a:cubicBezTo>
                  <a:cubicBezTo>
                    <a:pt x="345" y="0"/>
                    <a:pt x="303" y="0"/>
                    <a:pt x="262" y="0"/>
                  </a:cubicBezTo>
                  <a:cubicBezTo>
                    <a:pt x="189" y="0"/>
                    <a:pt x="117" y="0"/>
                    <a:pt x="45" y="1"/>
                  </a:cubicBezTo>
                  <a:cubicBezTo>
                    <a:pt x="18" y="1"/>
                    <a:pt x="0" y="19"/>
                    <a:pt x="0" y="43"/>
                  </a:cubicBezTo>
                  <a:cubicBezTo>
                    <a:pt x="0" y="68"/>
                    <a:pt x="18" y="85"/>
                    <a:pt x="45" y="85"/>
                  </a:cubicBezTo>
                  <a:cubicBezTo>
                    <a:pt x="90" y="85"/>
                    <a:pt x="136" y="85"/>
                    <a:pt x="181" y="85"/>
                  </a:cubicBezTo>
                  <a:cubicBezTo>
                    <a:pt x="184" y="85"/>
                    <a:pt x="186" y="86"/>
                    <a:pt x="189" y="86"/>
                  </a:cubicBezTo>
                  <a:cubicBezTo>
                    <a:pt x="189" y="90"/>
                    <a:pt x="190" y="94"/>
                    <a:pt x="190" y="98"/>
                  </a:cubicBezTo>
                  <a:cubicBezTo>
                    <a:pt x="189" y="180"/>
                    <a:pt x="188" y="263"/>
                    <a:pt x="187" y="345"/>
                  </a:cubicBezTo>
                  <a:cubicBezTo>
                    <a:pt x="186" y="437"/>
                    <a:pt x="185" y="529"/>
                    <a:pt x="184" y="621"/>
                  </a:cubicBezTo>
                  <a:cubicBezTo>
                    <a:pt x="183" y="732"/>
                    <a:pt x="181" y="844"/>
                    <a:pt x="180" y="956"/>
                  </a:cubicBezTo>
                  <a:cubicBezTo>
                    <a:pt x="180" y="972"/>
                    <a:pt x="180" y="989"/>
                    <a:pt x="180" y="1006"/>
                  </a:cubicBezTo>
                  <a:cubicBezTo>
                    <a:pt x="180" y="1021"/>
                    <a:pt x="189" y="1031"/>
                    <a:pt x="202" y="1032"/>
                  </a:cubicBezTo>
                  <a:cubicBezTo>
                    <a:pt x="215" y="1032"/>
                    <a:pt x="225" y="1023"/>
                    <a:pt x="226" y="1007"/>
                  </a:cubicBezTo>
                  <a:cubicBezTo>
                    <a:pt x="227" y="1001"/>
                    <a:pt x="227" y="994"/>
                    <a:pt x="227" y="988"/>
                  </a:cubicBezTo>
                  <a:cubicBezTo>
                    <a:pt x="228" y="921"/>
                    <a:pt x="229" y="855"/>
                    <a:pt x="229" y="788"/>
                  </a:cubicBezTo>
                  <a:cubicBezTo>
                    <a:pt x="230" y="673"/>
                    <a:pt x="231" y="557"/>
                    <a:pt x="232" y="442"/>
                  </a:cubicBezTo>
                  <a:cubicBezTo>
                    <a:pt x="232" y="425"/>
                    <a:pt x="232" y="408"/>
                    <a:pt x="233" y="390"/>
                  </a:cubicBezTo>
                  <a:cubicBezTo>
                    <a:pt x="233" y="387"/>
                    <a:pt x="233" y="383"/>
                    <a:pt x="233" y="379"/>
                  </a:cubicBezTo>
                  <a:cubicBezTo>
                    <a:pt x="234" y="287"/>
                    <a:pt x="235" y="194"/>
                    <a:pt x="236" y="102"/>
                  </a:cubicBezTo>
                  <a:cubicBezTo>
                    <a:pt x="236" y="89"/>
                    <a:pt x="239" y="85"/>
                    <a:pt x="252" y="85"/>
                  </a:cubicBezTo>
                  <a:cubicBezTo>
                    <a:pt x="297" y="86"/>
                    <a:pt x="343" y="86"/>
                    <a:pt x="388" y="85"/>
                  </a:cubicBezTo>
                  <a:cubicBezTo>
                    <a:pt x="398" y="84"/>
                    <a:pt x="409" y="80"/>
                    <a:pt x="417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03146076-C974-48E4-A942-B876DAD44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8613" y="3930650"/>
              <a:ext cx="57150" cy="1098550"/>
            </a:xfrm>
            <a:custGeom>
              <a:avLst/>
              <a:gdLst>
                <a:gd name="T0" fmla="*/ 46 w 47"/>
                <a:gd name="T1" fmla="*/ 22 h 894"/>
                <a:gd name="T2" fmla="*/ 24 w 47"/>
                <a:gd name="T3" fmla="*/ 0 h 894"/>
                <a:gd name="T4" fmla="*/ 1 w 47"/>
                <a:gd name="T5" fmla="*/ 21 h 894"/>
                <a:gd name="T6" fmla="*/ 0 w 47"/>
                <a:gd name="T7" fmla="*/ 33 h 894"/>
                <a:gd name="T8" fmla="*/ 0 w 47"/>
                <a:gd name="T9" fmla="*/ 859 h 894"/>
                <a:gd name="T10" fmla="*/ 1 w 47"/>
                <a:gd name="T11" fmla="*/ 875 h 894"/>
                <a:gd name="T12" fmla="*/ 23 w 47"/>
                <a:gd name="T13" fmla="*/ 894 h 894"/>
                <a:gd name="T14" fmla="*/ 46 w 47"/>
                <a:gd name="T15" fmla="*/ 875 h 894"/>
                <a:gd name="T16" fmla="*/ 46 w 47"/>
                <a:gd name="T17" fmla="*/ 859 h 894"/>
                <a:gd name="T18" fmla="*/ 46 w 47"/>
                <a:gd name="T19" fmla="*/ 448 h 894"/>
                <a:gd name="T20" fmla="*/ 46 w 47"/>
                <a:gd name="T21" fmla="*/ 35 h 894"/>
                <a:gd name="T22" fmla="*/ 46 w 47"/>
                <a:gd name="T23" fmla="*/ 22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" h="894">
                  <a:moveTo>
                    <a:pt x="46" y="22"/>
                  </a:moveTo>
                  <a:cubicBezTo>
                    <a:pt x="45" y="9"/>
                    <a:pt x="36" y="0"/>
                    <a:pt x="24" y="0"/>
                  </a:cubicBezTo>
                  <a:cubicBezTo>
                    <a:pt x="11" y="0"/>
                    <a:pt x="2" y="8"/>
                    <a:pt x="1" y="21"/>
                  </a:cubicBezTo>
                  <a:cubicBezTo>
                    <a:pt x="0" y="25"/>
                    <a:pt x="0" y="29"/>
                    <a:pt x="0" y="33"/>
                  </a:cubicBezTo>
                  <a:cubicBezTo>
                    <a:pt x="0" y="309"/>
                    <a:pt x="0" y="584"/>
                    <a:pt x="0" y="859"/>
                  </a:cubicBezTo>
                  <a:cubicBezTo>
                    <a:pt x="0" y="865"/>
                    <a:pt x="0" y="870"/>
                    <a:pt x="1" y="875"/>
                  </a:cubicBezTo>
                  <a:cubicBezTo>
                    <a:pt x="3" y="886"/>
                    <a:pt x="12" y="894"/>
                    <a:pt x="23" y="894"/>
                  </a:cubicBezTo>
                  <a:cubicBezTo>
                    <a:pt x="34" y="894"/>
                    <a:pt x="44" y="886"/>
                    <a:pt x="46" y="875"/>
                  </a:cubicBezTo>
                  <a:cubicBezTo>
                    <a:pt x="47" y="870"/>
                    <a:pt x="46" y="864"/>
                    <a:pt x="46" y="859"/>
                  </a:cubicBezTo>
                  <a:cubicBezTo>
                    <a:pt x="46" y="722"/>
                    <a:pt x="46" y="585"/>
                    <a:pt x="46" y="448"/>
                  </a:cubicBezTo>
                  <a:cubicBezTo>
                    <a:pt x="46" y="310"/>
                    <a:pt x="46" y="172"/>
                    <a:pt x="46" y="35"/>
                  </a:cubicBezTo>
                  <a:cubicBezTo>
                    <a:pt x="46" y="30"/>
                    <a:pt x="47" y="26"/>
                    <a:pt x="46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3A240AF0-6164-467E-93BE-86AB98D4B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5375" y="3351213"/>
              <a:ext cx="377825" cy="265113"/>
            </a:xfrm>
            <a:custGeom>
              <a:avLst/>
              <a:gdLst>
                <a:gd name="T0" fmla="*/ 21 w 307"/>
                <a:gd name="T1" fmla="*/ 213 h 216"/>
                <a:gd name="T2" fmla="*/ 83 w 307"/>
                <a:gd name="T3" fmla="*/ 178 h 216"/>
                <a:gd name="T4" fmla="*/ 125 w 307"/>
                <a:gd name="T5" fmla="*/ 141 h 216"/>
                <a:gd name="T6" fmla="*/ 189 w 307"/>
                <a:gd name="T7" fmla="*/ 144 h 216"/>
                <a:gd name="T8" fmla="*/ 234 w 307"/>
                <a:gd name="T9" fmla="*/ 198 h 216"/>
                <a:gd name="T10" fmla="*/ 267 w 307"/>
                <a:gd name="T11" fmla="*/ 214 h 216"/>
                <a:gd name="T12" fmla="*/ 307 w 307"/>
                <a:gd name="T13" fmla="*/ 204 h 216"/>
                <a:gd name="T14" fmla="*/ 280 w 307"/>
                <a:gd name="T15" fmla="*/ 153 h 216"/>
                <a:gd name="T16" fmla="*/ 245 w 307"/>
                <a:gd name="T17" fmla="*/ 75 h 216"/>
                <a:gd name="T18" fmla="*/ 107 w 307"/>
                <a:gd name="T19" fmla="*/ 45 h 216"/>
                <a:gd name="T20" fmla="*/ 8 w 307"/>
                <a:gd name="T21" fmla="*/ 161 h 216"/>
                <a:gd name="T22" fmla="*/ 0 w 307"/>
                <a:gd name="T23" fmla="*/ 197 h 216"/>
                <a:gd name="T24" fmla="*/ 21 w 307"/>
                <a:gd name="T25" fmla="*/ 21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7" h="216">
                  <a:moveTo>
                    <a:pt x="21" y="213"/>
                  </a:moveTo>
                  <a:cubicBezTo>
                    <a:pt x="46" y="209"/>
                    <a:pt x="65" y="194"/>
                    <a:pt x="83" y="178"/>
                  </a:cubicBezTo>
                  <a:cubicBezTo>
                    <a:pt x="96" y="165"/>
                    <a:pt x="110" y="152"/>
                    <a:pt x="125" y="141"/>
                  </a:cubicBezTo>
                  <a:cubicBezTo>
                    <a:pt x="145" y="128"/>
                    <a:pt x="174" y="129"/>
                    <a:pt x="189" y="144"/>
                  </a:cubicBezTo>
                  <a:cubicBezTo>
                    <a:pt x="205" y="161"/>
                    <a:pt x="222" y="178"/>
                    <a:pt x="234" y="198"/>
                  </a:cubicBezTo>
                  <a:cubicBezTo>
                    <a:pt x="243" y="211"/>
                    <a:pt x="252" y="215"/>
                    <a:pt x="267" y="214"/>
                  </a:cubicBezTo>
                  <a:cubicBezTo>
                    <a:pt x="281" y="212"/>
                    <a:pt x="295" y="212"/>
                    <a:pt x="307" y="204"/>
                  </a:cubicBezTo>
                  <a:cubicBezTo>
                    <a:pt x="298" y="186"/>
                    <a:pt x="288" y="170"/>
                    <a:pt x="280" y="153"/>
                  </a:cubicBezTo>
                  <a:cubicBezTo>
                    <a:pt x="268" y="127"/>
                    <a:pt x="258" y="100"/>
                    <a:pt x="245" y="75"/>
                  </a:cubicBezTo>
                  <a:cubicBezTo>
                    <a:pt x="218" y="26"/>
                    <a:pt x="163" y="0"/>
                    <a:pt x="107" y="45"/>
                  </a:cubicBezTo>
                  <a:cubicBezTo>
                    <a:pt x="66" y="77"/>
                    <a:pt x="34" y="117"/>
                    <a:pt x="8" y="161"/>
                  </a:cubicBezTo>
                  <a:cubicBezTo>
                    <a:pt x="2" y="171"/>
                    <a:pt x="0" y="185"/>
                    <a:pt x="0" y="197"/>
                  </a:cubicBezTo>
                  <a:cubicBezTo>
                    <a:pt x="0" y="213"/>
                    <a:pt x="6" y="216"/>
                    <a:pt x="21" y="2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934FC-9F18-4FAE-AC65-619B58C6BDB8}"/>
              </a:ext>
            </a:extLst>
          </p:cNvPr>
          <p:cNvCxnSpPr/>
          <p:nvPr/>
        </p:nvCxnSpPr>
        <p:spPr>
          <a:xfrm flipV="1">
            <a:off x="11740084" y="6520241"/>
            <a:ext cx="0" cy="259509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3464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40">
          <p15:clr>
            <a:srgbClr val="F26B43"/>
          </p15:clr>
        </p15:guide>
        <p15:guide id="2" pos="99">
          <p15:clr>
            <a:srgbClr val="F26B43"/>
          </p15:clr>
        </p15:guide>
        <p15:guide id="3" orient="horz" pos="688">
          <p15:clr>
            <a:srgbClr val="F26B43"/>
          </p15:clr>
        </p15:guide>
        <p15:guide id="4" orient="horz" pos="3911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1B679A6-46C5-4782-9A59-B215CDB3FF3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8222603"/>
              </p:ext>
            </p:ext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86" imgH="386" progId="TCLayout.ActiveDocument.1">
                  <p:embed/>
                </p:oleObj>
              </mc:Choice>
              <mc:Fallback>
                <p:oleObj name="Diapositiva de think-cell" r:id="rId4" imgW="386" imgH="3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1B679A6-46C5-4782-9A59-B215CDB3FF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3F566FD6-16A1-4CF1-8AC2-D8397777CBF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41" b="0" i="0" baseline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28" name="Picture 14" descr="Imagen relacionada">
            <a:extLst>
              <a:ext uri="{FF2B5EF4-FFF2-40B4-BE49-F238E27FC236}">
                <a16:creationId xmlns:a16="http://schemas.microsoft.com/office/drawing/2014/main" id="{7E8D86C3-FDDC-464C-9782-A09482A1C4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038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6E0FF5-3544-4E95-8B25-5BC123FD67CA}"/>
              </a:ext>
            </a:extLst>
          </p:cNvPr>
          <p:cNvSpPr>
            <a:spLocks/>
          </p:cNvSpPr>
          <p:nvPr/>
        </p:nvSpPr>
        <p:spPr>
          <a:xfrm>
            <a:off x="1" y="-4"/>
            <a:ext cx="12192000" cy="6858004"/>
          </a:xfrm>
          <a:prstGeom prst="rect">
            <a:avLst/>
          </a:prstGeom>
          <a:solidFill>
            <a:srgbClr val="008598">
              <a:alpha val="92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eaLnBrk="1"/>
            <a:endParaRPr lang="en-US" sz="1837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oc id" hidden="1"/>
          <p:cNvSpPr>
            <a:spLocks noChangeArrowheads="1"/>
          </p:cNvSpPr>
          <p:nvPr/>
        </p:nvSpPr>
        <p:spPr bwMode="gray">
          <a:xfrm>
            <a:off x="10670215" y="51833"/>
            <a:ext cx="1190119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913526" eaLnBrk="1"/>
            <a:endParaRPr lang="en-US" sz="612" baseline="0">
              <a:solidFill>
                <a:srgbClr val="808080"/>
              </a:solidFill>
              <a:latin typeface="+mn-lt"/>
              <a:ea typeface="+mn-ea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8AFE37-A271-4B85-9658-0228E9264613}"/>
              </a:ext>
            </a:extLst>
          </p:cNvPr>
          <p:cNvGrpSpPr/>
          <p:nvPr/>
        </p:nvGrpSpPr>
        <p:grpSpPr>
          <a:xfrm>
            <a:off x="4930576" y="3168222"/>
            <a:ext cx="7259804" cy="3689778"/>
            <a:chOff x="4832350" y="3105151"/>
            <a:chExt cx="7115175" cy="3616324"/>
          </a:xfrm>
          <a:solidFill>
            <a:schemeClr val="accent4">
              <a:alpha val="10000"/>
            </a:schemeClr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250B38B-5466-4809-81BC-51A0364CA8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32350" y="3105151"/>
              <a:ext cx="7115175" cy="3616324"/>
            </a:xfrm>
            <a:custGeom>
              <a:avLst/>
              <a:gdLst>
                <a:gd name="T0" fmla="*/ 3293 w 3293"/>
                <a:gd name="T1" fmla="*/ 289 h 1675"/>
                <a:gd name="T2" fmla="*/ 3038 w 3293"/>
                <a:gd name="T3" fmla="*/ 206 h 1675"/>
                <a:gd name="T4" fmla="*/ 2344 w 3293"/>
                <a:gd name="T5" fmla="*/ 26 h 1675"/>
                <a:gd name="T6" fmla="*/ 1994 w 3293"/>
                <a:gd name="T7" fmla="*/ 1 h 1675"/>
                <a:gd name="T8" fmla="*/ 802 w 3293"/>
                <a:gd name="T9" fmla="*/ 507 h 1675"/>
                <a:gd name="T10" fmla="*/ 195 w 3293"/>
                <a:gd name="T11" fmla="*/ 1291 h 1675"/>
                <a:gd name="T12" fmla="*/ 0 w 3293"/>
                <a:gd name="T13" fmla="*/ 1675 h 1675"/>
                <a:gd name="T14" fmla="*/ 227 w 3293"/>
                <a:gd name="T15" fmla="*/ 1675 h 1675"/>
                <a:gd name="T16" fmla="*/ 257 w 3293"/>
                <a:gd name="T17" fmla="*/ 1618 h 1675"/>
                <a:gd name="T18" fmla="*/ 984 w 3293"/>
                <a:gd name="T19" fmla="*/ 591 h 1675"/>
                <a:gd name="T20" fmla="*/ 2306 w 3293"/>
                <a:gd name="T21" fmla="*/ 200 h 1675"/>
                <a:gd name="T22" fmla="*/ 3293 w 3293"/>
                <a:gd name="T23" fmla="*/ 538 h 1675"/>
                <a:gd name="T24" fmla="*/ 3293 w 3293"/>
                <a:gd name="T25" fmla="*/ 289 h 1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93" h="1675">
                  <a:moveTo>
                    <a:pt x="3293" y="289"/>
                  </a:moveTo>
                  <a:cubicBezTo>
                    <a:pt x="3208" y="261"/>
                    <a:pt x="3124" y="230"/>
                    <a:pt x="3038" y="206"/>
                  </a:cubicBezTo>
                  <a:cubicBezTo>
                    <a:pt x="2807" y="143"/>
                    <a:pt x="2577" y="77"/>
                    <a:pt x="2344" y="26"/>
                  </a:cubicBezTo>
                  <a:cubicBezTo>
                    <a:pt x="2231" y="1"/>
                    <a:pt x="2111" y="0"/>
                    <a:pt x="1994" y="1"/>
                  </a:cubicBezTo>
                  <a:cubicBezTo>
                    <a:pt x="1528" y="4"/>
                    <a:pt x="1135" y="184"/>
                    <a:pt x="802" y="507"/>
                  </a:cubicBezTo>
                  <a:cubicBezTo>
                    <a:pt x="562" y="740"/>
                    <a:pt x="358" y="999"/>
                    <a:pt x="195" y="1291"/>
                  </a:cubicBezTo>
                  <a:cubicBezTo>
                    <a:pt x="125" y="1416"/>
                    <a:pt x="64" y="1547"/>
                    <a:pt x="0" y="1675"/>
                  </a:cubicBezTo>
                  <a:cubicBezTo>
                    <a:pt x="75" y="1675"/>
                    <a:pt x="151" y="1675"/>
                    <a:pt x="227" y="1675"/>
                  </a:cubicBezTo>
                  <a:cubicBezTo>
                    <a:pt x="237" y="1656"/>
                    <a:pt x="247" y="1637"/>
                    <a:pt x="257" y="1618"/>
                  </a:cubicBezTo>
                  <a:cubicBezTo>
                    <a:pt x="450" y="1241"/>
                    <a:pt x="678" y="888"/>
                    <a:pt x="984" y="591"/>
                  </a:cubicBezTo>
                  <a:cubicBezTo>
                    <a:pt x="1356" y="229"/>
                    <a:pt x="1799" y="108"/>
                    <a:pt x="2306" y="200"/>
                  </a:cubicBezTo>
                  <a:cubicBezTo>
                    <a:pt x="2652" y="262"/>
                    <a:pt x="2974" y="397"/>
                    <a:pt x="3293" y="538"/>
                  </a:cubicBezTo>
                  <a:cubicBezTo>
                    <a:pt x="3293" y="455"/>
                    <a:pt x="3293" y="372"/>
                    <a:pt x="3293" y="2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0BD15E4-F3E0-41C0-94AE-8BE74E900C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43575" y="3806825"/>
              <a:ext cx="6203950" cy="2914650"/>
            </a:xfrm>
            <a:custGeom>
              <a:avLst/>
              <a:gdLst>
                <a:gd name="T0" fmla="*/ 2871 w 2871"/>
                <a:gd name="T1" fmla="*/ 690 h 1350"/>
                <a:gd name="T2" fmla="*/ 2871 w 2871"/>
                <a:gd name="T3" fmla="*/ 430 h 1350"/>
                <a:gd name="T4" fmla="*/ 2063 w 2871"/>
                <a:gd name="T5" fmla="*/ 88 h 1350"/>
                <a:gd name="T6" fmla="*/ 1159 w 2871"/>
                <a:gd name="T7" fmla="*/ 99 h 1350"/>
                <a:gd name="T8" fmla="*/ 338 w 2871"/>
                <a:gd name="T9" fmla="*/ 756 h 1350"/>
                <a:gd name="T10" fmla="*/ 0 w 2871"/>
                <a:gd name="T11" fmla="*/ 1350 h 1350"/>
                <a:gd name="T12" fmla="*/ 238 w 2871"/>
                <a:gd name="T13" fmla="*/ 1350 h 1350"/>
                <a:gd name="T14" fmla="*/ 403 w 2871"/>
                <a:gd name="T15" fmla="*/ 1054 h 1350"/>
                <a:gd name="T16" fmla="*/ 899 w 2871"/>
                <a:gd name="T17" fmla="*/ 459 h 1350"/>
                <a:gd name="T18" fmla="*/ 1904 w 2871"/>
                <a:gd name="T19" fmla="*/ 233 h 1350"/>
                <a:gd name="T20" fmla="*/ 2871 w 2871"/>
                <a:gd name="T21" fmla="*/ 690 h 1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71" h="1350">
                  <a:moveTo>
                    <a:pt x="2871" y="690"/>
                  </a:moveTo>
                  <a:cubicBezTo>
                    <a:pt x="2871" y="603"/>
                    <a:pt x="2871" y="516"/>
                    <a:pt x="2871" y="430"/>
                  </a:cubicBezTo>
                  <a:cubicBezTo>
                    <a:pt x="2610" y="296"/>
                    <a:pt x="2347" y="168"/>
                    <a:pt x="2063" y="88"/>
                  </a:cubicBezTo>
                  <a:cubicBezTo>
                    <a:pt x="1760" y="3"/>
                    <a:pt x="1459" y="0"/>
                    <a:pt x="1159" y="99"/>
                  </a:cubicBezTo>
                  <a:cubicBezTo>
                    <a:pt x="804" y="216"/>
                    <a:pt x="540" y="452"/>
                    <a:pt x="338" y="756"/>
                  </a:cubicBezTo>
                  <a:cubicBezTo>
                    <a:pt x="213" y="945"/>
                    <a:pt x="112" y="1152"/>
                    <a:pt x="0" y="1350"/>
                  </a:cubicBezTo>
                  <a:cubicBezTo>
                    <a:pt x="79" y="1350"/>
                    <a:pt x="159" y="1350"/>
                    <a:pt x="238" y="1350"/>
                  </a:cubicBezTo>
                  <a:cubicBezTo>
                    <a:pt x="293" y="1252"/>
                    <a:pt x="345" y="1151"/>
                    <a:pt x="403" y="1054"/>
                  </a:cubicBezTo>
                  <a:cubicBezTo>
                    <a:pt x="539" y="831"/>
                    <a:pt x="694" y="624"/>
                    <a:pt x="899" y="459"/>
                  </a:cubicBezTo>
                  <a:cubicBezTo>
                    <a:pt x="1197" y="220"/>
                    <a:pt x="1536" y="146"/>
                    <a:pt x="1904" y="233"/>
                  </a:cubicBezTo>
                  <a:cubicBezTo>
                    <a:pt x="2257" y="317"/>
                    <a:pt x="2568" y="497"/>
                    <a:pt x="2871" y="6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4CCAA79-6B48-4B08-9638-FE9EBC4ACF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57975" y="4592638"/>
              <a:ext cx="5289550" cy="2128837"/>
            </a:xfrm>
            <a:custGeom>
              <a:avLst/>
              <a:gdLst>
                <a:gd name="T0" fmla="*/ 0 w 2448"/>
                <a:gd name="T1" fmla="*/ 986 h 986"/>
                <a:gd name="T2" fmla="*/ 205 w 2448"/>
                <a:gd name="T3" fmla="*/ 986 h 986"/>
                <a:gd name="T4" fmla="*/ 376 w 2448"/>
                <a:gd name="T5" fmla="*/ 680 h 986"/>
                <a:gd name="T6" fmla="*/ 1590 w 2448"/>
                <a:gd name="T7" fmla="*/ 256 h 986"/>
                <a:gd name="T8" fmla="*/ 2199 w 2448"/>
                <a:gd name="T9" fmla="*/ 682 h 986"/>
                <a:gd name="T10" fmla="*/ 2448 w 2448"/>
                <a:gd name="T11" fmla="*/ 965 h 986"/>
                <a:gd name="T12" fmla="*/ 2448 w 2448"/>
                <a:gd name="T13" fmla="*/ 542 h 986"/>
                <a:gd name="T14" fmla="*/ 2416 w 2448"/>
                <a:gd name="T15" fmla="*/ 525 h 986"/>
                <a:gd name="T16" fmla="*/ 1919 w 2448"/>
                <a:gd name="T17" fmla="*/ 202 h 986"/>
                <a:gd name="T18" fmla="*/ 1185 w 2448"/>
                <a:gd name="T19" fmla="*/ 13 h 986"/>
                <a:gd name="T20" fmla="*/ 369 w 2448"/>
                <a:gd name="T21" fmla="*/ 411 h 986"/>
                <a:gd name="T22" fmla="*/ 0 w 2448"/>
                <a:gd name="T23" fmla="*/ 986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48" h="986">
                  <a:moveTo>
                    <a:pt x="0" y="986"/>
                  </a:moveTo>
                  <a:cubicBezTo>
                    <a:pt x="68" y="986"/>
                    <a:pt x="137" y="986"/>
                    <a:pt x="205" y="986"/>
                  </a:cubicBezTo>
                  <a:cubicBezTo>
                    <a:pt x="262" y="884"/>
                    <a:pt x="314" y="779"/>
                    <a:pt x="376" y="680"/>
                  </a:cubicBezTo>
                  <a:cubicBezTo>
                    <a:pt x="604" y="317"/>
                    <a:pt x="1070" y="57"/>
                    <a:pt x="1590" y="256"/>
                  </a:cubicBezTo>
                  <a:cubicBezTo>
                    <a:pt x="1829" y="348"/>
                    <a:pt x="2028" y="495"/>
                    <a:pt x="2199" y="682"/>
                  </a:cubicBezTo>
                  <a:cubicBezTo>
                    <a:pt x="2284" y="775"/>
                    <a:pt x="2365" y="871"/>
                    <a:pt x="2448" y="965"/>
                  </a:cubicBezTo>
                  <a:cubicBezTo>
                    <a:pt x="2448" y="824"/>
                    <a:pt x="2448" y="683"/>
                    <a:pt x="2448" y="542"/>
                  </a:cubicBezTo>
                  <a:cubicBezTo>
                    <a:pt x="2437" y="536"/>
                    <a:pt x="2425" y="532"/>
                    <a:pt x="2416" y="525"/>
                  </a:cubicBezTo>
                  <a:cubicBezTo>
                    <a:pt x="2265" y="395"/>
                    <a:pt x="2095" y="293"/>
                    <a:pt x="1919" y="202"/>
                  </a:cubicBezTo>
                  <a:cubicBezTo>
                    <a:pt x="1689" y="82"/>
                    <a:pt x="1448" y="0"/>
                    <a:pt x="1185" y="13"/>
                  </a:cubicBezTo>
                  <a:cubicBezTo>
                    <a:pt x="857" y="29"/>
                    <a:pt x="586" y="165"/>
                    <a:pt x="369" y="411"/>
                  </a:cubicBezTo>
                  <a:cubicBezTo>
                    <a:pt x="216" y="584"/>
                    <a:pt x="104" y="783"/>
                    <a:pt x="0" y="9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8C86AF7-F791-4374-9806-FE124F15C5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0938" y="5211763"/>
              <a:ext cx="3813175" cy="1509712"/>
            </a:xfrm>
            <a:custGeom>
              <a:avLst/>
              <a:gdLst>
                <a:gd name="T0" fmla="*/ 1765 w 1765"/>
                <a:gd name="T1" fmla="*/ 699 h 699"/>
                <a:gd name="T2" fmla="*/ 1108 w 1765"/>
                <a:gd name="T3" fmla="*/ 118 h 699"/>
                <a:gd name="T4" fmla="*/ 109 w 1765"/>
                <a:gd name="T5" fmla="*/ 484 h 699"/>
                <a:gd name="T6" fmla="*/ 0 w 1765"/>
                <a:gd name="T7" fmla="*/ 699 h 699"/>
                <a:gd name="T8" fmla="*/ 227 w 1765"/>
                <a:gd name="T9" fmla="*/ 699 h 699"/>
                <a:gd name="T10" fmla="*/ 428 w 1765"/>
                <a:gd name="T11" fmla="*/ 439 h 699"/>
                <a:gd name="T12" fmla="*/ 824 w 1765"/>
                <a:gd name="T13" fmla="*/ 253 h 699"/>
                <a:gd name="T14" fmla="*/ 1462 w 1765"/>
                <a:gd name="T15" fmla="*/ 699 h 699"/>
                <a:gd name="T16" fmla="*/ 1765 w 1765"/>
                <a:gd name="T17" fmla="*/ 699 h 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65" h="699">
                  <a:moveTo>
                    <a:pt x="1765" y="699"/>
                  </a:moveTo>
                  <a:cubicBezTo>
                    <a:pt x="1618" y="425"/>
                    <a:pt x="1414" y="204"/>
                    <a:pt x="1108" y="118"/>
                  </a:cubicBezTo>
                  <a:cubicBezTo>
                    <a:pt x="694" y="0"/>
                    <a:pt x="348" y="119"/>
                    <a:pt x="109" y="484"/>
                  </a:cubicBezTo>
                  <a:cubicBezTo>
                    <a:pt x="66" y="551"/>
                    <a:pt x="36" y="628"/>
                    <a:pt x="0" y="699"/>
                  </a:cubicBezTo>
                  <a:cubicBezTo>
                    <a:pt x="75" y="699"/>
                    <a:pt x="151" y="699"/>
                    <a:pt x="227" y="699"/>
                  </a:cubicBezTo>
                  <a:cubicBezTo>
                    <a:pt x="294" y="612"/>
                    <a:pt x="353" y="519"/>
                    <a:pt x="428" y="439"/>
                  </a:cubicBezTo>
                  <a:cubicBezTo>
                    <a:pt x="533" y="327"/>
                    <a:pt x="666" y="262"/>
                    <a:pt x="824" y="253"/>
                  </a:cubicBezTo>
                  <a:cubicBezTo>
                    <a:pt x="1110" y="238"/>
                    <a:pt x="1342" y="446"/>
                    <a:pt x="1462" y="699"/>
                  </a:cubicBezTo>
                  <a:cubicBezTo>
                    <a:pt x="1563" y="699"/>
                    <a:pt x="1664" y="699"/>
                    <a:pt x="1765" y="6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885060F-7B6C-43D4-BABA-4C25E4523F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35975" y="6038850"/>
              <a:ext cx="1754188" cy="682625"/>
            </a:xfrm>
            <a:custGeom>
              <a:avLst/>
              <a:gdLst>
                <a:gd name="T0" fmla="*/ 812 w 812"/>
                <a:gd name="T1" fmla="*/ 316 h 316"/>
                <a:gd name="T2" fmla="*/ 532 w 812"/>
                <a:gd name="T3" fmla="*/ 64 h 316"/>
                <a:gd name="T4" fmla="*/ 0 w 812"/>
                <a:gd name="T5" fmla="*/ 316 h 316"/>
                <a:gd name="T6" fmla="*/ 227 w 812"/>
                <a:gd name="T7" fmla="*/ 316 h 316"/>
                <a:gd name="T8" fmla="*/ 552 w 812"/>
                <a:gd name="T9" fmla="*/ 316 h 316"/>
                <a:gd name="T10" fmla="*/ 812 w 812"/>
                <a:gd name="T11" fmla="*/ 316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2" h="316">
                  <a:moveTo>
                    <a:pt x="812" y="316"/>
                  </a:moveTo>
                  <a:cubicBezTo>
                    <a:pt x="746" y="202"/>
                    <a:pt x="666" y="104"/>
                    <a:pt x="532" y="64"/>
                  </a:cubicBezTo>
                  <a:cubicBezTo>
                    <a:pt x="319" y="0"/>
                    <a:pt x="94" y="108"/>
                    <a:pt x="0" y="316"/>
                  </a:cubicBezTo>
                  <a:cubicBezTo>
                    <a:pt x="76" y="316"/>
                    <a:pt x="152" y="316"/>
                    <a:pt x="227" y="316"/>
                  </a:cubicBezTo>
                  <a:cubicBezTo>
                    <a:pt x="338" y="187"/>
                    <a:pt x="467" y="187"/>
                    <a:pt x="552" y="316"/>
                  </a:cubicBezTo>
                  <a:cubicBezTo>
                    <a:pt x="639" y="316"/>
                    <a:pt x="726" y="316"/>
                    <a:pt x="812" y="3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</p:grpSp>
      <p:sp>
        <p:nvSpPr>
          <p:cNvPr id="9" name="Slide Number"/>
          <p:cNvSpPr txBox="1">
            <a:spLocks/>
          </p:cNvSpPr>
          <p:nvPr/>
        </p:nvSpPr>
        <p:spPr bwMode="black">
          <a:xfrm>
            <a:off x="11879032" y="6594791"/>
            <a:ext cx="130848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s-ES"/>
            </a:defPPr>
            <a:lvl1pPr>
              <a:defRPr sz="1000" baseline="0">
                <a:latin typeface="+mn-lt"/>
              </a:defRPr>
            </a:lvl1pPr>
          </a:lstStyle>
          <a:p>
            <a:pPr lvl="0" algn="ctr"/>
            <a:fld id="{42C328C1-A84F-4A39-A664-DBA00541A8C6}" type="slidenum">
              <a:rPr lang="en-US" sz="816" smtClean="0">
                <a:solidFill>
                  <a:schemeClr val="bg1"/>
                </a:solidFill>
              </a:rPr>
              <a:pPr lvl="0" algn="ctr"/>
              <a:t>‹#›</a:t>
            </a:fld>
            <a:endParaRPr lang="en-US" sz="816">
              <a:solidFill>
                <a:schemeClr val="bg1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868079B-85A5-413F-A8BC-EC7D5099993D}"/>
              </a:ext>
            </a:extLst>
          </p:cNvPr>
          <p:cNvGrpSpPr/>
          <p:nvPr/>
        </p:nvGrpSpPr>
        <p:grpSpPr>
          <a:xfrm>
            <a:off x="11312748" y="6520240"/>
            <a:ext cx="315256" cy="277198"/>
            <a:chOff x="3824288" y="1468438"/>
            <a:chExt cx="4300538" cy="3781425"/>
          </a:xfrm>
          <a:solidFill>
            <a:schemeClr val="bg1"/>
          </a:solidFill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579342B3-9BBC-4F1C-8786-FFE2F4DBB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288" y="1468438"/>
              <a:ext cx="4300538" cy="2162175"/>
            </a:xfrm>
            <a:custGeom>
              <a:avLst/>
              <a:gdLst>
                <a:gd name="T0" fmla="*/ 3354 w 3496"/>
                <a:gd name="T1" fmla="*/ 1490 h 1760"/>
                <a:gd name="T2" fmla="*/ 3233 w 3496"/>
                <a:gd name="T3" fmla="*/ 1296 h 1760"/>
                <a:gd name="T4" fmla="*/ 2953 w 3496"/>
                <a:gd name="T5" fmla="*/ 944 h 1760"/>
                <a:gd name="T6" fmla="*/ 2751 w 3496"/>
                <a:gd name="T7" fmla="*/ 782 h 1760"/>
                <a:gd name="T8" fmla="*/ 2465 w 3496"/>
                <a:gd name="T9" fmla="*/ 554 h 1760"/>
                <a:gd name="T10" fmla="*/ 2256 w 3496"/>
                <a:gd name="T11" fmla="*/ 302 h 1760"/>
                <a:gd name="T12" fmla="*/ 1941 w 3496"/>
                <a:gd name="T13" fmla="*/ 6 h 1760"/>
                <a:gd name="T14" fmla="*/ 1889 w 3496"/>
                <a:gd name="T15" fmla="*/ 5 h 1760"/>
                <a:gd name="T16" fmla="*/ 1432 w 3496"/>
                <a:gd name="T17" fmla="*/ 328 h 1760"/>
                <a:gd name="T18" fmla="*/ 1007 w 3496"/>
                <a:gd name="T19" fmla="*/ 586 h 1760"/>
                <a:gd name="T20" fmla="*/ 944 w 3496"/>
                <a:gd name="T21" fmla="*/ 607 h 1760"/>
                <a:gd name="T22" fmla="*/ 330 w 3496"/>
                <a:gd name="T23" fmla="*/ 1347 h 1760"/>
                <a:gd name="T24" fmla="*/ 0 w 3496"/>
                <a:gd name="T25" fmla="*/ 1714 h 1760"/>
                <a:gd name="T26" fmla="*/ 1470 w 3496"/>
                <a:gd name="T27" fmla="*/ 1714 h 1760"/>
                <a:gd name="T28" fmla="*/ 1566 w 3496"/>
                <a:gd name="T29" fmla="*/ 1580 h 1760"/>
                <a:gd name="T30" fmla="*/ 1910 w 3496"/>
                <a:gd name="T31" fmla="*/ 1286 h 1760"/>
                <a:gd name="T32" fmla="*/ 2232 w 3496"/>
                <a:gd name="T33" fmla="*/ 1295 h 1760"/>
                <a:gd name="T34" fmla="*/ 2597 w 3496"/>
                <a:gd name="T35" fmla="*/ 1750 h 1760"/>
                <a:gd name="T36" fmla="*/ 2662 w 3496"/>
                <a:gd name="T37" fmla="*/ 1757 h 1760"/>
                <a:gd name="T38" fmla="*/ 2605 w 3496"/>
                <a:gd name="T39" fmla="*/ 1554 h 1760"/>
                <a:gd name="T40" fmla="*/ 2230 w 3496"/>
                <a:gd name="T41" fmla="*/ 1203 h 1760"/>
                <a:gd name="T42" fmla="*/ 1735 w 3496"/>
                <a:gd name="T43" fmla="*/ 1279 h 1760"/>
                <a:gd name="T44" fmla="*/ 1379 w 3496"/>
                <a:gd name="T45" fmla="*/ 1647 h 1760"/>
                <a:gd name="T46" fmla="*/ 1201 w 3496"/>
                <a:gd name="T47" fmla="*/ 1597 h 1760"/>
                <a:gd name="T48" fmla="*/ 1201 w 3496"/>
                <a:gd name="T49" fmla="*/ 1579 h 1760"/>
                <a:gd name="T50" fmla="*/ 1745 w 3496"/>
                <a:gd name="T51" fmla="*/ 1161 h 1760"/>
                <a:gd name="T52" fmla="*/ 2169 w 3496"/>
                <a:gd name="T53" fmla="*/ 1074 h 1760"/>
                <a:gd name="T54" fmla="*/ 2547 w 3496"/>
                <a:gd name="T55" fmla="*/ 1316 h 1760"/>
                <a:gd name="T56" fmla="*/ 2809 w 3496"/>
                <a:gd name="T57" fmla="*/ 1748 h 1760"/>
                <a:gd name="T58" fmla="*/ 2851 w 3496"/>
                <a:gd name="T59" fmla="*/ 1760 h 1760"/>
                <a:gd name="T60" fmla="*/ 2596 w 3496"/>
                <a:gd name="T61" fmla="*/ 1248 h 1760"/>
                <a:gd name="T62" fmla="*/ 2240 w 3496"/>
                <a:gd name="T63" fmla="*/ 1002 h 1760"/>
                <a:gd name="T64" fmla="*/ 1837 w 3496"/>
                <a:gd name="T65" fmla="*/ 1045 h 1760"/>
                <a:gd name="T66" fmla="*/ 1106 w 3496"/>
                <a:gd name="T67" fmla="*/ 1499 h 1760"/>
                <a:gd name="T68" fmla="*/ 947 w 3496"/>
                <a:gd name="T69" fmla="*/ 1451 h 1760"/>
                <a:gd name="T70" fmla="*/ 936 w 3496"/>
                <a:gd name="T71" fmla="*/ 1405 h 1760"/>
                <a:gd name="T72" fmla="*/ 1388 w 3496"/>
                <a:gd name="T73" fmla="*/ 1129 h 1760"/>
                <a:gd name="T74" fmla="*/ 1815 w 3496"/>
                <a:gd name="T75" fmla="*/ 946 h 1760"/>
                <a:gd name="T76" fmla="*/ 2408 w 3496"/>
                <a:gd name="T77" fmla="*/ 943 h 1760"/>
                <a:gd name="T78" fmla="*/ 2917 w 3496"/>
                <a:gd name="T79" fmla="*/ 1535 h 1760"/>
                <a:gd name="T80" fmla="*/ 3011 w 3496"/>
                <a:gd name="T81" fmla="*/ 1758 h 1760"/>
                <a:gd name="T82" fmla="*/ 3074 w 3496"/>
                <a:gd name="T83" fmla="*/ 1738 h 1760"/>
                <a:gd name="T84" fmla="*/ 2798 w 3496"/>
                <a:gd name="T85" fmla="*/ 1175 h 1760"/>
                <a:gd name="T86" fmla="*/ 2356 w 3496"/>
                <a:gd name="T87" fmla="*/ 861 h 1760"/>
                <a:gd name="T88" fmla="*/ 1793 w 3496"/>
                <a:gd name="T89" fmla="*/ 886 h 1760"/>
                <a:gd name="T90" fmla="*/ 1052 w 3496"/>
                <a:gd name="T91" fmla="*/ 1188 h 1760"/>
                <a:gd name="T92" fmla="*/ 796 w 3496"/>
                <a:gd name="T93" fmla="*/ 1283 h 1760"/>
                <a:gd name="T94" fmla="*/ 697 w 3496"/>
                <a:gd name="T95" fmla="*/ 1193 h 1760"/>
                <a:gd name="T96" fmla="*/ 883 w 3496"/>
                <a:gd name="T97" fmla="*/ 1074 h 1760"/>
                <a:gd name="T98" fmla="*/ 1191 w 3496"/>
                <a:gd name="T99" fmla="*/ 950 h 1760"/>
                <a:gd name="T100" fmla="*/ 1664 w 3496"/>
                <a:gd name="T101" fmla="*/ 792 h 1760"/>
                <a:gd name="T102" fmla="*/ 2190 w 3496"/>
                <a:gd name="T103" fmla="*/ 720 h 1760"/>
                <a:gd name="T104" fmla="*/ 2566 w 3496"/>
                <a:gd name="T105" fmla="*/ 837 h 1760"/>
                <a:gd name="T106" fmla="*/ 3253 w 3496"/>
                <a:gd name="T107" fmla="*/ 1729 h 1760"/>
                <a:gd name="T108" fmla="*/ 3496 w 3496"/>
                <a:gd name="T109" fmla="*/ 1747 h 1760"/>
                <a:gd name="T110" fmla="*/ 3490 w 3496"/>
                <a:gd name="T111" fmla="*/ 173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96" h="1760">
                  <a:moveTo>
                    <a:pt x="3490" y="1730"/>
                  </a:moveTo>
                  <a:cubicBezTo>
                    <a:pt x="3458" y="1642"/>
                    <a:pt x="3407" y="1566"/>
                    <a:pt x="3354" y="1490"/>
                  </a:cubicBezTo>
                  <a:cubicBezTo>
                    <a:pt x="3319" y="1440"/>
                    <a:pt x="3284" y="1390"/>
                    <a:pt x="3250" y="1340"/>
                  </a:cubicBezTo>
                  <a:cubicBezTo>
                    <a:pt x="3240" y="1327"/>
                    <a:pt x="3234" y="1313"/>
                    <a:pt x="3233" y="1296"/>
                  </a:cubicBezTo>
                  <a:cubicBezTo>
                    <a:pt x="3225" y="1211"/>
                    <a:pt x="3185" y="1143"/>
                    <a:pt x="3127" y="1083"/>
                  </a:cubicBezTo>
                  <a:cubicBezTo>
                    <a:pt x="3075" y="1029"/>
                    <a:pt x="3014" y="986"/>
                    <a:pt x="2953" y="944"/>
                  </a:cubicBezTo>
                  <a:cubicBezTo>
                    <a:pt x="2891" y="901"/>
                    <a:pt x="2828" y="860"/>
                    <a:pt x="2773" y="808"/>
                  </a:cubicBezTo>
                  <a:cubicBezTo>
                    <a:pt x="2764" y="800"/>
                    <a:pt x="2757" y="791"/>
                    <a:pt x="2751" y="782"/>
                  </a:cubicBezTo>
                  <a:cubicBezTo>
                    <a:pt x="2720" y="738"/>
                    <a:pt x="2682" y="702"/>
                    <a:pt x="2639" y="671"/>
                  </a:cubicBezTo>
                  <a:cubicBezTo>
                    <a:pt x="2583" y="630"/>
                    <a:pt x="2525" y="590"/>
                    <a:pt x="2465" y="554"/>
                  </a:cubicBezTo>
                  <a:cubicBezTo>
                    <a:pt x="2430" y="534"/>
                    <a:pt x="2401" y="509"/>
                    <a:pt x="2378" y="478"/>
                  </a:cubicBezTo>
                  <a:cubicBezTo>
                    <a:pt x="2336" y="420"/>
                    <a:pt x="2295" y="361"/>
                    <a:pt x="2256" y="302"/>
                  </a:cubicBezTo>
                  <a:cubicBezTo>
                    <a:pt x="2210" y="234"/>
                    <a:pt x="2166" y="166"/>
                    <a:pt x="2107" y="108"/>
                  </a:cubicBezTo>
                  <a:cubicBezTo>
                    <a:pt x="2059" y="62"/>
                    <a:pt x="2005" y="26"/>
                    <a:pt x="1941" y="6"/>
                  </a:cubicBezTo>
                  <a:cubicBezTo>
                    <a:pt x="1941" y="6"/>
                    <a:pt x="1940" y="6"/>
                    <a:pt x="1940" y="6"/>
                  </a:cubicBezTo>
                  <a:cubicBezTo>
                    <a:pt x="1916" y="0"/>
                    <a:pt x="1889" y="5"/>
                    <a:pt x="1889" y="5"/>
                  </a:cubicBezTo>
                  <a:cubicBezTo>
                    <a:pt x="1791" y="28"/>
                    <a:pt x="1708" y="79"/>
                    <a:pt x="1633" y="143"/>
                  </a:cubicBezTo>
                  <a:cubicBezTo>
                    <a:pt x="1564" y="203"/>
                    <a:pt x="1498" y="266"/>
                    <a:pt x="1432" y="328"/>
                  </a:cubicBezTo>
                  <a:cubicBezTo>
                    <a:pt x="1368" y="388"/>
                    <a:pt x="1304" y="448"/>
                    <a:pt x="1230" y="497"/>
                  </a:cubicBezTo>
                  <a:cubicBezTo>
                    <a:pt x="1162" y="542"/>
                    <a:pt x="1089" y="575"/>
                    <a:pt x="1007" y="586"/>
                  </a:cubicBezTo>
                  <a:cubicBezTo>
                    <a:pt x="1000" y="587"/>
                    <a:pt x="992" y="589"/>
                    <a:pt x="984" y="588"/>
                  </a:cubicBezTo>
                  <a:cubicBezTo>
                    <a:pt x="967" y="587"/>
                    <a:pt x="956" y="596"/>
                    <a:pt x="944" y="607"/>
                  </a:cubicBezTo>
                  <a:cubicBezTo>
                    <a:pt x="828" y="716"/>
                    <a:pt x="724" y="836"/>
                    <a:pt x="626" y="962"/>
                  </a:cubicBezTo>
                  <a:cubicBezTo>
                    <a:pt x="527" y="1090"/>
                    <a:pt x="430" y="1219"/>
                    <a:pt x="330" y="1347"/>
                  </a:cubicBezTo>
                  <a:cubicBezTo>
                    <a:pt x="231" y="1475"/>
                    <a:pt x="125" y="1596"/>
                    <a:pt x="7" y="1706"/>
                  </a:cubicBezTo>
                  <a:cubicBezTo>
                    <a:pt x="4" y="1708"/>
                    <a:pt x="2" y="1711"/>
                    <a:pt x="0" y="1714"/>
                  </a:cubicBezTo>
                  <a:cubicBezTo>
                    <a:pt x="195" y="1714"/>
                    <a:pt x="390" y="1714"/>
                    <a:pt x="585" y="1714"/>
                  </a:cubicBezTo>
                  <a:cubicBezTo>
                    <a:pt x="880" y="1714"/>
                    <a:pt x="1175" y="1714"/>
                    <a:pt x="1470" y="1714"/>
                  </a:cubicBezTo>
                  <a:cubicBezTo>
                    <a:pt x="1481" y="1714"/>
                    <a:pt x="1487" y="1711"/>
                    <a:pt x="1493" y="1702"/>
                  </a:cubicBezTo>
                  <a:cubicBezTo>
                    <a:pt x="1517" y="1661"/>
                    <a:pt x="1541" y="1620"/>
                    <a:pt x="1566" y="1580"/>
                  </a:cubicBezTo>
                  <a:cubicBezTo>
                    <a:pt x="1615" y="1504"/>
                    <a:pt x="1671" y="1433"/>
                    <a:pt x="1743" y="1378"/>
                  </a:cubicBezTo>
                  <a:cubicBezTo>
                    <a:pt x="1794" y="1339"/>
                    <a:pt x="1848" y="1304"/>
                    <a:pt x="1910" y="1286"/>
                  </a:cubicBezTo>
                  <a:cubicBezTo>
                    <a:pt x="1974" y="1268"/>
                    <a:pt x="2039" y="1261"/>
                    <a:pt x="2104" y="1262"/>
                  </a:cubicBezTo>
                  <a:cubicBezTo>
                    <a:pt x="2150" y="1263"/>
                    <a:pt x="2192" y="1273"/>
                    <a:pt x="2232" y="1295"/>
                  </a:cubicBezTo>
                  <a:cubicBezTo>
                    <a:pt x="2303" y="1334"/>
                    <a:pt x="2363" y="1386"/>
                    <a:pt x="2416" y="1446"/>
                  </a:cubicBezTo>
                  <a:cubicBezTo>
                    <a:pt x="2497" y="1535"/>
                    <a:pt x="2564" y="1632"/>
                    <a:pt x="2597" y="1750"/>
                  </a:cubicBezTo>
                  <a:cubicBezTo>
                    <a:pt x="2598" y="1754"/>
                    <a:pt x="2601" y="1759"/>
                    <a:pt x="2604" y="1759"/>
                  </a:cubicBezTo>
                  <a:cubicBezTo>
                    <a:pt x="2623" y="1759"/>
                    <a:pt x="2643" y="1760"/>
                    <a:pt x="2662" y="1757"/>
                  </a:cubicBezTo>
                  <a:cubicBezTo>
                    <a:pt x="2677" y="1755"/>
                    <a:pt x="2679" y="1750"/>
                    <a:pt x="2675" y="1735"/>
                  </a:cubicBezTo>
                  <a:cubicBezTo>
                    <a:pt x="2662" y="1671"/>
                    <a:pt x="2638" y="1611"/>
                    <a:pt x="2605" y="1554"/>
                  </a:cubicBezTo>
                  <a:cubicBezTo>
                    <a:pt x="2518" y="1402"/>
                    <a:pt x="2393" y="1290"/>
                    <a:pt x="2240" y="1207"/>
                  </a:cubicBezTo>
                  <a:cubicBezTo>
                    <a:pt x="2237" y="1205"/>
                    <a:pt x="2233" y="1203"/>
                    <a:pt x="2230" y="1203"/>
                  </a:cubicBezTo>
                  <a:cubicBezTo>
                    <a:pt x="2128" y="1183"/>
                    <a:pt x="2027" y="1180"/>
                    <a:pt x="1925" y="1202"/>
                  </a:cubicBezTo>
                  <a:cubicBezTo>
                    <a:pt x="1857" y="1216"/>
                    <a:pt x="1794" y="1243"/>
                    <a:pt x="1735" y="1279"/>
                  </a:cubicBezTo>
                  <a:cubicBezTo>
                    <a:pt x="1643" y="1334"/>
                    <a:pt x="1567" y="1406"/>
                    <a:pt x="1501" y="1488"/>
                  </a:cubicBezTo>
                  <a:cubicBezTo>
                    <a:pt x="1458" y="1540"/>
                    <a:pt x="1419" y="1594"/>
                    <a:pt x="1379" y="1647"/>
                  </a:cubicBezTo>
                  <a:cubicBezTo>
                    <a:pt x="1375" y="1653"/>
                    <a:pt x="1371" y="1658"/>
                    <a:pt x="1363" y="1657"/>
                  </a:cubicBezTo>
                  <a:cubicBezTo>
                    <a:pt x="1304" y="1650"/>
                    <a:pt x="1250" y="1631"/>
                    <a:pt x="1201" y="1597"/>
                  </a:cubicBezTo>
                  <a:cubicBezTo>
                    <a:pt x="1198" y="1594"/>
                    <a:pt x="1195" y="1592"/>
                    <a:pt x="1192" y="1589"/>
                  </a:cubicBezTo>
                  <a:cubicBezTo>
                    <a:pt x="1196" y="1585"/>
                    <a:pt x="1198" y="1582"/>
                    <a:pt x="1201" y="1579"/>
                  </a:cubicBezTo>
                  <a:cubicBezTo>
                    <a:pt x="1256" y="1527"/>
                    <a:pt x="1311" y="1474"/>
                    <a:pt x="1367" y="1423"/>
                  </a:cubicBezTo>
                  <a:cubicBezTo>
                    <a:pt x="1482" y="1320"/>
                    <a:pt x="1605" y="1228"/>
                    <a:pt x="1745" y="1161"/>
                  </a:cubicBezTo>
                  <a:cubicBezTo>
                    <a:pt x="1865" y="1103"/>
                    <a:pt x="1991" y="1071"/>
                    <a:pt x="2125" y="1072"/>
                  </a:cubicBezTo>
                  <a:cubicBezTo>
                    <a:pt x="2140" y="1072"/>
                    <a:pt x="2155" y="1075"/>
                    <a:pt x="2169" y="1074"/>
                  </a:cubicBezTo>
                  <a:cubicBezTo>
                    <a:pt x="2207" y="1072"/>
                    <a:pt x="2241" y="1083"/>
                    <a:pt x="2274" y="1098"/>
                  </a:cubicBezTo>
                  <a:cubicBezTo>
                    <a:pt x="2383" y="1149"/>
                    <a:pt x="2471" y="1225"/>
                    <a:pt x="2547" y="1316"/>
                  </a:cubicBezTo>
                  <a:cubicBezTo>
                    <a:pt x="2617" y="1399"/>
                    <a:pt x="2675" y="1490"/>
                    <a:pt x="2726" y="1586"/>
                  </a:cubicBezTo>
                  <a:cubicBezTo>
                    <a:pt x="2755" y="1639"/>
                    <a:pt x="2781" y="1694"/>
                    <a:pt x="2809" y="1748"/>
                  </a:cubicBezTo>
                  <a:cubicBezTo>
                    <a:pt x="2813" y="1756"/>
                    <a:pt x="2817" y="1760"/>
                    <a:pt x="2826" y="1759"/>
                  </a:cubicBezTo>
                  <a:cubicBezTo>
                    <a:pt x="2834" y="1759"/>
                    <a:pt x="2843" y="1760"/>
                    <a:pt x="2851" y="1760"/>
                  </a:cubicBezTo>
                  <a:cubicBezTo>
                    <a:pt x="2868" y="1759"/>
                    <a:pt x="2873" y="1752"/>
                    <a:pt x="2867" y="1735"/>
                  </a:cubicBezTo>
                  <a:cubicBezTo>
                    <a:pt x="2809" y="1555"/>
                    <a:pt x="2722" y="1391"/>
                    <a:pt x="2596" y="1248"/>
                  </a:cubicBezTo>
                  <a:cubicBezTo>
                    <a:pt x="2522" y="1163"/>
                    <a:pt x="2437" y="1091"/>
                    <a:pt x="2336" y="1041"/>
                  </a:cubicBezTo>
                  <a:cubicBezTo>
                    <a:pt x="2305" y="1025"/>
                    <a:pt x="2273" y="1009"/>
                    <a:pt x="2240" y="1002"/>
                  </a:cubicBezTo>
                  <a:cubicBezTo>
                    <a:pt x="2206" y="994"/>
                    <a:pt x="2170" y="994"/>
                    <a:pt x="2136" y="994"/>
                  </a:cubicBezTo>
                  <a:cubicBezTo>
                    <a:pt x="2033" y="994"/>
                    <a:pt x="1934" y="1012"/>
                    <a:pt x="1837" y="1045"/>
                  </a:cubicBezTo>
                  <a:cubicBezTo>
                    <a:pt x="1686" y="1096"/>
                    <a:pt x="1548" y="1176"/>
                    <a:pt x="1419" y="1268"/>
                  </a:cubicBezTo>
                  <a:cubicBezTo>
                    <a:pt x="1313" y="1343"/>
                    <a:pt x="1210" y="1422"/>
                    <a:pt x="1106" y="1499"/>
                  </a:cubicBezTo>
                  <a:cubicBezTo>
                    <a:pt x="1098" y="1504"/>
                    <a:pt x="1088" y="1508"/>
                    <a:pt x="1078" y="1508"/>
                  </a:cubicBezTo>
                  <a:cubicBezTo>
                    <a:pt x="1025" y="1510"/>
                    <a:pt x="984" y="1485"/>
                    <a:pt x="947" y="1451"/>
                  </a:cubicBezTo>
                  <a:cubicBezTo>
                    <a:pt x="937" y="1441"/>
                    <a:pt x="928" y="1430"/>
                    <a:pt x="918" y="1419"/>
                  </a:cubicBezTo>
                  <a:cubicBezTo>
                    <a:pt x="925" y="1414"/>
                    <a:pt x="930" y="1409"/>
                    <a:pt x="936" y="1405"/>
                  </a:cubicBezTo>
                  <a:cubicBezTo>
                    <a:pt x="997" y="1364"/>
                    <a:pt x="1056" y="1321"/>
                    <a:pt x="1118" y="1284"/>
                  </a:cubicBezTo>
                  <a:cubicBezTo>
                    <a:pt x="1207" y="1230"/>
                    <a:pt x="1298" y="1181"/>
                    <a:pt x="1388" y="1129"/>
                  </a:cubicBezTo>
                  <a:cubicBezTo>
                    <a:pt x="1419" y="1112"/>
                    <a:pt x="1447" y="1090"/>
                    <a:pt x="1479" y="1077"/>
                  </a:cubicBezTo>
                  <a:cubicBezTo>
                    <a:pt x="1591" y="1031"/>
                    <a:pt x="1702" y="986"/>
                    <a:pt x="1815" y="946"/>
                  </a:cubicBezTo>
                  <a:cubicBezTo>
                    <a:pt x="1936" y="903"/>
                    <a:pt x="2062" y="881"/>
                    <a:pt x="2192" y="889"/>
                  </a:cubicBezTo>
                  <a:cubicBezTo>
                    <a:pt x="2267" y="894"/>
                    <a:pt x="2340" y="910"/>
                    <a:pt x="2408" y="943"/>
                  </a:cubicBezTo>
                  <a:cubicBezTo>
                    <a:pt x="2525" y="997"/>
                    <a:pt x="2620" y="1077"/>
                    <a:pt x="2701" y="1175"/>
                  </a:cubicBezTo>
                  <a:cubicBezTo>
                    <a:pt x="2792" y="1284"/>
                    <a:pt x="2861" y="1406"/>
                    <a:pt x="2917" y="1535"/>
                  </a:cubicBezTo>
                  <a:cubicBezTo>
                    <a:pt x="2948" y="1604"/>
                    <a:pt x="2975" y="1676"/>
                    <a:pt x="3003" y="1746"/>
                  </a:cubicBezTo>
                  <a:cubicBezTo>
                    <a:pt x="3005" y="1751"/>
                    <a:pt x="3008" y="1758"/>
                    <a:pt x="3011" y="1758"/>
                  </a:cubicBezTo>
                  <a:cubicBezTo>
                    <a:pt x="3028" y="1759"/>
                    <a:pt x="3046" y="1759"/>
                    <a:pt x="3063" y="1757"/>
                  </a:cubicBezTo>
                  <a:cubicBezTo>
                    <a:pt x="3073" y="1756"/>
                    <a:pt x="3077" y="1748"/>
                    <a:pt x="3074" y="1738"/>
                  </a:cubicBezTo>
                  <a:cubicBezTo>
                    <a:pt x="3059" y="1682"/>
                    <a:pt x="3047" y="1626"/>
                    <a:pt x="3028" y="1572"/>
                  </a:cubicBezTo>
                  <a:cubicBezTo>
                    <a:pt x="2979" y="1424"/>
                    <a:pt x="2903" y="1291"/>
                    <a:pt x="2798" y="1175"/>
                  </a:cubicBezTo>
                  <a:cubicBezTo>
                    <a:pt x="2748" y="1119"/>
                    <a:pt x="2692" y="1067"/>
                    <a:pt x="2636" y="1015"/>
                  </a:cubicBezTo>
                  <a:cubicBezTo>
                    <a:pt x="2556" y="939"/>
                    <a:pt x="2462" y="889"/>
                    <a:pt x="2356" y="861"/>
                  </a:cubicBezTo>
                  <a:cubicBezTo>
                    <a:pt x="2244" y="831"/>
                    <a:pt x="2132" y="831"/>
                    <a:pt x="2018" y="843"/>
                  </a:cubicBezTo>
                  <a:cubicBezTo>
                    <a:pt x="1942" y="851"/>
                    <a:pt x="1867" y="867"/>
                    <a:pt x="1793" y="886"/>
                  </a:cubicBezTo>
                  <a:cubicBezTo>
                    <a:pt x="1611" y="933"/>
                    <a:pt x="1437" y="1005"/>
                    <a:pt x="1262" y="1071"/>
                  </a:cubicBezTo>
                  <a:cubicBezTo>
                    <a:pt x="1186" y="1099"/>
                    <a:pt x="1119" y="1145"/>
                    <a:pt x="1052" y="1188"/>
                  </a:cubicBezTo>
                  <a:cubicBezTo>
                    <a:pt x="1005" y="1217"/>
                    <a:pt x="958" y="1246"/>
                    <a:pt x="910" y="1271"/>
                  </a:cubicBezTo>
                  <a:cubicBezTo>
                    <a:pt x="875" y="1288"/>
                    <a:pt x="836" y="1295"/>
                    <a:pt x="796" y="1283"/>
                  </a:cubicBezTo>
                  <a:cubicBezTo>
                    <a:pt x="753" y="1270"/>
                    <a:pt x="722" y="1240"/>
                    <a:pt x="695" y="1206"/>
                  </a:cubicBezTo>
                  <a:cubicBezTo>
                    <a:pt x="693" y="1203"/>
                    <a:pt x="694" y="1195"/>
                    <a:pt x="697" y="1193"/>
                  </a:cubicBezTo>
                  <a:cubicBezTo>
                    <a:pt x="712" y="1178"/>
                    <a:pt x="726" y="1162"/>
                    <a:pt x="743" y="1149"/>
                  </a:cubicBezTo>
                  <a:cubicBezTo>
                    <a:pt x="785" y="1116"/>
                    <a:pt x="834" y="1094"/>
                    <a:pt x="883" y="1074"/>
                  </a:cubicBezTo>
                  <a:cubicBezTo>
                    <a:pt x="967" y="1039"/>
                    <a:pt x="1052" y="1006"/>
                    <a:pt x="1136" y="972"/>
                  </a:cubicBezTo>
                  <a:cubicBezTo>
                    <a:pt x="1155" y="965"/>
                    <a:pt x="1172" y="956"/>
                    <a:pt x="1191" y="950"/>
                  </a:cubicBezTo>
                  <a:cubicBezTo>
                    <a:pt x="1243" y="933"/>
                    <a:pt x="1296" y="918"/>
                    <a:pt x="1347" y="901"/>
                  </a:cubicBezTo>
                  <a:cubicBezTo>
                    <a:pt x="1453" y="865"/>
                    <a:pt x="1558" y="827"/>
                    <a:pt x="1664" y="792"/>
                  </a:cubicBezTo>
                  <a:cubicBezTo>
                    <a:pt x="1763" y="759"/>
                    <a:pt x="1864" y="734"/>
                    <a:pt x="1967" y="722"/>
                  </a:cubicBezTo>
                  <a:cubicBezTo>
                    <a:pt x="2041" y="713"/>
                    <a:pt x="2115" y="712"/>
                    <a:pt x="2190" y="720"/>
                  </a:cubicBezTo>
                  <a:cubicBezTo>
                    <a:pt x="2225" y="724"/>
                    <a:pt x="2261" y="727"/>
                    <a:pt x="2296" y="732"/>
                  </a:cubicBezTo>
                  <a:cubicBezTo>
                    <a:pt x="2394" y="747"/>
                    <a:pt x="2483" y="785"/>
                    <a:pt x="2566" y="837"/>
                  </a:cubicBezTo>
                  <a:cubicBezTo>
                    <a:pt x="2685" y="912"/>
                    <a:pt x="2785" y="1008"/>
                    <a:pt x="2875" y="1115"/>
                  </a:cubicBezTo>
                  <a:cubicBezTo>
                    <a:pt x="3031" y="1301"/>
                    <a:pt x="3152" y="1509"/>
                    <a:pt x="3253" y="1729"/>
                  </a:cubicBezTo>
                  <a:cubicBezTo>
                    <a:pt x="3263" y="1751"/>
                    <a:pt x="3275" y="1759"/>
                    <a:pt x="3298" y="1758"/>
                  </a:cubicBezTo>
                  <a:cubicBezTo>
                    <a:pt x="3364" y="1754"/>
                    <a:pt x="3430" y="1750"/>
                    <a:pt x="3496" y="1747"/>
                  </a:cubicBezTo>
                  <a:cubicBezTo>
                    <a:pt x="3496" y="1744"/>
                    <a:pt x="3496" y="1740"/>
                    <a:pt x="3496" y="1737"/>
                  </a:cubicBezTo>
                  <a:cubicBezTo>
                    <a:pt x="3494" y="1735"/>
                    <a:pt x="3491" y="1733"/>
                    <a:pt x="3490" y="17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A833E6AB-0609-431F-8EB6-5B8E67BFE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3919538"/>
              <a:ext cx="538163" cy="1330325"/>
            </a:xfrm>
            <a:custGeom>
              <a:avLst/>
              <a:gdLst>
                <a:gd name="T0" fmla="*/ 434 w 437"/>
                <a:gd name="T1" fmla="*/ 924 h 1083"/>
                <a:gd name="T2" fmla="*/ 429 w 437"/>
                <a:gd name="T3" fmla="*/ 761 h 1083"/>
                <a:gd name="T4" fmla="*/ 427 w 437"/>
                <a:gd name="T5" fmla="*/ 657 h 1083"/>
                <a:gd name="T6" fmla="*/ 424 w 437"/>
                <a:gd name="T7" fmla="*/ 530 h 1083"/>
                <a:gd name="T8" fmla="*/ 422 w 437"/>
                <a:gd name="T9" fmla="*/ 357 h 1083"/>
                <a:gd name="T10" fmla="*/ 421 w 437"/>
                <a:gd name="T11" fmla="*/ 331 h 1083"/>
                <a:gd name="T12" fmla="*/ 420 w 437"/>
                <a:gd name="T13" fmla="*/ 290 h 1083"/>
                <a:gd name="T14" fmla="*/ 414 w 437"/>
                <a:gd name="T15" fmla="*/ 31 h 1083"/>
                <a:gd name="T16" fmla="*/ 392 w 437"/>
                <a:gd name="T17" fmla="*/ 2 h 1083"/>
                <a:gd name="T18" fmla="*/ 363 w 437"/>
                <a:gd name="T19" fmla="*/ 25 h 1083"/>
                <a:gd name="T20" fmla="*/ 260 w 437"/>
                <a:gd name="T21" fmla="*/ 457 h 1083"/>
                <a:gd name="T22" fmla="*/ 203 w 437"/>
                <a:gd name="T23" fmla="*/ 696 h 1083"/>
                <a:gd name="T24" fmla="*/ 198 w 437"/>
                <a:gd name="T25" fmla="*/ 709 h 1083"/>
                <a:gd name="T26" fmla="*/ 195 w 437"/>
                <a:gd name="T27" fmla="*/ 697 h 1083"/>
                <a:gd name="T28" fmla="*/ 118 w 437"/>
                <a:gd name="T29" fmla="*/ 341 h 1083"/>
                <a:gd name="T30" fmla="*/ 56 w 437"/>
                <a:gd name="T31" fmla="*/ 54 h 1083"/>
                <a:gd name="T32" fmla="*/ 50 w 437"/>
                <a:gd name="T33" fmla="*/ 28 h 1083"/>
                <a:gd name="T34" fmla="*/ 21 w 437"/>
                <a:gd name="T35" fmla="*/ 10 h 1083"/>
                <a:gd name="T36" fmla="*/ 0 w 437"/>
                <a:gd name="T37" fmla="*/ 35 h 1083"/>
                <a:gd name="T38" fmla="*/ 0 w 437"/>
                <a:gd name="T39" fmla="*/ 50 h 1083"/>
                <a:gd name="T40" fmla="*/ 3 w 437"/>
                <a:gd name="T41" fmla="*/ 388 h 1083"/>
                <a:gd name="T42" fmla="*/ 3 w 437"/>
                <a:gd name="T43" fmla="*/ 395 h 1083"/>
                <a:gd name="T44" fmla="*/ 5 w 437"/>
                <a:gd name="T45" fmla="*/ 527 h 1083"/>
                <a:gd name="T46" fmla="*/ 8 w 437"/>
                <a:gd name="T47" fmla="*/ 816 h 1083"/>
                <a:gd name="T48" fmla="*/ 8 w 437"/>
                <a:gd name="T49" fmla="*/ 834 h 1083"/>
                <a:gd name="T50" fmla="*/ 28 w 437"/>
                <a:gd name="T51" fmla="*/ 855 h 1083"/>
                <a:gd name="T52" fmla="*/ 59 w 437"/>
                <a:gd name="T53" fmla="*/ 828 h 1083"/>
                <a:gd name="T54" fmla="*/ 58 w 437"/>
                <a:gd name="T55" fmla="*/ 703 h 1083"/>
                <a:gd name="T56" fmla="*/ 55 w 437"/>
                <a:gd name="T57" fmla="*/ 316 h 1083"/>
                <a:gd name="T58" fmla="*/ 55 w 437"/>
                <a:gd name="T59" fmla="*/ 306 h 1083"/>
                <a:gd name="T60" fmla="*/ 60 w 437"/>
                <a:gd name="T61" fmla="*/ 317 h 1083"/>
                <a:gd name="T62" fmla="*/ 170 w 437"/>
                <a:gd name="T63" fmla="*/ 830 h 1083"/>
                <a:gd name="T64" fmla="*/ 197 w 437"/>
                <a:gd name="T65" fmla="*/ 856 h 1083"/>
                <a:gd name="T66" fmla="*/ 223 w 437"/>
                <a:gd name="T67" fmla="*/ 831 h 1083"/>
                <a:gd name="T68" fmla="*/ 250 w 437"/>
                <a:gd name="T69" fmla="*/ 721 h 1083"/>
                <a:gd name="T70" fmla="*/ 360 w 437"/>
                <a:gd name="T71" fmla="*/ 256 h 1083"/>
                <a:gd name="T72" fmla="*/ 365 w 437"/>
                <a:gd name="T73" fmla="*/ 239 h 1083"/>
                <a:gd name="T74" fmla="*/ 367 w 437"/>
                <a:gd name="T75" fmla="*/ 240 h 1083"/>
                <a:gd name="T76" fmla="*/ 378 w 437"/>
                <a:gd name="T77" fmla="*/ 698 h 1083"/>
                <a:gd name="T78" fmla="*/ 378 w 437"/>
                <a:gd name="T79" fmla="*/ 713 h 1083"/>
                <a:gd name="T80" fmla="*/ 380 w 437"/>
                <a:gd name="T81" fmla="*/ 816 h 1083"/>
                <a:gd name="T82" fmla="*/ 381 w 437"/>
                <a:gd name="T83" fmla="*/ 824 h 1083"/>
                <a:gd name="T84" fmla="*/ 385 w 437"/>
                <a:gd name="T85" fmla="*/ 1029 h 1083"/>
                <a:gd name="T86" fmla="*/ 386 w 437"/>
                <a:gd name="T87" fmla="*/ 1055 h 1083"/>
                <a:gd name="T88" fmla="*/ 396 w 437"/>
                <a:gd name="T89" fmla="*/ 1083 h 1083"/>
                <a:gd name="T90" fmla="*/ 427 w 437"/>
                <a:gd name="T91" fmla="*/ 1083 h 1083"/>
                <a:gd name="T92" fmla="*/ 436 w 437"/>
                <a:gd name="T93" fmla="*/ 1051 h 1083"/>
                <a:gd name="T94" fmla="*/ 435 w 437"/>
                <a:gd name="T95" fmla="*/ 950 h 1083"/>
                <a:gd name="T96" fmla="*/ 434 w 437"/>
                <a:gd name="T97" fmla="*/ 924 h 1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37" h="1083">
                  <a:moveTo>
                    <a:pt x="434" y="924"/>
                  </a:moveTo>
                  <a:cubicBezTo>
                    <a:pt x="433" y="870"/>
                    <a:pt x="431" y="816"/>
                    <a:pt x="429" y="761"/>
                  </a:cubicBezTo>
                  <a:cubicBezTo>
                    <a:pt x="428" y="726"/>
                    <a:pt x="428" y="692"/>
                    <a:pt x="427" y="657"/>
                  </a:cubicBezTo>
                  <a:cubicBezTo>
                    <a:pt x="426" y="614"/>
                    <a:pt x="425" y="572"/>
                    <a:pt x="424" y="530"/>
                  </a:cubicBezTo>
                  <a:cubicBezTo>
                    <a:pt x="423" y="472"/>
                    <a:pt x="423" y="414"/>
                    <a:pt x="422" y="357"/>
                  </a:cubicBezTo>
                  <a:cubicBezTo>
                    <a:pt x="422" y="348"/>
                    <a:pt x="421" y="340"/>
                    <a:pt x="421" y="331"/>
                  </a:cubicBezTo>
                  <a:cubicBezTo>
                    <a:pt x="421" y="317"/>
                    <a:pt x="420" y="304"/>
                    <a:pt x="420" y="290"/>
                  </a:cubicBezTo>
                  <a:cubicBezTo>
                    <a:pt x="418" y="204"/>
                    <a:pt x="416" y="117"/>
                    <a:pt x="414" y="31"/>
                  </a:cubicBezTo>
                  <a:cubicBezTo>
                    <a:pt x="414" y="14"/>
                    <a:pt x="406" y="3"/>
                    <a:pt x="392" y="2"/>
                  </a:cubicBezTo>
                  <a:cubicBezTo>
                    <a:pt x="377" y="0"/>
                    <a:pt x="367" y="8"/>
                    <a:pt x="363" y="25"/>
                  </a:cubicBezTo>
                  <a:cubicBezTo>
                    <a:pt x="328" y="169"/>
                    <a:pt x="294" y="313"/>
                    <a:pt x="260" y="457"/>
                  </a:cubicBezTo>
                  <a:cubicBezTo>
                    <a:pt x="241" y="537"/>
                    <a:pt x="222" y="616"/>
                    <a:pt x="203" y="696"/>
                  </a:cubicBezTo>
                  <a:cubicBezTo>
                    <a:pt x="202" y="699"/>
                    <a:pt x="200" y="702"/>
                    <a:pt x="198" y="709"/>
                  </a:cubicBezTo>
                  <a:cubicBezTo>
                    <a:pt x="196" y="702"/>
                    <a:pt x="195" y="700"/>
                    <a:pt x="195" y="697"/>
                  </a:cubicBezTo>
                  <a:cubicBezTo>
                    <a:pt x="169" y="578"/>
                    <a:pt x="143" y="460"/>
                    <a:pt x="118" y="341"/>
                  </a:cubicBezTo>
                  <a:cubicBezTo>
                    <a:pt x="97" y="246"/>
                    <a:pt x="76" y="150"/>
                    <a:pt x="56" y="54"/>
                  </a:cubicBezTo>
                  <a:cubicBezTo>
                    <a:pt x="54" y="45"/>
                    <a:pt x="52" y="37"/>
                    <a:pt x="50" y="28"/>
                  </a:cubicBezTo>
                  <a:cubicBezTo>
                    <a:pt x="45" y="15"/>
                    <a:pt x="34" y="8"/>
                    <a:pt x="21" y="10"/>
                  </a:cubicBezTo>
                  <a:cubicBezTo>
                    <a:pt x="9" y="12"/>
                    <a:pt x="1" y="22"/>
                    <a:pt x="0" y="35"/>
                  </a:cubicBezTo>
                  <a:cubicBezTo>
                    <a:pt x="0" y="40"/>
                    <a:pt x="0" y="45"/>
                    <a:pt x="0" y="50"/>
                  </a:cubicBezTo>
                  <a:cubicBezTo>
                    <a:pt x="1" y="163"/>
                    <a:pt x="2" y="275"/>
                    <a:pt x="3" y="388"/>
                  </a:cubicBezTo>
                  <a:cubicBezTo>
                    <a:pt x="3" y="390"/>
                    <a:pt x="3" y="393"/>
                    <a:pt x="3" y="395"/>
                  </a:cubicBezTo>
                  <a:cubicBezTo>
                    <a:pt x="4" y="439"/>
                    <a:pt x="5" y="483"/>
                    <a:pt x="5" y="527"/>
                  </a:cubicBezTo>
                  <a:cubicBezTo>
                    <a:pt x="6" y="623"/>
                    <a:pt x="7" y="720"/>
                    <a:pt x="8" y="816"/>
                  </a:cubicBezTo>
                  <a:cubicBezTo>
                    <a:pt x="8" y="822"/>
                    <a:pt x="8" y="828"/>
                    <a:pt x="8" y="834"/>
                  </a:cubicBezTo>
                  <a:cubicBezTo>
                    <a:pt x="10" y="845"/>
                    <a:pt x="17" y="853"/>
                    <a:pt x="28" y="855"/>
                  </a:cubicBezTo>
                  <a:cubicBezTo>
                    <a:pt x="46" y="859"/>
                    <a:pt x="60" y="847"/>
                    <a:pt x="59" y="828"/>
                  </a:cubicBezTo>
                  <a:cubicBezTo>
                    <a:pt x="59" y="786"/>
                    <a:pt x="58" y="745"/>
                    <a:pt x="58" y="703"/>
                  </a:cubicBezTo>
                  <a:cubicBezTo>
                    <a:pt x="57" y="574"/>
                    <a:pt x="56" y="445"/>
                    <a:pt x="55" y="316"/>
                  </a:cubicBezTo>
                  <a:cubicBezTo>
                    <a:pt x="55" y="313"/>
                    <a:pt x="55" y="309"/>
                    <a:pt x="55" y="306"/>
                  </a:cubicBezTo>
                  <a:cubicBezTo>
                    <a:pt x="58" y="310"/>
                    <a:pt x="59" y="313"/>
                    <a:pt x="60" y="317"/>
                  </a:cubicBezTo>
                  <a:cubicBezTo>
                    <a:pt x="97" y="488"/>
                    <a:pt x="133" y="659"/>
                    <a:pt x="170" y="830"/>
                  </a:cubicBezTo>
                  <a:cubicBezTo>
                    <a:pt x="174" y="847"/>
                    <a:pt x="183" y="856"/>
                    <a:pt x="197" y="856"/>
                  </a:cubicBezTo>
                  <a:cubicBezTo>
                    <a:pt x="211" y="856"/>
                    <a:pt x="219" y="848"/>
                    <a:pt x="223" y="831"/>
                  </a:cubicBezTo>
                  <a:cubicBezTo>
                    <a:pt x="232" y="794"/>
                    <a:pt x="241" y="758"/>
                    <a:pt x="250" y="721"/>
                  </a:cubicBezTo>
                  <a:cubicBezTo>
                    <a:pt x="287" y="566"/>
                    <a:pt x="323" y="411"/>
                    <a:pt x="360" y="256"/>
                  </a:cubicBezTo>
                  <a:cubicBezTo>
                    <a:pt x="362" y="250"/>
                    <a:pt x="364" y="245"/>
                    <a:pt x="365" y="239"/>
                  </a:cubicBezTo>
                  <a:cubicBezTo>
                    <a:pt x="366" y="239"/>
                    <a:pt x="366" y="240"/>
                    <a:pt x="367" y="240"/>
                  </a:cubicBezTo>
                  <a:cubicBezTo>
                    <a:pt x="370" y="393"/>
                    <a:pt x="374" y="545"/>
                    <a:pt x="378" y="698"/>
                  </a:cubicBezTo>
                  <a:cubicBezTo>
                    <a:pt x="378" y="703"/>
                    <a:pt x="378" y="708"/>
                    <a:pt x="378" y="713"/>
                  </a:cubicBezTo>
                  <a:cubicBezTo>
                    <a:pt x="379" y="748"/>
                    <a:pt x="380" y="782"/>
                    <a:pt x="380" y="816"/>
                  </a:cubicBezTo>
                  <a:cubicBezTo>
                    <a:pt x="381" y="819"/>
                    <a:pt x="381" y="821"/>
                    <a:pt x="381" y="824"/>
                  </a:cubicBezTo>
                  <a:cubicBezTo>
                    <a:pt x="382" y="892"/>
                    <a:pt x="384" y="961"/>
                    <a:pt x="385" y="1029"/>
                  </a:cubicBezTo>
                  <a:cubicBezTo>
                    <a:pt x="386" y="1038"/>
                    <a:pt x="386" y="1046"/>
                    <a:pt x="386" y="1055"/>
                  </a:cubicBezTo>
                  <a:cubicBezTo>
                    <a:pt x="389" y="1064"/>
                    <a:pt x="393" y="1074"/>
                    <a:pt x="396" y="1083"/>
                  </a:cubicBezTo>
                  <a:cubicBezTo>
                    <a:pt x="406" y="1083"/>
                    <a:pt x="416" y="1083"/>
                    <a:pt x="427" y="1083"/>
                  </a:cubicBezTo>
                  <a:cubicBezTo>
                    <a:pt x="430" y="1072"/>
                    <a:pt x="436" y="1061"/>
                    <a:pt x="436" y="1051"/>
                  </a:cubicBezTo>
                  <a:cubicBezTo>
                    <a:pt x="437" y="1017"/>
                    <a:pt x="435" y="983"/>
                    <a:pt x="435" y="950"/>
                  </a:cubicBezTo>
                  <a:cubicBezTo>
                    <a:pt x="434" y="941"/>
                    <a:pt x="434" y="933"/>
                    <a:pt x="434" y="9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BC25A336-F105-4529-B3F4-828AB093BD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7725" y="3698875"/>
              <a:ext cx="382588" cy="1282700"/>
            </a:xfrm>
            <a:custGeom>
              <a:avLst/>
              <a:gdLst>
                <a:gd name="T0" fmla="*/ 306 w 311"/>
                <a:gd name="T1" fmla="*/ 185 h 1044"/>
                <a:gd name="T2" fmla="*/ 305 w 311"/>
                <a:gd name="T3" fmla="*/ 32 h 1044"/>
                <a:gd name="T4" fmla="*/ 279 w 311"/>
                <a:gd name="T5" fmla="*/ 0 h 1044"/>
                <a:gd name="T6" fmla="*/ 254 w 311"/>
                <a:gd name="T7" fmla="*/ 32 h 1044"/>
                <a:gd name="T8" fmla="*/ 256 w 311"/>
                <a:gd name="T9" fmla="*/ 281 h 1044"/>
                <a:gd name="T10" fmla="*/ 258 w 311"/>
                <a:gd name="T11" fmla="*/ 834 h 1044"/>
                <a:gd name="T12" fmla="*/ 254 w 311"/>
                <a:gd name="T13" fmla="*/ 834 h 1044"/>
                <a:gd name="T14" fmla="*/ 71 w 311"/>
                <a:gd name="T15" fmla="*/ 252 h 1044"/>
                <a:gd name="T16" fmla="*/ 54 w 311"/>
                <a:gd name="T17" fmla="*/ 200 h 1044"/>
                <a:gd name="T18" fmla="*/ 26 w 311"/>
                <a:gd name="T19" fmla="*/ 183 h 1044"/>
                <a:gd name="T20" fmla="*/ 4 w 311"/>
                <a:gd name="T21" fmla="*/ 206 h 1044"/>
                <a:gd name="T22" fmla="*/ 4 w 311"/>
                <a:gd name="T23" fmla="*/ 222 h 1044"/>
                <a:gd name="T24" fmla="*/ 3 w 311"/>
                <a:gd name="T25" fmla="*/ 399 h 1044"/>
                <a:gd name="T26" fmla="*/ 0 w 311"/>
                <a:gd name="T27" fmla="*/ 1013 h 1044"/>
                <a:gd name="T28" fmla="*/ 26 w 311"/>
                <a:gd name="T29" fmla="*/ 1042 h 1044"/>
                <a:gd name="T30" fmla="*/ 51 w 311"/>
                <a:gd name="T31" fmla="*/ 1014 h 1044"/>
                <a:gd name="T32" fmla="*/ 53 w 311"/>
                <a:gd name="T33" fmla="*/ 734 h 1044"/>
                <a:gd name="T34" fmla="*/ 54 w 311"/>
                <a:gd name="T35" fmla="*/ 405 h 1044"/>
                <a:gd name="T36" fmla="*/ 55 w 311"/>
                <a:gd name="T37" fmla="*/ 388 h 1044"/>
                <a:gd name="T38" fmla="*/ 59 w 311"/>
                <a:gd name="T39" fmla="*/ 388 h 1044"/>
                <a:gd name="T40" fmla="*/ 61 w 311"/>
                <a:gd name="T41" fmla="*/ 394 h 1044"/>
                <a:gd name="T42" fmla="*/ 202 w 311"/>
                <a:gd name="T43" fmla="*/ 841 h 1044"/>
                <a:gd name="T44" fmla="*/ 260 w 311"/>
                <a:gd name="T45" fmla="*/ 1022 h 1044"/>
                <a:gd name="T46" fmla="*/ 283 w 311"/>
                <a:gd name="T47" fmla="*/ 1043 h 1044"/>
                <a:gd name="T48" fmla="*/ 311 w 311"/>
                <a:gd name="T49" fmla="*/ 1013 h 1044"/>
                <a:gd name="T50" fmla="*/ 308 w 311"/>
                <a:gd name="T51" fmla="*/ 653 h 1044"/>
                <a:gd name="T52" fmla="*/ 306 w 311"/>
                <a:gd name="T53" fmla="*/ 185 h 1044"/>
                <a:gd name="T54" fmla="*/ 257 w 311"/>
                <a:gd name="T55" fmla="*/ 838 h 1044"/>
                <a:gd name="T56" fmla="*/ 258 w 311"/>
                <a:gd name="T57" fmla="*/ 834 h 1044"/>
                <a:gd name="T58" fmla="*/ 258 w 311"/>
                <a:gd name="T59" fmla="*/ 834 h 1044"/>
                <a:gd name="T60" fmla="*/ 257 w 311"/>
                <a:gd name="T61" fmla="*/ 838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1" h="1044">
                  <a:moveTo>
                    <a:pt x="306" y="185"/>
                  </a:moveTo>
                  <a:cubicBezTo>
                    <a:pt x="306" y="134"/>
                    <a:pt x="306" y="83"/>
                    <a:pt x="305" y="32"/>
                  </a:cubicBezTo>
                  <a:cubicBezTo>
                    <a:pt x="305" y="13"/>
                    <a:pt x="295" y="0"/>
                    <a:pt x="279" y="0"/>
                  </a:cubicBezTo>
                  <a:cubicBezTo>
                    <a:pt x="264" y="0"/>
                    <a:pt x="254" y="12"/>
                    <a:pt x="254" y="32"/>
                  </a:cubicBezTo>
                  <a:cubicBezTo>
                    <a:pt x="254" y="115"/>
                    <a:pt x="255" y="198"/>
                    <a:pt x="256" y="281"/>
                  </a:cubicBezTo>
                  <a:cubicBezTo>
                    <a:pt x="257" y="465"/>
                    <a:pt x="258" y="650"/>
                    <a:pt x="258" y="834"/>
                  </a:cubicBezTo>
                  <a:cubicBezTo>
                    <a:pt x="257" y="834"/>
                    <a:pt x="256" y="834"/>
                    <a:pt x="254" y="834"/>
                  </a:cubicBezTo>
                  <a:cubicBezTo>
                    <a:pt x="193" y="640"/>
                    <a:pt x="132" y="446"/>
                    <a:pt x="71" y="252"/>
                  </a:cubicBezTo>
                  <a:cubicBezTo>
                    <a:pt x="65" y="235"/>
                    <a:pt x="60" y="217"/>
                    <a:pt x="54" y="200"/>
                  </a:cubicBezTo>
                  <a:cubicBezTo>
                    <a:pt x="50" y="187"/>
                    <a:pt x="38" y="181"/>
                    <a:pt x="26" y="183"/>
                  </a:cubicBezTo>
                  <a:cubicBezTo>
                    <a:pt x="14" y="184"/>
                    <a:pt x="6" y="193"/>
                    <a:pt x="4" y="206"/>
                  </a:cubicBezTo>
                  <a:cubicBezTo>
                    <a:pt x="4" y="211"/>
                    <a:pt x="4" y="217"/>
                    <a:pt x="4" y="222"/>
                  </a:cubicBezTo>
                  <a:cubicBezTo>
                    <a:pt x="4" y="281"/>
                    <a:pt x="3" y="340"/>
                    <a:pt x="3" y="399"/>
                  </a:cubicBezTo>
                  <a:cubicBezTo>
                    <a:pt x="2" y="604"/>
                    <a:pt x="1" y="808"/>
                    <a:pt x="0" y="1013"/>
                  </a:cubicBezTo>
                  <a:cubicBezTo>
                    <a:pt x="0" y="1030"/>
                    <a:pt x="11" y="1042"/>
                    <a:pt x="26" y="1042"/>
                  </a:cubicBezTo>
                  <a:cubicBezTo>
                    <a:pt x="41" y="1042"/>
                    <a:pt x="51" y="1030"/>
                    <a:pt x="51" y="1014"/>
                  </a:cubicBezTo>
                  <a:cubicBezTo>
                    <a:pt x="52" y="921"/>
                    <a:pt x="53" y="828"/>
                    <a:pt x="53" y="734"/>
                  </a:cubicBezTo>
                  <a:cubicBezTo>
                    <a:pt x="54" y="625"/>
                    <a:pt x="54" y="515"/>
                    <a:pt x="54" y="405"/>
                  </a:cubicBezTo>
                  <a:cubicBezTo>
                    <a:pt x="54" y="399"/>
                    <a:pt x="55" y="394"/>
                    <a:pt x="55" y="388"/>
                  </a:cubicBezTo>
                  <a:cubicBezTo>
                    <a:pt x="57" y="388"/>
                    <a:pt x="58" y="388"/>
                    <a:pt x="59" y="388"/>
                  </a:cubicBezTo>
                  <a:cubicBezTo>
                    <a:pt x="60" y="390"/>
                    <a:pt x="61" y="392"/>
                    <a:pt x="61" y="394"/>
                  </a:cubicBezTo>
                  <a:cubicBezTo>
                    <a:pt x="108" y="543"/>
                    <a:pt x="155" y="692"/>
                    <a:pt x="202" y="841"/>
                  </a:cubicBezTo>
                  <a:cubicBezTo>
                    <a:pt x="222" y="902"/>
                    <a:pt x="241" y="962"/>
                    <a:pt x="260" y="1022"/>
                  </a:cubicBezTo>
                  <a:cubicBezTo>
                    <a:pt x="263" y="1034"/>
                    <a:pt x="270" y="1042"/>
                    <a:pt x="283" y="1043"/>
                  </a:cubicBezTo>
                  <a:cubicBezTo>
                    <a:pt x="300" y="1044"/>
                    <a:pt x="311" y="1033"/>
                    <a:pt x="311" y="1013"/>
                  </a:cubicBezTo>
                  <a:cubicBezTo>
                    <a:pt x="310" y="893"/>
                    <a:pt x="309" y="773"/>
                    <a:pt x="308" y="653"/>
                  </a:cubicBezTo>
                  <a:cubicBezTo>
                    <a:pt x="308" y="497"/>
                    <a:pt x="307" y="341"/>
                    <a:pt x="306" y="185"/>
                  </a:cubicBezTo>
                  <a:close/>
                  <a:moveTo>
                    <a:pt x="257" y="838"/>
                  </a:moveTo>
                  <a:cubicBezTo>
                    <a:pt x="258" y="837"/>
                    <a:pt x="258" y="835"/>
                    <a:pt x="258" y="834"/>
                  </a:cubicBezTo>
                  <a:cubicBezTo>
                    <a:pt x="258" y="834"/>
                    <a:pt x="258" y="834"/>
                    <a:pt x="258" y="834"/>
                  </a:cubicBezTo>
                  <a:cubicBezTo>
                    <a:pt x="258" y="835"/>
                    <a:pt x="258" y="837"/>
                    <a:pt x="257" y="83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9" name="Freeform 8">
              <a:extLst>
                <a:ext uri="{FF2B5EF4-FFF2-40B4-BE49-F238E27FC236}">
                  <a16:creationId xmlns:a16="http://schemas.microsoft.com/office/drawing/2014/main" id="{F04A1D34-B827-4C9A-A2AC-C483F6C81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2600" y="3771900"/>
              <a:ext cx="390525" cy="1236663"/>
            </a:xfrm>
            <a:custGeom>
              <a:avLst/>
              <a:gdLst>
                <a:gd name="T0" fmla="*/ 294 w 317"/>
                <a:gd name="T1" fmla="*/ 2 h 1006"/>
                <a:gd name="T2" fmla="*/ 267 w 317"/>
                <a:gd name="T3" fmla="*/ 20 h 1006"/>
                <a:gd name="T4" fmla="*/ 265 w 317"/>
                <a:gd name="T5" fmla="*/ 41 h 1006"/>
                <a:gd name="T6" fmla="*/ 265 w 317"/>
                <a:gd name="T7" fmla="*/ 785 h 1006"/>
                <a:gd name="T8" fmla="*/ 262 w 317"/>
                <a:gd name="T9" fmla="*/ 785 h 1006"/>
                <a:gd name="T10" fmla="*/ 87 w 317"/>
                <a:gd name="T11" fmla="*/ 239 h 1006"/>
                <a:gd name="T12" fmla="*/ 54 w 317"/>
                <a:gd name="T13" fmla="*/ 139 h 1006"/>
                <a:gd name="T14" fmla="*/ 18 w 317"/>
                <a:gd name="T15" fmla="*/ 121 h 1006"/>
                <a:gd name="T16" fmla="*/ 3 w 317"/>
                <a:gd name="T17" fmla="*/ 150 h 1006"/>
                <a:gd name="T18" fmla="*/ 1 w 317"/>
                <a:gd name="T19" fmla="*/ 528 h 1006"/>
                <a:gd name="T20" fmla="*/ 0 w 317"/>
                <a:gd name="T21" fmla="*/ 849 h 1006"/>
                <a:gd name="T22" fmla="*/ 1 w 317"/>
                <a:gd name="T23" fmla="*/ 978 h 1006"/>
                <a:gd name="T24" fmla="*/ 26 w 317"/>
                <a:gd name="T25" fmla="*/ 1005 h 1006"/>
                <a:gd name="T26" fmla="*/ 52 w 317"/>
                <a:gd name="T27" fmla="*/ 980 h 1006"/>
                <a:gd name="T28" fmla="*/ 52 w 317"/>
                <a:gd name="T29" fmla="*/ 970 h 1006"/>
                <a:gd name="T30" fmla="*/ 52 w 317"/>
                <a:gd name="T31" fmla="*/ 829 h 1006"/>
                <a:gd name="T32" fmla="*/ 54 w 317"/>
                <a:gd name="T33" fmla="*/ 354 h 1006"/>
                <a:gd name="T34" fmla="*/ 54 w 317"/>
                <a:gd name="T35" fmla="*/ 320 h 1006"/>
                <a:gd name="T36" fmla="*/ 57 w 317"/>
                <a:gd name="T37" fmla="*/ 319 h 1006"/>
                <a:gd name="T38" fmla="*/ 62 w 317"/>
                <a:gd name="T39" fmla="*/ 330 h 1006"/>
                <a:gd name="T40" fmla="*/ 86 w 317"/>
                <a:gd name="T41" fmla="*/ 405 h 1006"/>
                <a:gd name="T42" fmla="*/ 264 w 317"/>
                <a:gd name="T43" fmla="*/ 957 h 1006"/>
                <a:gd name="T44" fmla="*/ 295 w 317"/>
                <a:gd name="T45" fmla="*/ 983 h 1006"/>
                <a:gd name="T46" fmla="*/ 316 w 317"/>
                <a:gd name="T47" fmla="*/ 948 h 1006"/>
                <a:gd name="T48" fmla="*/ 316 w 317"/>
                <a:gd name="T49" fmla="*/ 37 h 1006"/>
                <a:gd name="T50" fmla="*/ 316 w 317"/>
                <a:gd name="T51" fmla="*/ 25 h 1006"/>
                <a:gd name="T52" fmla="*/ 294 w 317"/>
                <a:gd name="T53" fmla="*/ 2 h 10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7" h="1006">
                  <a:moveTo>
                    <a:pt x="294" y="2"/>
                  </a:moveTo>
                  <a:cubicBezTo>
                    <a:pt x="280" y="0"/>
                    <a:pt x="270" y="7"/>
                    <a:pt x="267" y="20"/>
                  </a:cubicBezTo>
                  <a:cubicBezTo>
                    <a:pt x="265" y="27"/>
                    <a:pt x="265" y="34"/>
                    <a:pt x="265" y="41"/>
                  </a:cubicBezTo>
                  <a:cubicBezTo>
                    <a:pt x="265" y="289"/>
                    <a:pt x="265" y="537"/>
                    <a:pt x="265" y="785"/>
                  </a:cubicBezTo>
                  <a:cubicBezTo>
                    <a:pt x="264" y="785"/>
                    <a:pt x="263" y="785"/>
                    <a:pt x="262" y="785"/>
                  </a:cubicBezTo>
                  <a:cubicBezTo>
                    <a:pt x="204" y="603"/>
                    <a:pt x="145" y="421"/>
                    <a:pt x="87" y="239"/>
                  </a:cubicBezTo>
                  <a:cubicBezTo>
                    <a:pt x="76" y="206"/>
                    <a:pt x="65" y="172"/>
                    <a:pt x="54" y="139"/>
                  </a:cubicBezTo>
                  <a:cubicBezTo>
                    <a:pt x="48" y="121"/>
                    <a:pt x="33" y="114"/>
                    <a:pt x="18" y="121"/>
                  </a:cubicBezTo>
                  <a:cubicBezTo>
                    <a:pt x="6" y="127"/>
                    <a:pt x="3" y="137"/>
                    <a:pt x="3" y="150"/>
                  </a:cubicBezTo>
                  <a:cubicBezTo>
                    <a:pt x="2" y="276"/>
                    <a:pt x="2" y="402"/>
                    <a:pt x="1" y="528"/>
                  </a:cubicBezTo>
                  <a:cubicBezTo>
                    <a:pt x="1" y="635"/>
                    <a:pt x="1" y="742"/>
                    <a:pt x="0" y="849"/>
                  </a:cubicBezTo>
                  <a:cubicBezTo>
                    <a:pt x="0" y="892"/>
                    <a:pt x="0" y="935"/>
                    <a:pt x="1" y="978"/>
                  </a:cubicBezTo>
                  <a:cubicBezTo>
                    <a:pt x="1" y="994"/>
                    <a:pt x="12" y="1005"/>
                    <a:pt x="26" y="1005"/>
                  </a:cubicBezTo>
                  <a:cubicBezTo>
                    <a:pt x="39" y="1006"/>
                    <a:pt x="50" y="995"/>
                    <a:pt x="52" y="980"/>
                  </a:cubicBezTo>
                  <a:cubicBezTo>
                    <a:pt x="52" y="977"/>
                    <a:pt x="52" y="973"/>
                    <a:pt x="52" y="970"/>
                  </a:cubicBezTo>
                  <a:cubicBezTo>
                    <a:pt x="52" y="923"/>
                    <a:pt x="52" y="876"/>
                    <a:pt x="52" y="829"/>
                  </a:cubicBezTo>
                  <a:cubicBezTo>
                    <a:pt x="53" y="670"/>
                    <a:pt x="53" y="512"/>
                    <a:pt x="54" y="354"/>
                  </a:cubicBezTo>
                  <a:cubicBezTo>
                    <a:pt x="54" y="343"/>
                    <a:pt x="54" y="331"/>
                    <a:pt x="54" y="320"/>
                  </a:cubicBezTo>
                  <a:cubicBezTo>
                    <a:pt x="55" y="320"/>
                    <a:pt x="56" y="320"/>
                    <a:pt x="57" y="319"/>
                  </a:cubicBezTo>
                  <a:cubicBezTo>
                    <a:pt x="59" y="323"/>
                    <a:pt x="60" y="327"/>
                    <a:pt x="62" y="330"/>
                  </a:cubicBezTo>
                  <a:cubicBezTo>
                    <a:pt x="70" y="355"/>
                    <a:pt x="78" y="380"/>
                    <a:pt x="86" y="405"/>
                  </a:cubicBezTo>
                  <a:cubicBezTo>
                    <a:pt x="145" y="589"/>
                    <a:pt x="204" y="773"/>
                    <a:pt x="264" y="957"/>
                  </a:cubicBezTo>
                  <a:cubicBezTo>
                    <a:pt x="270" y="978"/>
                    <a:pt x="279" y="985"/>
                    <a:pt x="295" y="983"/>
                  </a:cubicBezTo>
                  <a:cubicBezTo>
                    <a:pt x="310" y="981"/>
                    <a:pt x="316" y="971"/>
                    <a:pt x="316" y="948"/>
                  </a:cubicBezTo>
                  <a:cubicBezTo>
                    <a:pt x="316" y="644"/>
                    <a:pt x="316" y="340"/>
                    <a:pt x="316" y="37"/>
                  </a:cubicBezTo>
                  <a:cubicBezTo>
                    <a:pt x="316" y="33"/>
                    <a:pt x="317" y="29"/>
                    <a:pt x="316" y="25"/>
                  </a:cubicBezTo>
                  <a:cubicBezTo>
                    <a:pt x="315" y="12"/>
                    <a:pt x="306" y="3"/>
                    <a:pt x="294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40" name="Freeform 9">
              <a:extLst>
                <a:ext uri="{FF2B5EF4-FFF2-40B4-BE49-F238E27FC236}">
                  <a16:creationId xmlns:a16="http://schemas.microsoft.com/office/drawing/2014/main" id="{3AF78F81-86EF-4967-B0F2-8DEC60166C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83225" y="3930650"/>
              <a:ext cx="555625" cy="1052513"/>
            </a:xfrm>
            <a:custGeom>
              <a:avLst/>
              <a:gdLst>
                <a:gd name="T0" fmla="*/ 408 w 452"/>
                <a:gd name="T1" fmla="*/ 658 h 857"/>
                <a:gd name="T2" fmla="*/ 377 w 452"/>
                <a:gd name="T3" fmla="*/ 659 h 857"/>
                <a:gd name="T4" fmla="*/ 358 w 452"/>
                <a:gd name="T5" fmla="*/ 643 h 857"/>
                <a:gd name="T6" fmla="*/ 256 w 452"/>
                <a:gd name="T7" fmla="*/ 52 h 857"/>
                <a:gd name="T8" fmla="*/ 248 w 452"/>
                <a:gd name="T9" fmla="*/ 17 h 857"/>
                <a:gd name="T10" fmla="*/ 224 w 452"/>
                <a:gd name="T11" fmla="*/ 0 h 857"/>
                <a:gd name="T12" fmla="*/ 201 w 452"/>
                <a:gd name="T13" fmla="*/ 17 h 857"/>
                <a:gd name="T14" fmla="*/ 197 w 452"/>
                <a:gd name="T15" fmla="*/ 30 h 857"/>
                <a:gd name="T16" fmla="*/ 64 w 452"/>
                <a:gd name="T17" fmla="*/ 571 h 857"/>
                <a:gd name="T18" fmla="*/ 5 w 452"/>
                <a:gd name="T19" fmla="*/ 815 h 857"/>
                <a:gd name="T20" fmla="*/ 21 w 452"/>
                <a:gd name="T21" fmla="*/ 853 h 857"/>
                <a:gd name="T22" fmla="*/ 55 w 452"/>
                <a:gd name="T23" fmla="*/ 828 h 857"/>
                <a:gd name="T24" fmla="*/ 71 w 452"/>
                <a:gd name="T25" fmla="*/ 758 h 857"/>
                <a:gd name="T26" fmla="*/ 91 w 452"/>
                <a:gd name="T27" fmla="*/ 743 h 857"/>
                <a:gd name="T28" fmla="*/ 311 w 452"/>
                <a:gd name="T29" fmla="*/ 745 h 857"/>
                <a:gd name="T30" fmla="*/ 326 w 452"/>
                <a:gd name="T31" fmla="*/ 758 h 857"/>
                <a:gd name="T32" fmla="*/ 340 w 452"/>
                <a:gd name="T33" fmla="*/ 834 h 857"/>
                <a:gd name="T34" fmla="*/ 363 w 452"/>
                <a:gd name="T35" fmla="*/ 856 h 857"/>
                <a:gd name="T36" fmla="*/ 388 w 452"/>
                <a:gd name="T37" fmla="*/ 840 h 857"/>
                <a:gd name="T38" fmla="*/ 389 w 452"/>
                <a:gd name="T39" fmla="*/ 817 h 857"/>
                <a:gd name="T40" fmla="*/ 378 w 452"/>
                <a:gd name="T41" fmla="*/ 759 h 857"/>
                <a:gd name="T42" fmla="*/ 390 w 452"/>
                <a:gd name="T43" fmla="*/ 746 h 857"/>
                <a:gd name="T44" fmla="*/ 409 w 452"/>
                <a:gd name="T45" fmla="*/ 746 h 857"/>
                <a:gd name="T46" fmla="*/ 451 w 452"/>
                <a:gd name="T47" fmla="*/ 702 h 857"/>
                <a:gd name="T48" fmla="*/ 408 w 452"/>
                <a:gd name="T49" fmla="*/ 658 h 857"/>
                <a:gd name="T50" fmla="*/ 97 w 452"/>
                <a:gd name="T51" fmla="*/ 655 h 857"/>
                <a:gd name="T52" fmla="*/ 218 w 452"/>
                <a:gd name="T53" fmla="*/ 161 h 857"/>
                <a:gd name="T54" fmla="*/ 222 w 452"/>
                <a:gd name="T55" fmla="*/ 161 h 857"/>
                <a:gd name="T56" fmla="*/ 308 w 452"/>
                <a:gd name="T57" fmla="*/ 655 h 857"/>
                <a:gd name="T58" fmla="*/ 97 w 452"/>
                <a:gd name="T59" fmla="*/ 655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52" h="857">
                  <a:moveTo>
                    <a:pt x="408" y="658"/>
                  </a:moveTo>
                  <a:cubicBezTo>
                    <a:pt x="397" y="658"/>
                    <a:pt x="387" y="657"/>
                    <a:pt x="377" y="659"/>
                  </a:cubicBezTo>
                  <a:cubicBezTo>
                    <a:pt x="364" y="660"/>
                    <a:pt x="360" y="655"/>
                    <a:pt x="358" y="643"/>
                  </a:cubicBezTo>
                  <a:cubicBezTo>
                    <a:pt x="324" y="446"/>
                    <a:pt x="290" y="249"/>
                    <a:pt x="256" y="52"/>
                  </a:cubicBezTo>
                  <a:cubicBezTo>
                    <a:pt x="254" y="40"/>
                    <a:pt x="252" y="28"/>
                    <a:pt x="248" y="17"/>
                  </a:cubicBezTo>
                  <a:cubicBezTo>
                    <a:pt x="245" y="5"/>
                    <a:pt x="236" y="0"/>
                    <a:pt x="224" y="0"/>
                  </a:cubicBezTo>
                  <a:cubicBezTo>
                    <a:pt x="212" y="1"/>
                    <a:pt x="204" y="7"/>
                    <a:pt x="201" y="17"/>
                  </a:cubicBezTo>
                  <a:cubicBezTo>
                    <a:pt x="199" y="21"/>
                    <a:pt x="198" y="26"/>
                    <a:pt x="197" y="30"/>
                  </a:cubicBezTo>
                  <a:cubicBezTo>
                    <a:pt x="153" y="210"/>
                    <a:pt x="109" y="391"/>
                    <a:pt x="64" y="571"/>
                  </a:cubicBezTo>
                  <a:cubicBezTo>
                    <a:pt x="44" y="653"/>
                    <a:pt x="24" y="734"/>
                    <a:pt x="5" y="815"/>
                  </a:cubicBezTo>
                  <a:cubicBezTo>
                    <a:pt x="0" y="835"/>
                    <a:pt x="6" y="849"/>
                    <a:pt x="21" y="853"/>
                  </a:cubicBezTo>
                  <a:cubicBezTo>
                    <a:pt x="37" y="857"/>
                    <a:pt x="50" y="847"/>
                    <a:pt x="55" y="828"/>
                  </a:cubicBezTo>
                  <a:cubicBezTo>
                    <a:pt x="60" y="805"/>
                    <a:pt x="67" y="781"/>
                    <a:pt x="71" y="758"/>
                  </a:cubicBezTo>
                  <a:cubicBezTo>
                    <a:pt x="74" y="746"/>
                    <a:pt x="79" y="743"/>
                    <a:pt x="91" y="743"/>
                  </a:cubicBezTo>
                  <a:cubicBezTo>
                    <a:pt x="164" y="744"/>
                    <a:pt x="238" y="745"/>
                    <a:pt x="311" y="745"/>
                  </a:cubicBezTo>
                  <a:cubicBezTo>
                    <a:pt x="321" y="745"/>
                    <a:pt x="325" y="748"/>
                    <a:pt x="326" y="758"/>
                  </a:cubicBezTo>
                  <a:cubicBezTo>
                    <a:pt x="330" y="783"/>
                    <a:pt x="335" y="809"/>
                    <a:pt x="340" y="834"/>
                  </a:cubicBezTo>
                  <a:cubicBezTo>
                    <a:pt x="342" y="847"/>
                    <a:pt x="351" y="855"/>
                    <a:pt x="363" y="856"/>
                  </a:cubicBezTo>
                  <a:cubicBezTo>
                    <a:pt x="375" y="856"/>
                    <a:pt x="384" y="851"/>
                    <a:pt x="388" y="840"/>
                  </a:cubicBezTo>
                  <a:cubicBezTo>
                    <a:pt x="391" y="833"/>
                    <a:pt x="390" y="825"/>
                    <a:pt x="389" y="817"/>
                  </a:cubicBezTo>
                  <a:cubicBezTo>
                    <a:pt x="386" y="798"/>
                    <a:pt x="382" y="778"/>
                    <a:pt x="378" y="759"/>
                  </a:cubicBezTo>
                  <a:cubicBezTo>
                    <a:pt x="376" y="748"/>
                    <a:pt x="380" y="745"/>
                    <a:pt x="390" y="746"/>
                  </a:cubicBezTo>
                  <a:cubicBezTo>
                    <a:pt x="396" y="746"/>
                    <a:pt x="403" y="746"/>
                    <a:pt x="409" y="746"/>
                  </a:cubicBezTo>
                  <a:cubicBezTo>
                    <a:pt x="433" y="744"/>
                    <a:pt x="451" y="725"/>
                    <a:pt x="451" y="702"/>
                  </a:cubicBezTo>
                  <a:cubicBezTo>
                    <a:pt x="452" y="678"/>
                    <a:pt x="432" y="658"/>
                    <a:pt x="408" y="658"/>
                  </a:cubicBezTo>
                  <a:close/>
                  <a:moveTo>
                    <a:pt x="97" y="655"/>
                  </a:moveTo>
                  <a:cubicBezTo>
                    <a:pt x="138" y="489"/>
                    <a:pt x="178" y="325"/>
                    <a:pt x="218" y="161"/>
                  </a:cubicBezTo>
                  <a:cubicBezTo>
                    <a:pt x="219" y="161"/>
                    <a:pt x="221" y="161"/>
                    <a:pt x="222" y="161"/>
                  </a:cubicBezTo>
                  <a:cubicBezTo>
                    <a:pt x="251" y="325"/>
                    <a:pt x="279" y="489"/>
                    <a:pt x="308" y="655"/>
                  </a:cubicBezTo>
                  <a:cubicBezTo>
                    <a:pt x="237" y="655"/>
                    <a:pt x="169" y="655"/>
                    <a:pt x="97" y="6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41" name="Freeform 10">
              <a:extLst>
                <a:ext uri="{FF2B5EF4-FFF2-40B4-BE49-F238E27FC236}">
                  <a16:creationId xmlns:a16="http://schemas.microsoft.com/office/drawing/2014/main" id="{D0650D72-BC5D-4DA9-8D4E-DD3A814295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65588" y="3922713"/>
              <a:ext cx="554038" cy="1060450"/>
            </a:xfrm>
            <a:custGeom>
              <a:avLst/>
              <a:gdLst>
                <a:gd name="T0" fmla="*/ 406 w 451"/>
                <a:gd name="T1" fmla="*/ 663 h 864"/>
                <a:gd name="T2" fmla="*/ 373 w 451"/>
                <a:gd name="T3" fmla="*/ 663 h 864"/>
                <a:gd name="T4" fmla="*/ 358 w 451"/>
                <a:gd name="T5" fmla="*/ 650 h 864"/>
                <a:gd name="T6" fmla="*/ 299 w 451"/>
                <a:gd name="T7" fmla="*/ 308 h 864"/>
                <a:gd name="T8" fmla="*/ 274 w 451"/>
                <a:gd name="T9" fmla="*/ 165 h 864"/>
                <a:gd name="T10" fmla="*/ 249 w 451"/>
                <a:gd name="T11" fmla="*/ 27 h 864"/>
                <a:gd name="T12" fmla="*/ 214 w 451"/>
                <a:gd name="T13" fmla="*/ 6 h 864"/>
                <a:gd name="T14" fmla="*/ 197 w 451"/>
                <a:gd name="T15" fmla="*/ 31 h 864"/>
                <a:gd name="T16" fmla="*/ 49 w 451"/>
                <a:gd name="T17" fmla="*/ 635 h 864"/>
                <a:gd name="T18" fmla="*/ 3 w 451"/>
                <a:gd name="T19" fmla="*/ 821 h 864"/>
                <a:gd name="T20" fmla="*/ 11 w 451"/>
                <a:gd name="T21" fmla="*/ 852 h 864"/>
                <a:gd name="T22" fmla="*/ 53 w 451"/>
                <a:gd name="T23" fmla="*/ 836 h 864"/>
                <a:gd name="T24" fmla="*/ 70 w 451"/>
                <a:gd name="T25" fmla="*/ 762 h 864"/>
                <a:gd name="T26" fmla="*/ 89 w 451"/>
                <a:gd name="T27" fmla="*/ 748 h 864"/>
                <a:gd name="T28" fmla="*/ 306 w 451"/>
                <a:gd name="T29" fmla="*/ 749 h 864"/>
                <a:gd name="T30" fmla="*/ 326 w 451"/>
                <a:gd name="T31" fmla="*/ 767 h 864"/>
                <a:gd name="T32" fmla="*/ 338 w 451"/>
                <a:gd name="T33" fmla="*/ 837 h 864"/>
                <a:gd name="T34" fmla="*/ 366 w 451"/>
                <a:gd name="T35" fmla="*/ 860 h 864"/>
                <a:gd name="T36" fmla="*/ 389 w 451"/>
                <a:gd name="T37" fmla="*/ 837 h 864"/>
                <a:gd name="T38" fmla="*/ 388 w 451"/>
                <a:gd name="T39" fmla="*/ 824 h 864"/>
                <a:gd name="T40" fmla="*/ 376 w 451"/>
                <a:gd name="T41" fmla="*/ 750 h 864"/>
                <a:gd name="T42" fmla="*/ 408 w 451"/>
                <a:gd name="T43" fmla="*/ 750 h 864"/>
                <a:gd name="T44" fmla="*/ 450 w 451"/>
                <a:gd name="T45" fmla="*/ 704 h 864"/>
                <a:gd name="T46" fmla="*/ 406 w 451"/>
                <a:gd name="T47" fmla="*/ 663 h 864"/>
                <a:gd name="T48" fmla="*/ 96 w 451"/>
                <a:gd name="T49" fmla="*/ 659 h 864"/>
                <a:gd name="T50" fmla="*/ 217 w 451"/>
                <a:gd name="T51" fmla="*/ 164 h 864"/>
                <a:gd name="T52" fmla="*/ 221 w 451"/>
                <a:gd name="T53" fmla="*/ 164 h 864"/>
                <a:gd name="T54" fmla="*/ 307 w 451"/>
                <a:gd name="T55" fmla="*/ 659 h 864"/>
                <a:gd name="T56" fmla="*/ 96 w 451"/>
                <a:gd name="T57" fmla="*/ 659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1" h="864">
                  <a:moveTo>
                    <a:pt x="406" y="663"/>
                  </a:moveTo>
                  <a:cubicBezTo>
                    <a:pt x="395" y="663"/>
                    <a:pt x="384" y="662"/>
                    <a:pt x="373" y="663"/>
                  </a:cubicBezTo>
                  <a:cubicBezTo>
                    <a:pt x="364" y="663"/>
                    <a:pt x="360" y="660"/>
                    <a:pt x="358" y="650"/>
                  </a:cubicBezTo>
                  <a:cubicBezTo>
                    <a:pt x="339" y="536"/>
                    <a:pt x="319" y="422"/>
                    <a:pt x="299" y="308"/>
                  </a:cubicBezTo>
                  <a:cubicBezTo>
                    <a:pt x="290" y="261"/>
                    <a:pt x="282" y="213"/>
                    <a:pt x="274" y="165"/>
                  </a:cubicBezTo>
                  <a:cubicBezTo>
                    <a:pt x="266" y="119"/>
                    <a:pt x="258" y="73"/>
                    <a:pt x="249" y="27"/>
                  </a:cubicBezTo>
                  <a:cubicBezTo>
                    <a:pt x="246" y="9"/>
                    <a:pt x="230" y="0"/>
                    <a:pt x="214" y="6"/>
                  </a:cubicBezTo>
                  <a:cubicBezTo>
                    <a:pt x="203" y="11"/>
                    <a:pt x="199" y="21"/>
                    <a:pt x="197" y="31"/>
                  </a:cubicBezTo>
                  <a:cubicBezTo>
                    <a:pt x="148" y="233"/>
                    <a:pt x="98" y="434"/>
                    <a:pt x="49" y="635"/>
                  </a:cubicBezTo>
                  <a:cubicBezTo>
                    <a:pt x="34" y="697"/>
                    <a:pt x="19" y="759"/>
                    <a:pt x="3" y="821"/>
                  </a:cubicBezTo>
                  <a:cubicBezTo>
                    <a:pt x="0" y="833"/>
                    <a:pt x="1" y="844"/>
                    <a:pt x="11" y="852"/>
                  </a:cubicBezTo>
                  <a:cubicBezTo>
                    <a:pt x="26" y="864"/>
                    <a:pt x="47" y="856"/>
                    <a:pt x="53" y="836"/>
                  </a:cubicBezTo>
                  <a:cubicBezTo>
                    <a:pt x="59" y="811"/>
                    <a:pt x="65" y="787"/>
                    <a:pt x="70" y="762"/>
                  </a:cubicBezTo>
                  <a:cubicBezTo>
                    <a:pt x="73" y="750"/>
                    <a:pt x="78" y="747"/>
                    <a:pt x="89" y="748"/>
                  </a:cubicBezTo>
                  <a:cubicBezTo>
                    <a:pt x="162" y="749"/>
                    <a:pt x="234" y="749"/>
                    <a:pt x="306" y="749"/>
                  </a:cubicBezTo>
                  <a:cubicBezTo>
                    <a:pt x="320" y="749"/>
                    <a:pt x="325" y="753"/>
                    <a:pt x="326" y="767"/>
                  </a:cubicBezTo>
                  <a:cubicBezTo>
                    <a:pt x="329" y="790"/>
                    <a:pt x="334" y="814"/>
                    <a:pt x="338" y="837"/>
                  </a:cubicBezTo>
                  <a:cubicBezTo>
                    <a:pt x="341" y="852"/>
                    <a:pt x="353" y="861"/>
                    <a:pt x="366" y="860"/>
                  </a:cubicBezTo>
                  <a:cubicBezTo>
                    <a:pt x="378" y="859"/>
                    <a:pt x="388" y="849"/>
                    <a:pt x="389" y="837"/>
                  </a:cubicBezTo>
                  <a:cubicBezTo>
                    <a:pt x="390" y="833"/>
                    <a:pt x="389" y="828"/>
                    <a:pt x="388" y="824"/>
                  </a:cubicBezTo>
                  <a:cubicBezTo>
                    <a:pt x="384" y="800"/>
                    <a:pt x="380" y="776"/>
                    <a:pt x="376" y="750"/>
                  </a:cubicBezTo>
                  <a:cubicBezTo>
                    <a:pt x="388" y="750"/>
                    <a:pt x="398" y="750"/>
                    <a:pt x="408" y="750"/>
                  </a:cubicBezTo>
                  <a:cubicBezTo>
                    <a:pt x="433" y="749"/>
                    <a:pt x="451" y="729"/>
                    <a:pt x="450" y="704"/>
                  </a:cubicBezTo>
                  <a:cubicBezTo>
                    <a:pt x="449" y="680"/>
                    <a:pt x="430" y="662"/>
                    <a:pt x="406" y="663"/>
                  </a:cubicBezTo>
                  <a:close/>
                  <a:moveTo>
                    <a:pt x="96" y="659"/>
                  </a:moveTo>
                  <a:cubicBezTo>
                    <a:pt x="137" y="492"/>
                    <a:pt x="177" y="328"/>
                    <a:pt x="217" y="164"/>
                  </a:cubicBezTo>
                  <a:cubicBezTo>
                    <a:pt x="219" y="164"/>
                    <a:pt x="220" y="164"/>
                    <a:pt x="221" y="164"/>
                  </a:cubicBezTo>
                  <a:cubicBezTo>
                    <a:pt x="250" y="328"/>
                    <a:pt x="278" y="493"/>
                    <a:pt x="307" y="659"/>
                  </a:cubicBezTo>
                  <a:cubicBezTo>
                    <a:pt x="237" y="659"/>
                    <a:pt x="168" y="659"/>
                    <a:pt x="96" y="6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E05DB89D-FB35-4706-A8D7-3F03317D8E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19963" y="3983038"/>
              <a:ext cx="555625" cy="1054100"/>
            </a:xfrm>
            <a:custGeom>
              <a:avLst/>
              <a:gdLst>
                <a:gd name="T0" fmla="*/ 406 w 452"/>
                <a:gd name="T1" fmla="*/ 657 h 858"/>
                <a:gd name="T2" fmla="*/ 372 w 452"/>
                <a:gd name="T3" fmla="*/ 658 h 858"/>
                <a:gd name="T4" fmla="*/ 358 w 452"/>
                <a:gd name="T5" fmla="*/ 645 h 858"/>
                <a:gd name="T6" fmla="*/ 273 w 452"/>
                <a:gd name="T7" fmla="*/ 150 h 858"/>
                <a:gd name="T8" fmla="*/ 251 w 452"/>
                <a:gd name="T9" fmla="*/ 24 h 858"/>
                <a:gd name="T10" fmla="*/ 227 w 452"/>
                <a:gd name="T11" fmla="*/ 1 h 858"/>
                <a:gd name="T12" fmla="*/ 200 w 452"/>
                <a:gd name="T13" fmla="*/ 21 h 858"/>
                <a:gd name="T14" fmla="*/ 198 w 452"/>
                <a:gd name="T15" fmla="*/ 30 h 858"/>
                <a:gd name="T16" fmla="*/ 5 w 452"/>
                <a:gd name="T17" fmla="*/ 817 h 858"/>
                <a:gd name="T18" fmla="*/ 23 w 452"/>
                <a:gd name="T19" fmla="*/ 854 h 858"/>
                <a:gd name="T20" fmla="*/ 55 w 452"/>
                <a:gd name="T21" fmla="*/ 830 h 858"/>
                <a:gd name="T22" fmla="*/ 73 w 452"/>
                <a:gd name="T23" fmla="*/ 757 h 858"/>
                <a:gd name="T24" fmla="*/ 80 w 452"/>
                <a:gd name="T25" fmla="*/ 745 h 858"/>
                <a:gd name="T26" fmla="*/ 106 w 452"/>
                <a:gd name="T27" fmla="*/ 745 h 858"/>
                <a:gd name="T28" fmla="*/ 303 w 452"/>
                <a:gd name="T29" fmla="*/ 746 h 858"/>
                <a:gd name="T30" fmla="*/ 326 w 452"/>
                <a:gd name="T31" fmla="*/ 766 h 858"/>
                <a:gd name="T32" fmla="*/ 337 w 452"/>
                <a:gd name="T33" fmla="*/ 826 h 858"/>
                <a:gd name="T34" fmla="*/ 365 w 452"/>
                <a:gd name="T35" fmla="*/ 846 h 858"/>
                <a:gd name="T36" fmla="*/ 386 w 452"/>
                <a:gd name="T37" fmla="*/ 820 h 858"/>
                <a:gd name="T38" fmla="*/ 384 w 452"/>
                <a:gd name="T39" fmla="*/ 805 h 858"/>
                <a:gd name="T40" fmla="*/ 376 w 452"/>
                <a:gd name="T41" fmla="*/ 747 h 858"/>
                <a:gd name="T42" fmla="*/ 405 w 452"/>
                <a:gd name="T43" fmla="*/ 747 h 858"/>
                <a:gd name="T44" fmla="*/ 451 w 452"/>
                <a:gd name="T45" fmla="*/ 703 h 858"/>
                <a:gd name="T46" fmla="*/ 406 w 452"/>
                <a:gd name="T47" fmla="*/ 657 h 858"/>
                <a:gd name="T48" fmla="*/ 98 w 452"/>
                <a:gd name="T49" fmla="*/ 655 h 858"/>
                <a:gd name="T50" fmla="*/ 219 w 452"/>
                <a:gd name="T51" fmla="*/ 161 h 858"/>
                <a:gd name="T52" fmla="*/ 222 w 452"/>
                <a:gd name="T53" fmla="*/ 161 h 858"/>
                <a:gd name="T54" fmla="*/ 307 w 452"/>
                <a:gd name="T55" fmla="*/ 655 h 858"/>
                <a:gd name="T56" fmla="*/ 98 w 452"/>
                <a:gd name="T57" fmla="*/ 655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2" h="858">
                  <a:moveTo>
                    <a:pt x="406" y="657"/>
                  </a:moveTo>
                  <a:cubicBezTo>
                    <a:pt x="395" y="657"/>
                    <a:pt x="383" y="657"/>
                    <a:pt x="372" y="658"/>
                  </a:cubicBezTo>
                  <a:cubicBezTo>
                    <a:pt x="362" y="658"/>
                    <a:pt x="359" y="654"/>
                    <a:pt x="358" y="645"/>
                  </a:cubicBezTo>
                  <a:cubicBezTo>
                    <a:pt x="329" y="480"/>
                    <a:pt x="301" y="315"/>
                    <a:pt x="273" y="150"/>
                  </a:cubicBezTo>
                  <a:cubicBezTo>
                    <a:pt x="265" y="108"/>
                    <a:pt x="258" y="66"/>
                    <a:pt x="251" y="24"/>
                  </a:cubicBezTo>
                  <a:cubicBezTo>
                    <a:pt x="248" y="9"/>
                    <a:pt x="240" y="1"/>
                    <a:pt x="227" y="1"/>
                  </a:cubicBezTo>
                  <a:cubicBezTo>
                    <a:pt x="214" y="0"/>
                    <a:pt x="205" y="7"/>
                    <a:pt x="200" y="21"/>
                  </a:cubicBezTo>
                  <a:cubicBezTo>
                    <a:pt x="199" y="24"/>
                    <a:pt x="199" y="27"/>
                    <a:pt x="198" y="30"/>
                  </a:cubicBezTo>
                  <a:cubicBezTo>
                    <a:pt x="134" y="292"/>
                    <a:pt x="69" y="555"/>
                    <a:pt x="5" y="817"/>
                  </a:cubicBezTo>
                  <a:cubicBezTo>
                    <a:pt x="0" y="836"/>
                    <a:pt x="7" y="849"/>
                    <a:pt x="23" y="854"/>
                  </a:cubicBezTo>
                  <a:cubicBezTo>
                    <a:pt x="37" y="858"/>
                    <a:pt x="50" y="848"/>
                    <a:pt x="55" y="830"/>
                  </a:cubicBezTo>
                  <a:cubicBezTo>
                    <a:pt x="61" y="806"/>
                    <a:pt x="66" y="781"/>
                    <a:pt x="73" y="757"/>
                  </a:cubicBezTo>
                  <a:cubicBezTo>
                    <a:pt x="74" y="752"/>
                    <a:pt x="78" y="749"/>
                    <a:pt x="80" y="745"/>
                  </a:cubicBezTo>
                  <a:cubicBezTo>
                    <a:pt x="89" y="745"/>
                    <a:pt x="97" y="745"/>
                    <a:pt x="106" y="745"/>
                  </a:cubicBezTo>
                  <a:cubicBezTo>
                    <a:pt x="172" y="745"/>
                    <a:pt x="238" y="745"/>
                    <a:pt x="303" y="746"/>
                  </a:cubicBezTo>
                  <a:cubicBezTo>
                    <a:pt x="323" y="746"/>
                    <a:pt x="323" y="746"/>
                    <a:pt x="326" y="766"/>
                  </a:cubicBezTo>
                  <a:cubicBezTo>
                    <a:pt x="330" y="786"/>
                    <a:pt x="333" y="806"/>
                    <a:pt x="337" y="826"/>
                  </a:cubicBezTo>
                  <a:cubicBezTo>
                    <a:pt x="340" y="840"/>
                    <a:pt x="351" y="847"/>
                    <a:pt x="365" y="846"/>
                  </a:cubicBezTo>
                  <a:cubicBezTo>
                    <a:pt x="378" y="844"/>
                    <a:pt x="386" y="836"/>
                    <a:pt x="386" y="820"/>
                  </a:cubicBezTo>
                  <a:cubicBezTo>
                    <a:pt x="386" y="815"/>
                    <a:pt x="385" y="810"/>
                    <a:pt x="384" y="805"/>
                  </a:cubicBezTo>
                  <a:cubicBezTo>
                    <a:pt x="381" y="786"/>
                    <a:pt x="379" y="768"/>
                    <a:pt x="376" y="747"/>
                  </a:cubicBezTo>
                  <a:cubicBezTo>
                    <a:pt x="387" y="747"/>
                    <a:pt x="396" y="747"/>
                    <a:pt x="405" y="747"/>
                  </a:cubicBezTo>
                  <a:cubicBezTo>
                    <a:pt x="432" y="746"/>
                    <a:pt x="451" y="729"/>
                    <a:pt x="451" y="703"/>
                  </a:cubicBezTo>
                  <a:cubicBezTo>
                    <a:pt x="452" y="678"/>
                    <a:pt x="433" y="658"/>
                    <a:pt x="406" y="657"/>
                  </a:cubicBezTo>
                  <a:close/>
                  <a:moveTo>
                    <a:pt x="98" y="655"/>
                  </a:moveTo>
                  <a:cubicBezTo>
                    <a:pt x="138" y="489"/>
                    <a:pt x="179" y="325"/>
                    <a:pt x="219" y="161"/>
                  </a:cubicBezTo>
                  <a:cubicBezTo>
                    <a:pt x="220" y="161"/>
                    <a:pt x="221" y="161"/>
                    <a:pt x="222" y="161"/>
                  </a:cubicBezTo>
                  <a:cubicBezTo>
                    <a:pt x="251" y="326"/>
                    <a:pt x="279" y="490"/>
                    <a:pt x="307" y="655"/>
                  </a:cubicBezTo>
                  <a:cubicBezTo>
                    <a:pt x="237" y="655"/>
                    <a:pt x="169" y="655"/>
                    <a:pt x="98" y="6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F12472C6-CDB4-474F-B1AA-64DB140FB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6450" y="3135313"/>
              <a:ext cx="979488" cy="495300"/>
            </a:xfrm>
            <a:custGeom>
              <a:avLst/>
              <a:gdLst>
                <a:gd name="T0" fmla="*/ 763 w 795"/>
                <a:gd name="T1" fmla="*/ 319 h 402"/>
                <a:gd name="T2" fmla="*/ 655 w 795"/>
                <a:gd name="T3" fmla="*/ 146 h 402"/>
                <a:gd name="T4" fmla="*/ 430 w 795"/>
                <a:gd name="T5" fmla="*/ 11 h 402"/>
                <a:gd name="T6" fmla="*/ 312 w 795"/>
                <a:gd name="T7" fmla="*/ 7 h 402"/>
                <a:gd name="T8" fmla="*/ 175 w 795"/>
                <a:gd name="T9" fmla="*/ 83 h 402"/>
                <a:gd name="T10" fmla="*/ 85 w 795"/>
                <a:gd name="T11" fmla="*/ 202 h 402"/>
                <a:gd name="T12" fmla="*/ 0 w 795"/>
                <a:gd name="T13" fmla="*/ 388 h 402"/>
                <a:gd name="T14" fmla="*/ 57 w 795"/>
                <a:gd name="T15" fmla="*/ 399 h 402"/>
                <a:gd name="T16" fmla="*/ 96 w 795"/>
                <a:gd name="T17" fmla="*/ 380 h 402"/>
                <a:gd name="T18" fmla="*/ 114 w 795"/>
                <a:gd name="T19" fmla="*/ 347 h 402"/>
                <a:gd name="T20" fmla="*/ 163 w 795"/>
                <a:gd name="T21" fmla="*/ 239 h 402"/>
                <a:gd name="T22" fmla="*/ 546 w 795"/>
                <a:gd name="T23" fmla="*/ 161 h 402"/>
                <a:gd name="T24" fmla="*/ 631 w 795"/>
                <a:gd name="T25" fmla="*/ 270 h 402"/>
                <a:gd name="T26" fmla="*/ 690 w 795"/>
                <a:gd name="T27" fmla="*/ 391 h 402"/>
                <a:gd name="T28" fmla="*/ 700 w 795"/>
                <a:gd name="T29" fmla="*/ 401 h 402"/>
                <a:gd name="T30" fmla="*/ 765 w 795"/>
                <a:gd name="T31" fmla="*/ 401 h 402"/>
                <a:gd name="T32" fmla="*/ 795 w 795"/>
                <a:gd name="T33" fmla="*/ 393 h 402"/>
                <a:gd name="T34" fmla="*/ 763 w 795"/>
                <a:gd name="T35" fmla="*/ 319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95" h="402">
                  <a:moveTo>
                    <a:pt x="763" y="319"/>
                  </a:moveTo>
                  <a:cubicBezTo>
                    <a:pt x="740" y="253"/>
                    <a:pt x="702" y="196"/>
                    <a:pt x="655" y="146"/>
                  </a:cubicBezTo>
                  <a:cubicBezTo>
                    <a:pt x="593" y="79"/>
                    <a:pt x="520" y="31"/>
                    <a:pt x="430" y="11"/>
                  </a:cubicBezTo>
                  <a:cubicBezTo>
                    <a:pt x="391" y="2"/>
                    <a:pt x="351" y="0"/>
                    <a:pt x="312" y="7"/>
                  </a:cubicBezTo>
                  <a:cubicBezTo>
                    <a:pt x="258" y="16"/>
                    <a:pt x="214" y="45"/>
                    <a:pt x="175" y="83"/>
                  </a:cubicBezTo>
                  <a:cubicBezTo>
                    <a:pt x="138" y="118"/>
                    <a:pt x="110" y="159"/>
                    <a:pt x="85" y="202"/>
                  </a:cubicBezTo>
                  <a:cubicBezTo>
                    <a:pt x="51" y="260"/>
                    <a:pt x="26" y="322"/>
                    <a:pt x="0" y="388"/>
                  </a:cubicBezTo>
                  <a:cubicBezTo>
                    <a:pt x="20" y="392"/>
                    <a:pt x="39" y="396"/>
                    <a:pt x="57" y="399"/>
                  </a:cubicBezTo>
                  <a:cubicBezTo>
                    <a:pt x="74" y="401"/>
                    <a:pt x="87" y="394"/>
                    <a:pt x="96" y="380"/>
                  </a:cubicBezTo>
                  <a:cubicBezTo>
                    <a:pt x="103" y="369"/>
                    <a:pt x="109" y="358"/>
                    <a:pt x="114" y="347"/>
                  </a:cubicBezTo>
                  <a:cubicBezTo>
                    <a:pt x="131" y="311"/>
                    <a:pt x="145" y="274"/>
                    <a:pt x="163" y="239"/>
                  </a:cubicBezTo>
                  <a:cubicBezTo>
                    <a:pt x="240" y="91"/>
                    <a:pt x="424" y="69"/>
                    <a:pt x="546" y="161"/>
                  </a:cubicBezTo>
                  <a:cubicBezTo>
                    <a:pt x="584" y="190"/>
                    <a:pt x="610" y="229"/>
                    <a:pt x="631" y="270"/>
                  </a:cubicBezTo>
                  <a:cubicBezTo>
                    <a:pt x="652" y="310"/>
                    <a:pt x="670" y="351"/>
                    <a:pt x="690" y="391"/>
                  </a:cubicBezTo>
                  <a:cubicBezTo>
                    <a:pt x="692" y="395"/>
                    <a:pt x="697" y="401"/>
                    <a:pt x="700" y="401"/>
                  </a:cubicBezTo>
                  <a:cubicBezTo>
                    <a:pt x="722" y="402"/>
                    <a:pt x="744" y="402"/>
                    <a:pt x="765" y="401"/>
                  </a:cubicBezTo>
                  <a:cubicBezTo>
                    <a:pt x="776" y="400"/>
                    <a:pt x="785" y="396"/>
                    <a:pt x="795" y="393"/>
                  </a:cubicBezTo>
                  <a:cubicBezTo>
                    <a:pt x="783" y="366"/>
                    <a:pt x="771" y="343"/>
                    <a:pt x="763" y="3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44" name="Freeform 13">
              <a:extLst>
                <a:ext uri="{FF2B5EF4-FFF2-40B4-BE49-F238E27FC236}">
                  <a16:creationId xmlns:a16="http://schemas.microsoft.com/office/drawing/2014/main" id="{8C0D7AFF-E88A-446B-99F3-3E5ACD10E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825" y="3938588"/>
              <a:ext cx="536575" cy="1266825"/>
            </a:xfrm>
            <a:custGeom>
              <a:avLst/>
              <a:gdLst>
                <a:gd name="T0" fmla="*/ 417 w 436"/>
                <a:gd name="T1" fmla="*/ 75 h 1032"/>
                <a:gd name="T2" fmla="*/ 429 w 436"/>
                <a:gd name="T3" fmla="*/ 28 h 1032"/>
                <a:gd name="T4" fmla="*/ 387 w 436"/>
                <a:gd name="T5" fmla="*/ 1 h 1032"/>
                <a:gd name="T6" fmla="*/ 262 w 436"/>
                <a:gd name="T7" fmla="*/ 0 h 1032"/>
                <a:gd name="T8" fmla="*/ 45 w 436"/>
                <a:gd name="T9" fmla="*/ 1 h 1032"/>
                <a:gd name="T10" fmla="*/ 0 w 436"/>
                <a:gd name="T11" fmla="*/ 43 h 1032"/>
                <a:gd name="T12" fmla="*/ 45 w 436"/>
                <a:gd name="T13" fmla="*/ 85 h 1032"/>
                <a:gd name="T14" fmla="*/ 181 w 436"/>
                <a:gd name="T15" fmla="*/ 85 h 1032"/>
                <a:gd name="T16" fmla="*/ 189 w 436"/>
                <a:gd name="T17" fmla="*/ 86 h 1032"/>
                <a:gd name="T18" fmla="*/ 190 w 436"/>
                <a:gd name="T19" fmla="*/ 98 h 1032"/>
                <a:gd name="T20" fmla="*/ 187 w 436"/>
                <a:gd name="T21" fmla="*/ 345 h 1032"/>
                <a:gd name="T22" fmla="*/ 184 w 436"/>
                <a:gd name="T23" fmla="*/ 621 h 1032"/>
                <a:gd name="T24" fmla="*/ 180 w 436"/>
                <a:gd name="T25" fmla="*/ 956 h 1032"/>
                <a:gd name="T26" fmla="*/ 180 w 436"/>
                <a:gd name="T27" fmla="*/ 1006 h 1032"/>
                <a:gd name="T28" fmla="*/ 202 w 436"/>
                <a:gd name="T29" fmla="*/ 1032 h 1032"/>
                <a:gd name="T30" fmla="*/ 226 w 436"/>
                <a:gd name="T31" fmla="*/ 1007 h 1032"/>
                <a:gd name="T32" fmla="*/ 227 w 436"/>
                <a:gd name="T33" fmla="*/ 988 h 1032"/>
                <a:gd name="T34" fmla="*/ 229 w 436"/>
                <a:gd name="T35" fmla="*/ 788 h 1032"/>
                <a:gd name="T36" fmla="*/ 232 w 436"/>
                <a:gd name="T37" fmla="*/ 442 h 1032"/>
                <a:gd name="T38" fmla="*/ 233 w 436"/>
                <a:gd name="T39" fmla="*/ 390 h 1032"/>
                <a:gd name="T40" fmla="*/ 233 w 436"/>
                <a:gd name="T41" fmla="*/ 379 h 1032"/>
                <a:gd name="T42" fmla="*/ 236 w 436"/>
                <a:gd name="T43" fmla="*/ 102 h 1032"/>
                <a:gd name="T44" fmla="*/ 252 w 436"/>
                <a:gd name="T45" fmla="*/ 85 h 1032"/>
                <a:gd name="T46" fmla="*/ 388 w 436"/>
                <a:gd name="T47" fmla="*/ 85 h 1032"/>
                <a:gd name="T48" fmla="*/ 417 w 436"/>
                <a:gd name="T49" fmla="*/ 75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36" h="1032">
                  <a:moveTo>
                    <a:pt x="417" y="75"/>
                  </a:moveTo>
                  <a:cubicBezTo>
                    <a:pt x="432" y="65"/>
                    <a:pt x="436" y="45"/>
                    <a:pt x="429" y="28"/>
                  </a:cubicBezTo>
                  <a:cubicBezTo>
                    <a:pt x="424" y="12"/>
                    <a:pt x="408" y="1"/>
                    <a:pt x="387" y="1"/>
                  </a:cubicBezTo>
                  <a:cubicBezTo>
                    <a:pt x="345" y="0"/>
                    <a:pt x="303" y="0"/>
                    <a:pt x="262" y="0"/>
                  </a:cubicBezTo>
                  <a:cubicBezTo>
                    <a:pt x="189" y="0"/>
                    <a:pt x="117" y="0"/>
                    <a:pt x="45" y="1"/>
                  </a:cubicBezTo>
                  <a:cubicBezTo>
                    <a:pt x="18" y="1"/>
                    <a:pt x="0" y="19"/>
                    <a:pt x="0" y="43"/>
                  </a:cubicBezTo>
                  <a:cubicBezTo>
                    <a:pt x="0" y="68"/>
                    <a:pt x="18" y="85"/>
                    <a:pt x="45" y="85"/>
                  </a:cubicBezTo>
                  <a:cubicBezTo>
                    <a:pt x="90" y="85"/>
                    <a:pt x="136" y="85"/>
                    <a:pt x="181" y="85"/>
                  </a:cubicBezTo>
                  <a:cubicBezTo>
                    <a:pt x="184" y="85"/>
                    <a:pt x="186" y="86"/>
                    <a:pt x="189" y="86"/>
                  </a:cubicBezTo>
                  <a:cubicBezTo>
                    <a:pt x="189" y="90"/>
                    <a:pt x="190" y="94"/>
                    <a:pt x="190" y="98"/>
                  </a:cubicBezTo>
                  <a:cubicBezTo>
                    <a:pt x="189" y="180"/>
                    <a:pt x="188" y="263"/>
                    <a:pt x="187" y="345"/>
                  </a:cubicBezTo>
                  <a:cubicBezTo>
                    <a:pt x="186" y="437"/>
                    <a:pt x="185" y="529"/>
                    <a:pt x="184" y="621"/>
                  </a:cubicBezTo>
                  <a:cubicBezTo>
                    <a:pt x="183" y="732"/>
                    <a:pt x="181" y="844"/>
                    <a:pt x="180" y="956"/>
                  </a:cubicBezTo>
                  <a:cubicBezTo>
                    <a:pt x="180" y="972"/>
                    <a:pt x="180" y="989"/>
                    <a:pt x="180" y="1006"/>
                  </a:cubicBezTo>
                  <a:cubicBezTo>
                    <a:pt x="180" y="1021"/>
                    <a:pt x="189" y="1031"/>
                    <a:pt x="202" y="1032"/>
                  </a:cubicBezTo>
                  <a:cubicBezTo>
                    <a:pt x="215" y="1032"/>
                    <a:pt x="225" y="1023"/>
                    <a:pt x="226" y="1007"/>
                  </a:cubicBezTo>
                  <a:cubicBezTo>
                    <a:pt x="227" y="1001"/>
                    <a:pt x="227" y="994"/>
                    <a:pt x="227" y="988"/>
                  </a:cubicBezTo>
                  <a:cubicBezTo>
                    <a:pt x="228" y="921"/>
                    <a:pt x="229" y="855"/>
                    <a:pt x="229" y="788"/>
                  </a:cubicBezTo>
                  <a:cubicBezTo>
                    <a:pt x="230" y="673"/>
                    <a:pt x="231" y="557"/>
                    <a:pt x="232" y="442"/>
                  </a:cubicBezTo>
                  <a:cubicBezTo>
                    <a:pt x="232" y="425"/>
                    <a:pt x="232" y="408"/>
                    <a:pt x="233" y="390"/>
                  </a:cubicBezTo>
                  <a:cubicBezTo>
                    <a:pt x="233" y="387"/>
                    <a:pt x="233" y="383"/>
                    <a:pt x="233" y="379"/>
                  </a:cubicBezTo>
                  <a:cubicBezTo>
                    <a:pt x="234" y="287"/>
                    <a:pt x="235" y="194"/>
                    <a:pt x="236" y="102"/>
                  </a:cubicBezTo>
                  <a:cubicBezTo>
                    <a:pt x="236" y="89"/>
                    <a:pt x="239" y="85"/>
                    <a:pt x="252" y="85"/>
                  </a:cubicBezTo>
                  <a:cubicBezTo>
                    <a:pt x="297" y="86"/>
                    <a:pt x="343" y="86"/>
                    <a:pt x="388" y="85"/>
                  </a:cubicBezTo>
                  <a:cubicBezTo>
                    <a:pt x="398" y="84"/>
                    <a:pt x="409" y="80"/>
                    <a:pt x="417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45" name="Freeform 14">
              <a:extLst>
                <a:ext uri="{FF2B5EF4-FFF2-40B4-BE49-F238E27FC236}">
                  <a16:creationId xmlns:a16="http://schemas.microsoft.com/office/drawing/2014/main" id="{E95DDF14-B815-4938-8895-CFA6DEBDA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8613" y="3930650"/>
              <a:ext cx="57150" cy="1098550"/>
            </a:xfrm>
            <a:custGeom>
              <a:avLst/>
              <a:gdLst>
                <a:gd name="T0" fmla="*/ 46 w 47"/>
                <a:gd name="T1" fmla="*/ 22 h 894"/>
                <a:gd name="T2" fmla="*/ 24 w 47"/>
                <a:gd name="T3" fmla="*/ 0 h 894"/>
                <a:gd name="T4" fmla="*/ 1 w 47"/>
                <a:gd name="T5" fmla="*/ 21 h 894"/>
                <a:gd name="T6" fmla="*/ 0 w 47"/>
                <a:gd name="T7" fmla="*/ 33 h 894"/>
                <a:gd name="T8" fmla="*/ 0 w 47"/>
                <a:gd name="T9" fmla="*/ 859 h 894"/>
                <a:gd name="T10" fmla="*/ 1 w 47"/>
                <a:gd name="T11" fmla="*/ 875 h 894"/>
                <a:gd name="T12" fmla="*/ 23 w 47"/>
                <a:gd name="T13" fmla="*/ 894 h 894"/>
                <a:gd name="T14" fmla="*/ 46 w 47"/>
                <a:gd name="T15" fmla="*/ 875 h 894"/>
                <a:gd name="T16" fmla="*/ 46 w 47"/>
                <a:gd name="T17" fmla="*/ 859 h 894"/>
                <a:gd name="T18" fmla="*/ 46 w 47"/>
                <a:gd name="T19" fmla="*/ 448 h 894"/>
                <a:gd name="T20" fmla="*/ 46 w 47"/>
                <a:gd name="T21" fmla="*/ 35 h 894"/>
                <a:gd name="T22" fmla="*/ 46 w 47"/>
                <a:gd name="T23" fmla="*/ 22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" h="894">
                  <a:moveTo>
                    <a:pt x="46" y="22"/>
                  </a:moveTo>
                  <a:cubicBezTo>
                    <a:pt x="45" y="9"/>
                    <a:pt x="36" y="0"/>
                    <a:pt x="24" y="0"/>
                  </a:cubicBezTo>
                  <a:cubicBezTo>
                    <a:pt x="11" y="0"/>
                    <a:pt x="2" y="8"/>
                    <a:pt x="1" y="21"/>
                  </a:cubicBezTo>
                  <a:cubicBezTo>
                    <a:pt x="0" y="25"/>
                    <a:pt x="0" y="29"/>
                    <a:pt x="0" y="33"/>
                  </a:cubicBezTo>
                  <a:cubicBezTo>
                    <a:pt x="0" y="309"/>
                    <a:pt x="0" y="584"/>
                    <a:pt x="0" y="859"/>
                  </a:cubicBezTo>
                  <a:cubicBezTo>
                    <a:pt x="0" y="865"/>
                    <a:pt x="0" y="870"/>
                    <a:pt x="1" y="875"/>
                  </a:cubicBezTo>
                  <a:cubicBezTo>
                    <a:pt x="3" y="886"/>
                    <a:pt x="12" y="894"/>
                    <a:pt x="23" y="894"/>
                  </a:cubicBezTo>
                  <a:cubicBezTo>
                    <a:pt x="34" y="894"/>
                    <a:pt x="44" y="886"/>
                    <a:pt x="46" y="875"/>
                  </a:cubicBezTo>
                  <a:cubicBezTo>
                    <a:pt x="47" y="870"/>
                    <a:pt x="46" y="864"/>
                    <a:pt x="46" y="859"/>
                  </a:cubicBezTo>
                  <a:cubicBezTo>
                    <a:pt x="46" y="722"/>
                    <a:pt x="46" y="585"/>
                    <a:pt x="46" y="448"/>
                  </a:cubicBezTo>
                  <a:cubicBezTo>
                    <a:pt x="46" y="310"/>
                    <a:pt x="46" y="172"/>
                    <a:pt x="46" y="35"/>
                  </a:cubicBezTo>
                  <a:cubicBezTo>
                    <a:pt x="46" y="30"/>
                    <a:pt x="47" y="26"/>
                    <a:pt x="46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976F205D-79FE-458F-801A-D245BC06B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5375" y="3351213"/>
              <a:ext cx="377825" cy="265113"/>
            </a:xfrm>
            <a:custGeom>
              <a:avLst/>
              <a:gdLst>
                <a:gd name="T0" fmla="*/ 21 w 307"/>
                <a:gd name="T1" fmla="*/ 213 h 216"/>
                <a:gd name="T2" fmla="*/ 83 w 307"/>
                <a:gd name="T3" fmla="*/ 178 h 216"/>
                <a:gd name="T4" fmla="*/ 125 w 307"/>
                <a:gd name="T5" fmla="*/ 141 h 216"/>
                <a:gd name="T6" fmla="*/ 189 w 307"/>
                <a:gd name="T7" fmla="*/ 144 h 216"/>
                <a:gd name="T8" fmla="*/ 234 w 307"/>
                <a:gd name="T9" fmla="*/ 198 h 216"/>
                <a:gd name="T10" fmla="*/ 267 w 307"/>
                <a:gd name="T11" fmla="*/ 214 h 216"/>
                <a:gd name="T12" fmla="*/ 307 w 307"/>
                <a:gd name="T13" fmla="*/ 204 h 216"/>
                <a:gd name="T14" fmla="*/ 280 w 307"/>
                <a:gd name="T15" fmla="*/ 153 h 216"/>
                <a:gd name="T16" fmla="*/ 245 w 307"/>
                <a:gd name="T17" fmla="*/ 75 h 216"/>
                <a:gd name="T18" fmla="*/ 107 w 307"/>
                <a:gd name="T19" fmla="*/ 45 h 216"/>
                <a:gd name="T20" fmla="*/ 8 w 307"/>
                <a:gd name="T21" fmla="*/ 161 h 216"/>
                <a:gd name="T22" fmla="*/ 0 w 307"/>
                <a:gd name="T23" fmla="*/ 197 h 216"/>
                <a:gd name="T24" fmla="*/ 21 w 307"/>
                <a:gd name="T25" fmla="*/ 21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7" h="216">
                  <a:moveTo>
                    <a:pt x="21" y="213"/>
                  </a:moveTo>
                  <a:cubicBezTo>
                    <a:pt x="46" y="209"/>
                    <a:pt x="65" y="194"/>
                    <a:pt x="83" y="178"/>
                  </a:cubicBezTo>
                  <a:cubicBezTo>
                    <a:pt x="96" y="165"/>
                    <a:pt x="110" y="152"/>
                    <a:pt x="125" y="141"/>
                  </a:cubicBezTo>
                  <a:cubicBezTo>
                    <a:pt x="145" y="128"/>
                    <a:pt x="174" y="129"/>
                    <a:pt x="189" y="144"/>
                  </a:cubicBezTo>
                  <a:cubicBezTo>
                    <a:pt x="205" y="161"/>
                    <a:pt x="222" y="178"/>
                    <a:pt x="234" y="198"/>
                  </a:cubicBezTo>
                  <a:cubicBezTo>
                    <a:pt x="243" y="211"/>
                    <a:pt x="252" y="215"/>
                    <a:pt x="267" y="214"/>
                  </a:cubicBezTo>
                  <a:cubicBezTo>
                    <a:pt x="281" y="212"/>
                    <a:pt x="295" y="212"/>
                    <a:pt x="307" y="204"/>
                  </a:cubicBezTo>
                  <a:cubicBezTo>
                    <a:pt x="298" y="186"/>
                    <a:pt x="288" y="170"/>
                    <a:pt x="280" y="153"/>
                  </a:cubicBezTo>
                  <a:cubicBezTo>
                    <a:pt x="268" y="127"/>
                    <a:pt x="258" y="100"/>
                    <a:pt x="245" y="75"/>
                  </a:cubicBezTo>
                  <a:cubicBezTo>
                    <a:pt x="218" y="26"/>
                    <a:pt x="163" y="0"/>
                    <a:pt x="107" y="45"/>
                  </a:cubicBezTo>
                  <a:cubicBezTo>
                    <a:pt x="66" y="77"/>
                    <a:pt x="34" y="117"/>
                    <a:pt x="8" y="161"/>
                  </a:cubicBezTo>
                  <a:cubicBezTo>
                    <a:pt x="2" y="171"/>
                    <a:pt x="0" y="185"/>
                    <a:pt x="0" y="197"/>
                  </a:cubicBezTo>
                  <a:cubicBezTo>
                    <a:pt x="0" y="213"/>
                    <a:pt x="6" y="216"/>
                    <a:pt x="21" y="2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2610519-3D05-43C1-A3F2-69EDDC7763CA}"/>
              </a:ext>
            </a:extLst>
          </p:cNvPr>
          <p:cNvCxnSpPr/>
          <p:nvPr/>
        </p:nvCxnSpPr>
        <p:spPr>
          <a:xfrm flipV="1">
            <a:off x="11740084" y="6520241"/>
            <a:ext cx="0" cy="25950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015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08">
          <p15:clr>
            <a:srgbClr val="000000"/>
          </p15:clr>
        </p15:guide>
        <p15:guide id="2" orient="horz" pos="570">
          <p15:clr>
            <a:srgbClr val="000000"/>
          </p15:clr>
        </p15:guide>
        <p15:guide id="3" orient="horz" pos="3912">
          <p15:clr>
            <a:srgbClr val="000000"/>
          </p15:clr>
        </p15:guide>
        <p15:guide id="4" pos="96">
          <p15:clr>
            <a:srgbClr val="00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49FEEA-2AB2-4BC4-8A00-345416D96BD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620" y="1620"/>
          <a:ext cx="1620" cy="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526" imgH="526" progId="TCLayout.ActiveDocument.1">
                  <p:embed/>
                </p:oleObj>
              </mc:Choice>
              <mc:Fallback>
                <p:oleObj name="Diapositiva de think-cell" r:id="rId4" imgW="526" imgH="5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49FEEA-2AB2-4BC4-8A00-345416D96B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0" y="1620"/>
                        <a:ext cx="1620" cy="1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BE6B4287-F3C2-449A-8737-A3439A6CB13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41" b="0" i="0" baseline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6F7A9F-4A33-4E5F-8AE4-EBCB9C84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4066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rátula Mo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ollage.pn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820188"/>
            <a:ext cx="12207180" cy="912858"/>
          </a:xfrm>
          <a:prstGeom prst="rect">
            <a:avLst/>
          </a:prstGeom>
        </p:spPr>
      </p:pic>
      <p:pic>
        <p:nvPicPr>
          <p:cNvPr id="4" name="Picture 3" descr="Cover-bajo-34.pn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" y="3746270"/>
            <a:ext cx="7529069" cy="313334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39385" y="1"/>
            <a:ext cx="9567797" cy="2810643"/>
          </a:xfrm>
          <a:prstGeom prst="rect">
            <a:avLst/>
          </a:prstGeom>
        </p:spPr>
      </p:pic>
      <p:sp>
        <p:nvSpPr>
          <p:cNvPr id="11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6753539" y="4685934"/>
            <a:ext cx="4596288" cy="769442"/>
          </a:xfrm>
          <a:prstGeom prst="rect">
            <a:avLst/>
          </a:prstGeom>
          <a:ln/>
        </p:spPr>
        <p:txBody>
          <a:bodyPr anchor="b">
            <a:noAutofit/>
          </a:bodyPr>
          <a:lstStyle>
            <a:lvl1pPr algn="l" defTabSz="820352">
              <a:defRPr sz="2533" b="1" baseline="0">
                <a:solidFill>
                  <a:srgbClr val="0C64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6753542" y="5490332"/>
            <a:ext cx="3291830" cy="20523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820352">
              <a:spcBef>
                <a:spcPct val="0"/>
              </a:spcBef>
              <a:buClrTx/>
              <a:buFontTx/>
              <a:buNone/>
              <a:defRPr sz="1334" baseline="0">
                <a:solidFill>
                  <a:schemeClr val="bg1">
                    <a:lumMod val="50000"/>
                  </a:schemeClr>
                </a:solidFill>
                <a:latin typeface="+mj-lt"/>
                <a:cs typeface="Tahoma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3" y="3717033"/>
            <a:ext cx="12207180" cy="36000"/>
          </a:xfrm>
          <a:prstGeom prst="rect">
            <a:avLst/>
          </a:prstGeom>
          <a:gradFill flip="none" rotWithShape="1">
            <a:gsLst>
              <a:gs pos="0">
                <a:srgbClr val="822B1C"/>
              </a:gs>
              <a:gs pos="100000">
                <a:srgbClr val="822B1C"/>
              </a:gs>
              <a:gs pos="16000">
                <a:srgbClr val="D3644E"/>
              </a:gs>
              <a:gs pos="83000">
                <a:srgbClr val="D3644E"/>
              </a:gs>
              <a:gs pos="28000">
                <a:srgbClr val="C14E30"/>
              </a:gs>
              <a:gs pos="68000">
                <a:srgbClr val="C14E30"/>
              </a:gs>
              <a:gs pos="49000">
                <a:srgbClr val="822B1C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373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</a:pPr>
            <a:endParaRPr kumimoji="0" lang="es-PE" sz="20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3" y="2641924"/>
            <a:ext cx="12207180" cy="314028"/>
          </a:xfrm>
          <a:prstGeom prst="rect">
            <a:avLst/>
          </a:prstGeom>
          <a:gradFill flip="none" rotWithShape="1">
            <a:gsLst>
              <a:gs pos="0">
                <a:srgbClr val="822B1C"/>
              </a:gs>
              <a:gs pos="100000">
                <a:srgbClr val="822B1C"/>
              </a:gs>
              <a:gs pos="16000">
                <a:srgbClr val="D3644E"/>
              </a:gs>
              <a:gs pos="83000">
                <a:srgbClr val="D3644E"/>
              </a:gs>
              <a:gs pos="28000">
                <a:srgbClr val="C14E30"/>
              </a:gs>
              <a:gs pos="68000">
                <a:srgbClr val="C14E30"/>
              </a:gs>
              <a:gs pos="49000">
                <a:srgbClr val="822B1C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373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</a:pPr>
            <a:endParaRPr kumimoji="0" lang="es-PE" sz="20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+mj-lt"/>
            </a:endParaRPr>
          </a:p>
        </p:txBody>
      </p:sp>
      <p:pic>
        <p:nvPicPr>
          <p:cNvPr id="13" name="Picture 12" descr="Antamina-logomediano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962" y="633783"/>
            <a:ext cx="2151457" cy="1478503"/>
          </a:xfrm>
          <a:prstGeom prst="rect">
            <a:avLst/>
          </a:prstGeom>
        </p:spPr>
      </p:pic>
      <p:pic>
        <p:nvPicPr>
          <p:cNvPr id="10" name="Picture 9" descr="Collage.pn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820188"/>
            <a:ext cx="12207180" cy="912858"/>
          </a:xfrm>
          <a:prstGeom prst="rect">
            <a:avLst/>
          </a:prstGeom>
        </p:spPr>
      </p:pic>
      <p:pic>
        <p:nvPicPr>
          <p:cNvPr id="15" name="Picture 14" descr="Cover-bajo-34.png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" y="3746270"/>
            <a:ext cx="7529069" cy="313334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39385" y="1"/>
            <a:ext cx="9567797" cy="2810643"/>
          </a:xfrm>
          <a:prstGeom prst="rect">
            <a:avLst/>
          </a:prstGeom>
        </p:spPr>
      </p:pic>
      <p:sp>
        <p:nvSpPr>
          <p:cNvPr id="18" name="Rectangle 17"/>
          <p:cNvSpPr/>
          <p:nvPr userDrawn="1"/>
        </p:nvSpPr>
        <p:spPr bwMode="auto">
          <a:xfrm>
            <a:off x="3" y="3717033"/>
            <a:ext cx="12207180" cy="36000"/>
          </a:xfrm>
          <a:prstGeom prst="rect">
            <a:avLst/>
          </a:prstGeom>
          <a:gradFill flip="none" rotWithShape="1">
            <a:gsLst>
              <a:gs pos="0">
                <a:srgbClr val="822B1C"/>
              </a:gs>
              <a:gs pos="100000">
                <a:srgbClr val="822B1C"/>
              </a:gs>
              <a:gs pos="16000">
                <a:srgbClr val="D3644E"/>
              </a:gs>
              <a:gs pos="83000">
                <a:srgbClr val="D3644E"/>
              </a:gs>
              <a:gs pos="28000">
                <a:srgbClr val="C14E30"/>
              </a:gs>
              <a:gs pos="68000">
                <a:srgbClr val="C14E30"/>
              </a:gs>
              <a:gs pos="49000">
                <a:srgbClr val="822B1C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373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</a:pPr>
            <a:endParaRPr kumimoji="0" lang="es-PE" sz="20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+mj-lt"/>
            </a:endParaRPr>
          </a:p>
        </p:txBody>
      </p:sp>
      <p:sp>
        <p:nvSpPr>
          <p:cNvPr id="19" name="Rectangle 18"/>
          <p:cNvSpPr/>
          <p:nvPr userDrawn="1"/>
        </p:nvSpPr>
        <p:spPr bwMode="auto">
          <a:xfrm>
            <a:off x="3" y="2641924"/>
            <a:ext cx="12207180" cy="314028"/>
          </a:xfrm>
          <a:prstGeom prst="rect">
            <a:avLst/>
          </a:prstGeom>
          <a:gradFill flip="none" rotWithShape="1">
            <a:gsLst>
              <a:gs pos="0">
                <a:srgbClr val="822B1C"/>
              </a:gs>
              <a:gs pos="100000">
                <a:srgbClr val="822B1C"/>
              </a:gs>
              <a:gs pos="16000">
                <a:srgbClr val="D3644E"/>
              </a:gs>
              <a:gs pos="83000">
                <a:srgbClr val="D3644E"/>
              </a:gs>
              <a:gs pos="28000">
                <a:srgbClr val="C14E30"/>
              </a:gs>
              <a:gs pos="68000">
                <a:srgbClr val="C14E30"/>
              </a:gs>
              <a:gs pos="49000">
                <a:srgbClr val="822B1C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373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</a:pPr>
            <a:endParaRPr kumimoji="0" lang="es-PE" sz="20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+mj-lt"/>
            </a:endParaRPr>
          </a:p>
        </p:txBody>
      </p:sp>
      <p:pic>
        <p:nvPicPr>
          <p:cNvPr id="20" name="Picture 19" descr="Antamina-logomediano.png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962" y="633783"/>
            <a:ext cx="2151457" cy="147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013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uote">
    <p:bg>
      <p:bgPr>
        <a:solidFill>
          <a:srgbClr val="1A4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24" imgH="324" progId="TCLayout.ActiveDocument.1">
                  <p:embed/>
                </p:oleObj>
              </mc:Choice>
              <mc:Fallback>
                <p:oleObj name="Diapositiva de think-cell" r:id="rId3" imgW="324" imgH="32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Trebuchet MS" panose="020B06030202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85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ay slice hea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335000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52" imgH="355" progId="TCLayout.ActiveDocument.1">
                  <p:embed/>
                </p:oleObj>
              </mc:Choice>
              <mc:Fallback>
                <p:oleObj name="Diapositiva de think-cell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ltGray">
          <a:xfrm>
            <a:off x="1" y="-1309"/>
            <a:ext cx="3127828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Copyright © 2018 by The Boston Consulting Group, Inc. All rights reserved.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212706" y="596377"/>
            <a:ext cx="2702418" cy="567977"/>
          </a:xfrm>
          <a:noFill/>
        </p:spPr>
        <p:txBody>
          <a:bodyPr vert="horz" wrap="square" lIns="0" tIns="0" rIns="320040" bIns="0" anchor="b">
            <a:noAutofit/>
          </a:bodyPr>
          <a:lstStyle>
            <a:lvl1pPr>
              <a:defRPr sz="3200">
                <a:solidFill>
                  <a:srgbClr val="3490A2"/>
                </a:solidFill>
                <a:latin typeface="Arial" panose="020B0604020202020204" pitchFamily="34" charset="0"/>
                <a:cs typeface="Arial" panose="020B0604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FooterSimple" hidden="1"/>
          <p:cNvSpPr txBox="1"/>
          <p:nvPr userDrawn="1">
            <p:custDataLst>
              <p:tags r:id="rId2"/>
            </p:custDataLst>
          </p:nvPr>
        </p:nvSpPr>
        <p:spPr>
          <a:xfrm rot="16200000">
            <a:off x="10561320" y="5117885"/>
            <a:ext cx="2743200" cy="9695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7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ANTAMINA - EWG - Session11 - 2023.04.13.pptx</a:t>
            </a:r>
            <a:endParaRPr lang="en-US" sz="700">
              <a:solidFill>
                <a:schemeClr val="bg1">
                  <a:lumMod val="50000"/>
                </a:schemeClr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EE950-14DC-0649-B17E-E9E36051A540}"/>
              </a:ext>
            </a:extLst>
          </p:cNvPr>
          <p:cNvSpPr txBox="1"/>
          <p:nvPr userDrawn="1"/>
        </p:nvSpPr>
        <p:spPr>
          <a:xfrm>
            <a:off x="11482086" y="6447099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0E113677-FEF8-8B7A-BC9B-341D4A2F155C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1879032" y="6594791"/>
            <a:ext cx="130848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s-ES"/>
            </a:defPPr>
            <a:lvl1pPr>
              <a:defRPr sz="1000" baseline="0">
                <a:latin typeface="+mn-lt"/>
              </a:defRPr>
            </a:lvl1pPr>
          </a:lstStyle>
          <a:p>
            <a:pPr lvl="0" algn="ctr"/>
            <a:fld id="{42C328C1-A84F-4A39-A664-DBA00541A8C6}" type="slidenum">
              <a:rPr lang="en-US" sz="816" smtClean="0">
                <a:solidFill>
                  <a:schemeClr val="accent3"/>
                </a:solidFill>
              </a:rPr>
              <a:pPr lvl="0" algn="ctr"/>
              <a:t>‹#›</a:t>
            </a:fld>
            <a:endParaRPr lang="en-US" sz="816">
              <a:solidFill>
                <a:schemeClr val="accent3"/>
              </a:solidFill>
            </a:endParaRPr>
          </a:p>
        </p:txBody>
      </p:sp>
      <p:grpSp>
        <p:nvGrpSpPr>
          <p:cNvPr id="13" name="Group 24">
            <a:extLst>
              <a:ext uri="{FF2B5EF4-FFF2-40B4-BE49-F238E27FC236}">
                <a16:creationId xmlns:a16="http://schemas.microsoft.com/office/drawing/2014/main" id="{AD73CACE-E137-F085-CB2E-0D2B866EB1E0}"/>
              </a:ext>
            </a:extLst>
          </p:cNvPr>
          <p:cNvGrpSpPr/>
          <p:nvPr userDrawn="1"/>
        </p:nvGrpSpPr>
        <p:grpSpPr>
          <a:xfrm>
            <a:off x="11312748" y="6520240"/>
            <a:ext cx="315256" cy="277198"/>
            <a:chOff x="3824288" y="1468438"/>
            <a:chExt cx="4300538" cy="3781425"/>
          </a:xfrm>
          <a:solidFill>
            <a:srgbClr val="008598"/>
          </a:soli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E5FEED0E-7DFD-1CD7-8017-A23DB01CA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288" y="1468438"/>
              <a:ext cx="4300538" cy="2162175"/>
            </a:xfrm>
            <a:custGeom>
              <a:avLst/>
              <a:gdLst>
                <a:gd name="T0" fmla="*/ 3354 w 3496"/>
                <a:gd name="T1" fmla="*/ 1490 h 1760"/>
                <a:gd name="T2" fmla="*/ 3233 w 3496"/>
                <a:gd name="T3" fmla="*/ 1296 h 1760"/>
                <a:gd name="T4" fmla="*/ 2953 w 3496"/>
                <a:gd name="T5" fmla="*/ 944 h 1760"/>
                <a:gd name="T6" fmla="*/ 2751 w 3496"/>
                <a:gd name="T7" fmla="*/ 782 h 1760"/>
                <a:gd name="T8" fmla="*/ 2465 w 3496"/>
                <a:gd name="T9" fmla="*/ 554 h 1760"/>
                <a:gd name="T10" fmla="*/ 2256 w 3496"/>
                <a:gd name="T11" fmla="*/ 302 h 1760"/>
                <a:gd name="T12" fmla="*/ 1941 w 3496"/>
                <a:gd name="T13" fmla="*/ 6 h 1760"/>
                <a:gd name="T14" fmla="*/ 1889 w 3496"/>
                <a:gd name="T15" fmla="*/ 5 h 1760"/>
                <a:gd name="T16" fmla="*/ 1432 w 3496"/>
                <a:gd name="T17" fmla="*/ 328 h 1760"/>
                <a:gd name="T18" fmla="*/ 1007 w 3496"/>
                <a:gd name="T19" fmla="*/ 586 h 1760"/>
                <a:gd name="T20" fmla="*/ 944 w 3496"/>
                <a:gd name="T21" fmla="*/ 607 h 1760"/>
                <a:gd name="T22" fmla="*/ 330 w 3496"/>
                <a:gd name="T23" fmla="*/ 1347 h 1760"/>
                <a:gd name="T24" fmla="*/ 0 w 3496"/>
                <a:gd name="T25" fmla="*/ 1714 h 1760"/>
                <a:gd name="T26" fmla="*/ 1470 w 3496"/>
                <a:gd name="T27" fmla="*/ 1714 h 1760"/>
                <a:gd name="T28" fmla="*/ 1566 w 3496"/>
                <a:gd name="T29" fmla="*/ 1580 h 1760"/>
                <a:gd name="T30" fmla="*/ 1910 w 3496"/>
                <a:gd name="T31" fmla="*/ 1286 h 1760"/>
                <a:gd name="T32" fmla="*/ 2232 w 3496"/>
                <a:gd name="T33" fmla="*/ 1295 h 1760"/>
                <a:gd name="T34" fmla="*/ 2597 w 3496"/>
                <a:gd name="T35" fmla="*/ 1750 h 1760"/>
                <a:gd name="T36" fmla="*/ 2662 w 3496"/>
                <a:gd name="T37" fmla="*/ 1757 h 1760"/>
                <a:gd name="T38" fmla="*/ 2605 w 3496"/>
                <a:gd name="T39" fmla="*/ 1554 h 1760"/>
                <a:gd name="T40" fmla="*/ 2230 w 3496"/>
                <a:gd name="T41" fmla="*/ 1203 h 1760"/>
                <a:gd name="T42" fmla="*/ 1735 w 3496"/>
                <a:gd name="T43" fmla="*/ 1279 h 1760"/>
                <a:gd name="T44" fmla="*/ 1379 w 3496"/>
                <a:gd name="T45" fmla="*/ 1647 h 1760"/>
                <a:gd name="T46" fmla="*/ 1201 w 3496"/>
                <a:gd name="T47" fmla="*/ 1597 h 1760"/>
                <a:gd name="T48" fmla="*/ 1201 w 3496"/>
                <a:gd name="T49" fmla="*/ 1579 h 1760"/>
                <a:gd name="T50" fmla="*/ 1745 w 3496"/>
                <a:gd name="T51" fmla="*/ 1161 h 1760"/>
                <a:gd name="T52" fmla="*/ 2169 w 3496"/>
                <a:gd name="T53" fmla="*/ 1074 h 1760"/>
                <a:gd name="T54" fmla="*/ 2547 w 3496"/>
                <a:gd name="T55" fmla="*/ 1316 h 1760"/>
                <a:gd name="T56" fmla="*/ 2809 w 3496"/>
                <a:gd name="T57" fmla="*/ 1748 h 1760"/>
                <a:gd name="T58" fmla="*/ 2851 w 3496"/>
                <a:gd name="T59" fmla="*/ 1760 h 1760"/>
                <a:gd name="T60" fmla="*/ 2596 w 3496"/>
                <a:gd name="T61" fmla="*/ 1248 h 1760"/>
                <a:gd name="T62" fmla="*/ 2240 w 3496"/>
                <a:gd name="T63" fmla="*/ 1002 h 1760"/>
                <a:gd name="T64" fmla="*/ 1837 w 3496"/>
                <a:gd name="T65" fmla="*/ 1045 h 1760"/>
                <a:gd name="T66" fmla="*/ 1106 w 3496"/>
                <a:gd name="T67" fmla="*/ 1499 h 1760"/>
                <a:gd name="T68" fmla="*/ 947 w 3496"/>
                <a:gd name="T69" fmla="*/ 1451 h 1760"/>
                <a:gd name="T70" fmla="*/ 936 w 3496"/>
                <a:gd name="T71" fmla="*/ 1405 h 1760"/>
                <a:gd name="T72" fmla="*/ 1388 w 3496"/>
                <a:gd name="T73" fmla="*/ 1129 h 1760"/>
                <a:gd name="T74" fmla="*/ 1815 w 3496"/>
                <a:gd name="T75" fmla="*/ 946 h 1760"/>
                <a:gd name="T76" fmla="*/ 2408 w 3496"/>
                <a:gd name="T77" fmla="*/ 943 h 1760"/>
                <a:gd name="T78" fmla="*/ 2917 w 3496"/>
                <a:gd name="T79" fmla="*/ 1535 h 1760"/>
                <a:gd name="T80" fmla="*/ 3011 w 3496"/>
                <a:gd name="T81" fmla="*/ 1758 h 1760"/>
                <a:gd name="T82" fmla="*/ 3074 w 3496"/>
                <a:gd name="T83" fmla="*/ 1738 h 1760"/>
                <a:gd name="T84" fmla="*/ 2798 w 3496"/>
                <a:gd name="T85" fmla="*/ 1175 h 1760"/>
                <a:gd name="T86" fmla="*/ 2356 w 3496"/>
                <a:gd name="T87" fmla="*/ 861 h 1760"/>
                <a:gd name="T88" fmla="*/ 1793 w 3496"/>
                <a:gd name="T89" fmla="*/ 886 h 1760"/>
                <a:gd name="T90" fmla="*/ 1052 w 3496"/>
                <a:gd name="T91" fmla="*/ 1188 h 1760"/>
                <a:gd name="T92" fmla="*/ 796 w 3496"/>
                <a:gd name="T93" fmla="*/ 1283 h 1760"/>
                <a:gd name="T94" fmla="*/ 697 w 3496"/>
                <a:gd name="T95" fmla="*/ 1193 h 1760"/>
                <a:gd name="T96" fmla="*/ 883 w 3496"/>
                <a:gd name="T97" fmla="*/ 1074 h 1760"/>
                <a:gd name="T98" fmla="*/ 1191 w 3496"/>
                <a:gd name="T99" fmla="*/ 950 h 1760"/>
                <a:gd name="T100" fmla="*/ 1664 w 3496"/>
                <a:gd name="T101" fmla="*/ 792 h 1760"/>
                <a:gd name="T102" fmla="*/ 2190 w 3496"/>
                <a:gd name="T103" fmla="*/ 720 h 1760"/>
                <a:gd name="T104" fmla="*/ 2566 w 3496"/>
                <a:gd name="T105" fmla="*/ 837 h 1760"/>
                <a:gd name="T106" fmla="*/ 3253 w 3496"/>
                <a:gd name="T107" fmla="*/ 1729 h 1760"/>
                <a:gd name="T108" fmla="*/ 3496 w 3496"/>
                <a:gd name="T109" fmla="*/ 1747 h 1760"/>
                <a:gd name="T110" fmla="*/ 3490 w 3496"/>
                <a:gd name="T111" fmla="*/ 173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96" h="1760">
                  <a:moveTo>
                    <a:pt x="3490" y="1730"/>
                  </a:moveTo>
                  <a:cubicBezTo>
                    <a:pt x="3458" y="1642"/>
                    <a:pt x="3407" y="1566"/>
                    <a:pt x="3354" y="1490"/>
                  </a:cubicBezTo>
                  <a:cubicBezTo>
                    <a:pt x="3319" y="1440"/>
                    <a:pt x="3284" y="1390"/>
                    <a:pt x="3250" y="1340"/>
                  </a:cubicBezTo>
                  <a:cubicBezTo>
                    <a:pt x="3240" y="1327"/>
                    <a:pt x="3234" y="1313"/>
                    <a:pt x="3233" y="1296"/>
                  </a:cubicBezTo>
                  <a:cubicBezTo>
                    <a:pt x="3225" y="1211"/>
                    <a:pt x="3185" y="1143"/>
                    <a:pt x="3127" y="1083"/>
                  </a:cubicBezTo>
                  <a:cubicBezTo>
                    <a:pt x="3075" y="1029"/>
                    <a:pt x="3014" y="986"/>
                    <a:pt x="2953" y="944"/>
                  </a:cubicBezTo>
                  <a:cubicBezTo>
                    <a:pt x="2891" y="901"/>
                    <a:pt x="2828" y="860"/>
                    <a:pt x="2773" y="808"/>
                  </a:cubicBezTo>
                  <a:cubicBezTo>
                    <a:pt x="2764" y="800"/>
                    <a:pt x="2757" y="791"/>
                    <a:pt x="2751" y="782"/>
                  </a:cubicBezTo>
                  <a:cubicBezTo>
                    <a:pt x="2720" y="738"/>
                    <a:pt x="2682" y="702"/>
                    <a:pt x="2639" y="671"/>
                  </a:cubicBezTo>
                  <a:cubicBezTo>
                    <a:pt x="2583" y="630"/>
                    <a:pt x="2525" y="590"/>
                    <a:pt x="2465" y="554"/>
                  </a:cubicBezTo>
                  <a:cubicBezTo>
                    <a:pt x="2430" y="534"/>
                    <a:pt x="2401" y="509"/>
                    <a:pt x="2378" y="478"/>
                  </a:cubicBezTo>
                  <a:cubicBezTo>
                    <a:pt x="2336" y="420"/>
                    <a:pt x="2295" y="361"/>
                    <a:pt x="2256" y="302"/>
                  </a:cubicBezTo>
                  <a:cubicBezTo>
                    <a:pt x="2210" y="234"/>
                    <a:pt x="2166" y="166"/>
                    <a:pt x="2107" y="108"/>
                  </a:cubicBezTo>
                  <a:cubicBezTo>
                    <a:pt x="2059" y="62"/>
                    <a:pt x="2005" y="26"/>
                    <a:pt x="1941" y="6"/>
                  </a:cubicBezTo>
                  <a:cubicBezTo>
                    <a:pt x="1941" y="6"/>
                    <a:pt x="1940" y="6"/>
                    <a:pt x="1940" y="6"/>
                  </a:cubicBezTo>
                  <a:cubicBezTo>
                    <a:pt x="1916" y="0"/>
                    <a:pt x="1889" y="5"/>
                    <a:pt x="1889" y="5"/>
                  </a:cubicBezTo>
                  <a:cubicBezTo>
                    <a:pt x="1791" y="28"/>
                    <a:pt x="1708" y="79"/>
                    <a:pt x="1633" y="143"/>
                  </a:cubicBezTo>
                  <a:cubicBezTo>
                    <a:pt x="1564" y="203"/>
                    <a:pt x="1498" y="266"/>
                    <a:pt x="1432" y="328"/>
                  </a:cubicBezTo>
                  <a:cubicBezTo>
                    <a:pt x="1368" y="388"/>
                    <a:pt x="1304" y="448"/>
                    <a:pt x="1230" y="497"/>
                  </a:cubicBezTo>
                  <a:cubicBezTo>
                    <a:pt x="1162" y="542"/>
                    <a:pt x="1089" y="575"/>
                    <a:pt x="1007" y="586"/>
                  </a:cubicBezTo>
                  <a:cubicBezTo>
                    <a:pt x="1000" y="587"/>
                    <a:pt x="992" y="589"/>
                    <a:pt x="984" y="588"/>
                  </a:cubicBezTo>
                  <a:cubicBezTo>
                    <a:pt x="967" y="587"/>
                    <a:pt x="956" y="596"/>
                    <a:pt x="944" y="607"/>
                  </a:cubicBezTo>
                  <a:cubicBezTo>
                    <a:pt x="828" y="716"/>
                    <a:pt x="724" y="836"/>
                    <a:pt x="626" y="962"/>
                  </a:cubicBezTo>
                  <a:cubicBezTo>
                    <a:pt x="527" y="1090"/>
                    <a:pt x="430" y="1219"/>
                    <a:pt x="330" y="1347"/>
                  </a:cubicBezTo>
                  <a:cubicBezTo>
                    <a:pt x="231" y="1475"/>
                    <a:pt x="125" y="1596"/>
                    <a:pt x="7" y="1706"/>
                  </a:cubicBezTo>
                  <a:cubicBezTo>
                    <a:pt x="4" y="1708"/>
                    <a:pt x="2" y="1711"/>
                    <a:pt x="0" y="1714"/>
                  </a:cubicBezTo>
                  <a:cubicBezTo>
                    <a:pt x="195" y="1714"/>
                    <a:pt x="390" y="1714"/>
                    <a:pt x="585" y="1714"/>
                  </a:cubicBezTo>
                  <a:cubicBezTo>
                    <a:pt x="880" y="1714"/>
                    <a:pt x="1175" y="1714"/>
                    <a:pt x="1470" y="1714"/>
                  </a:cubicBezTo>
                  <a:cubicBezTo>
                    <a:pt x="1481" y="1714"/>
                    <a:pt x="1487" y="1711"/>
                    <a:pt x="1493" y="1702"/>
                  </a:cubicBezTo>
                  <a:cubicBezTo>
                    <a:pt x="1517" y="1661"/>
                    <a:pt x="1541" y="1620"/>
                    <a:pt x="1566" y="1580"/>
                  </a:cubicBezTo>
                  <a:cubicBezTo>
                    <a:pt x="1615" y="1504"/>
                    <a:pt x="1671" y="1433"/>
                    <a:pt x="1743" y="1378"/>
                  </a:cubicBezTo>
                  <a:cubicBezTo>
                    <a:pt x="1794" y="1339"/>
                    <a:pt x="1848" y="1304"/>
                    <a:pt x="1910" y="1286"/>
                  </a:cubicBezTo>
                  <a:cubicBezTo>
                    <a:pt x="1974" y="1268"/>
                    <a:pt x="2039" y="1261"/>
                    <a:pt x="2104" y="1262"/>
                  </a:cubicBezTo>
                  <a:cubicBezTo>
                    <a:pt x="2150" y="1263"/>
                    <a:pt x="2192" y="1273"/>
                    <a:pt x="2232" y="1295"/>
                  </a:cubicBezTo>
                  <a:cubicBezTo>
                    <a:pt x="2303" y="1334"/>
                    <a:pt x="2363" y="1386"/>
                    <a:pt x="2416" y="1446"/>
                  </a:cubicBezTo>
                  <a:cubicBezTo>
                    <a:pt x="2497" y="1535"/>
                    <a:pt x="2564" y="1632"/>
                    <a:pt x="2597" y="1750"/>
                  </a:cubicBezTo>
                  <a:cubicBezTo>
                    <a:pt x="2598" y="1754"/>
                    <a:pt x="2601" y="1759"/>
                    <a:pt x="2604" y="1759"/>
                  </a:cubicBezTo>
                  <a:cubicBezTo>
                    <a:pt x="2623" y="1759"/>
                    <a:pt x="2643" y="1760"/>
                    <a:pt x="2662" y="1757"/>
                  </a:cubicBezTo>
                  <a:cubicBezTo>
                    <a:pt x="2677" y="1755"/>
                    <a:pt x="2679" y="1750"/>
                    <a:pt x="2675" y="1735"/>
                  </a:cubicBezTo>
                  <a:cubicBezTo>
                    <a:pt x="2662" y="1671"/>
                    <a:pt x="2638" y="1611"/>
                    <a:pt x="2605" y="1554"/>
                  </a:cubicBezTo>
                  <a:cubicBezTo>
                    <a:pt x="2518" y="1402"/>
                    <a:pt x="2393" y="1290"/>
                    <a:pt x="2240" y="1207"/>
                  </a:cubicBezTo>
                  <a:cubicBezTo>
                    <a:pt x="2237" y="1205"/>
                    <a:pt x="2233" y="1203"/>
                    <a:pt x="2230" y="1203"/>
                  </a:cubicBezTo>
                  <a:cubicBezTo>
                    <a:pt x="2128" y="1183"/>
                    <a:pt x="2027" y="1180"/>
                    <a:pt x="1925" y="1202"/>
                  </a:cubicBezTo>
                  <a:cubicBezTo>
                    <a:pt x="1857" y="1216"/>
                    <a:pt x="1794" y="1243"/>
                    <a:pt x="1735" y="1279"/>
                  </a:cubicBezTo>
                  <a:cubicBezTo>
                    <a:pt x="1643" y="1334"/>
                    <a:pt x="1567" y="1406"/>
                    <a:pt x="1501" y="1488"/>
                  </a:cubicBezTo>
                  <a:cubicBezTo>
                    <a:pt x="1458" y="1540"/>
                    <a:pt x="1419" y="1594"/>
                    <a:pt x="1379" y="1647"/>
                  </a:cubicBezTo>
                  <a:cubicBezTo>
                    <a:pt x="1375" y="1653"/>
                    <a:pt x="1371" y="1658"/>
                    <a:pt x="1363" y="1657"/>
                  </a:cubicBezTo>
                  <a:cubicBezTo>
                    <a:pt x="1304" y="1650"/>
                    <a:pt x="1250" y="1631"/>
                    <a:pt x="1201" y="1597"/>
                  </a:cubicBezTo>
                  <a:cubicBezTo>
                    <a:pt x="1198" y="1594"/>
                    <a:pt x="1195" y="1592"/>
                    <a:pt x="1192" y="1589"/>
                  </a:cubicBezTo>
                  <a:cubicBezTo>
                    <a:pt x="1196" y="1585"/>
                    <a:pt x="1198" y="1582"/>
                    <a:pt x="1201" y="1579"/>
                  </a:cubicBezTo>
                  <a:cubicBezTo>
                    <a:pt x="1256" y="1527"/>
                    <a:pt x="1311" y="1474"/>
                    <a:pt x="1367" y="1423"/>
                  </a:cubicBezTo>
                  <a:cubicBezTo>
                    <a:pt x="1482" y="1320"/>
                    <a:pt x="1605" y="1228"/>
                    <a:pt x="1745" y="1161"/>
                  </a:cubicBezTo>
                  <a:cubicBezTo>
                    <a:pt x="1865" y="1103"/>
                    <a:pt x="1991" y="1071"/>
                    <a:pt x="2125" y="1072"/>
                  </a:cubicBezTo>
                  <a:cubicBezTo>
                    <a:pt x="2140" y="1072"/>
                    <a:pt x="2155" y="1075"/>
                    <a:pt x="2169" y="1074"/>
                  </a:cubicBezTo>
                  <a:cubicBezTo>
                    <a:pt x="2207" y="1072"/>
                    <a:pt x="2241" y="1083"/>
                    <a:pt x="2274" y="1098"/>
                  </a:cubicBezTo>
                  <a:cubicBezTo>
                    <a:pt x="2383" y="1149"/>
                    <a:pt x="2471" y="1225"/>
                    <a:pt x="2547" y="1316"/>
                  </a:cubicBezTo>
                  <a:cubicBezTo>
                    <a:pt x="2617" y="1399"/>
                    <a:pt x="2675" y="1490"/>
                    <a:pt x="2726" y="1586"/>
                  </a:cubicBezTo>
                  <a:cubicBezTo>
                    <a:pt x="2755" y="1639"/>
                    <a:pt x="2781" y="1694"/>
                    <a:pt x="2809" y="1748"/>
                  </a:cubicBezTo>
                  <a:cubicBezTo>
                    <a:pt x="2813" y="1756"/>
                    <a:pt x="2817" y="1760"/>
                    <a:pt x="2826" y="1759"/>
                  </a:cubicBezTo>
                  <a:cubicBezTo>
                    <a:pt x="2834" y="1759"/>
                    <a:pt x="2843" y="1760"/>
                    <a:pt x="2851" y="1760"/>
                  </a:cubicBezTo>
                  <a:cubicBezTo>
                    <a:pt x="2868" y="1759"/>
                    <a:pt x="2873" y="1752"/>
                    <a:pt x="2867" y="1735"/>
                  </a:cubicBezTo>
                  <a:cubicBezTo>
                    <a:pt x="2809" y="1555"/>
                    <a:pt x="2722" y="1391"/>
                    <a:pt x="2596" y="1248"/>
                  </a:cubicBezTo>
                  <a:cubicBezTo>
                    <a:pt x="2522" y="1163"/>
                    <a:pt x="2437" y="1091"/>
                    <a:pt x="2336" y="1041"/>
                  </a:cubicBezTo>
                  <a:cubicBezTo>
                    <a:pt x="2305" y="1025"/>
                    <a:pt x="2273" y="1009"/>
                    <a:pt x="2240" y="1002"/>
                  </a:cubicBezTo>
                  <a:cubicBezTo>
                    <a:pt x="2206" y="994"/>
                    <a:pt x="2170" y="994"/>
                    <a:pt x="2136" y="994"/>
                  </a:cubicBezTo>
                  <a:cubicBezTo>
                    <a:pt x="2033" y="994"/>
                    <a:pt x="1934" y="1012"/>
                    <a:pt x="1837" y="1045"/>
                  </a:cubicBezTo>
                  <a:cubicBezTo>
                    <a:pt x="1686" y="1096"/>
                    <a:pt x="1548" y="1176"/>
                    <a:pt x="1419" y="1268"/>
                  </a:cubicBezTo>
                  <a:cubicBezTo>
                    <a:pt x="1313" y="1343"/>
                    <a:pt x="1210" y="1422"/>
                    <a:pt x="1106" y="1499"/>
                  </a:cubicBezTo>
                  <a:cubicBezTo>
                    <a:pt x="1098" y="1504"/>
                    <a:pt x="1088" y="1508"/>
                    <a:pt x="1078" y="1508"/>
                  </a:cubicBezTo>
                  <a:cubicBezTo>
                    <a:pt x="1025" y="1510"/>
                    <a:pt x="984" y="1485"/>
                    <a:pt x="947" y="1451"/>
                  </a:cubicBezTo>
                  <a:cubicBezTo>
                    <a:pt x="937" y="1441"/>
                    <a:pt x="928" y="1430"/>
                    <a:pt x="918" y="1419"/>
                  </a:cubicBezTo>
                  <a:cubicBezTo>
                    <a:pt x="925" y="1414"/>
                    <a:pt x="930" y="1409"/>
                    <a:pt x="936" y="1405"/>
                  </a:cubicBezTo>
                  <a:cubicBezTo>
                    <a:pt x="997" y="1364"/>
                    <a:pt x="1056" y="1321"/>
                    <a:pt x="1118" y="1284"/>
                  </a:cubicBezTo>
                  <a:cubicBezTo>
                    <a:pt x="1207" y="1230"/>
                    <a:pt x="1298" y="1181"/>
                    <a:pt x="1388" y="1129"/>
                  </a:cubicBezTo>
                  <a:cubicBezTo>
                    <a:pt x="1419" y="1112"/>
                    <a:pt x="1447" y="1090"/>
                    <a:pt x="1479" y="1077"/>
                  </a:cubicBezTo>
                  <a:cubicBezTo>
                    <a:pt x="1591" y="1031"/>
                    <a:pt x="1702" y="986"/>
                    <a:pt x="1815" y="946"/>
                  </a:cubicBezTo>
                  <a:cubicBezTo>
                    <a:pt x="1936" y="903"/>
                    <a:pt x="2062" y="881"/>
                    <a:pt x="2192" y="889"/>
                  </a:cubicBezTo>
                  <a:cubicBezTo>
                    <a:pt x="2267" y="894"/>
                    <a:pt x="2340" y="910"/>
                    <a:pt x="2408" y="943"/>
                  </a:cubicBezTo>
                  <a:cubicBezTo>
                    <a:pt x="2525" y="997"/>
                    <a:pt x="2620" y="1077"/>
                    <a:pt x="2701" y="1175"/>
                  </a:cubicBezTo>
                  <a:cubicBezTo>
                    <a:pt x="2792" y="1284"/>
                    <a:pt x="2861" y="1406"/>
                    <a:pt x="2917" y="1535"/>
                  </a:cubicBezTo>
                  <a:cubicBezTo>
                    <a:pt x="2948" y="1604"/>
                    <a:pt x="2975" y="1676"/>
                    <a:pt x="3003" y="1746"/>
                  </a:cubicBezTo>
                  <a:cubicBezTo>
                    <a:pt x="3005" y="1751"/>
                    <a:pt x="3008" y="1758"/>
                    <a:pt x="3011" y="1758"/>
                  </a:cubicBezTo>
                  <a:cubicBezTo>
                    <a:pt x="3028" y="1759"/>
                    <a:pt x="3046" y="1759"/>
                    <a:pt x="3063" y="1757"/>
                  </a:cubicBezTo>
                  <a:cubicBezTo>
                    <a:pt x="3073" y="1756"/>
                    <a:pt x="3077" y="1748"/>
                    <a:pt x="3074" y="1738"/>
                  </a:cubicBezTo>
                  <a:cubicBezTo>
                    <a:pt x="3059" y="1682"/>
                    <a:pt x="3047" y="1626"/>
                    <a:pt x="3028" y="1572"/>
                  </a:cubicBezTo>
                  <a:cubicBezTo>
                    <a:pt x="2979" y="1424"/>
                    <a:pt x="2903" y="1291"/>
                    <a:pt x="2798" y="1175"/>
                  </a:cubicBezTo>
                  <a:cubicBezTo>
                    <a:pt x="2748" y="1119"/>
                    <a:pt x="2692" y="1067"/>
                    <a:pt x="2636" y="1015"/>
                  </a:cubicBezTo>
                  <a:cubicBezTo>
                    <a:pt x="2556" y="939"/>
                    <a:pt x="2462" y="889"/>
                    <a:pt x="2356" y="861"/>
                  </a:cubicBezTo>
                  <a:cubicBezTo>
                    <a:pt x="2244" y="831"/>
                    <a:pt x="2132" y="831"/>
                    <a:pt x="2018" y="843"/>
                  </a:cubicBezTo>
                  <a:cubicBezTo>
                    <a:pt x="1942" y="851"/>
                    <a:pt x="1867" y="867"/>
                    <a:pt x="1793" y="886"/>
                  </a:cubicBezTo>
                  <a:cubicBezTo>
                    <a:pt x="1611" y="933"/>
                    <a:pt x="1437" y="1005"/>
                    <a:pt x="1262" y="1071"/>
                  </a:cubicBezTo>
                  <a:cubicBezTo>
                    <a:pt x="1186" y="1099"/>
                    <a:pt x="1119" y="1145"/>
                    <a:pt x="1052" y="1188"/>
                  </a:cubicBezTo>
                  <a:cubicBezTo>
                    <a:pt x="1005" y="1217"/>
                    <a:pt x="958" y="1246"/>
                    <a:pt x="910" y="1271"/>
                  </a:cubicBezTo>
                  <a:cubicBezTo>
                    <a:pt x="875" y="1288"/>
                    <a:pt x="836" y="1295"/>
                    <a:pt x="796" y="1283"/>
                  </a:cubicBezTo>
                  <a:cubicBezTo>
                    <a:pt x="753" y="1270"/>
                    <a:pt x="722" y="1240"/>
                    <a:pt x="695" y="1206"/>
                  </a:cubicBezTo>
                  <a:cubicBezTo>
                    <a:pt x="693" y="1203"/>
                    <a:pt x="694" y="1195"/>
                    <a:pt x="697" y="1193"/>
                  </a:cubicBezTo>
                  <a:cubicBezTo>
                    <a:pt x="712" y="1178"/>
                    <a:pt x="726" y="1162"/>
                    <a:pt x="743" y="1149"/>
                  </a:cubicBezTo>
                  <a:cubicBezTo>
                    <a:pt x="785" y="1116"/>
                    <a:pt x="834" y="1094"/>
                    <a:pt x="883" y="1074"/>
                  </a:cubicBezTo>
                  <a:cubicBezTo>
                    <a:pt x="967" y="1039"/>
                    <a:pt x="1052" y="1006"/>
                    <a:pt x="1136" y="972"/>
                  </a:cubicBezTo>
                  <a:cubicBezTo>
                    <a:pt x="1155" y="965"/>
                    <a:pt x="1172" y="956"/>
                    <a:pt x="1191" y="950"/>
                  </a:cubicBezTo>
                  <a:cubicBezTo>
                    <a:pt x="1243" y="933"/>
                    <a:pt x="1296" y="918"/>
                    <a:pt x="1347" y="901"/>
                  </a:cubicBezTo>
                  <a:cubicBezTo>
                    <a:pt x="1453" y="865"/>
                    <a:pt x="1558" y="827"/>
                    <a:pt x="1664" y="792"/>
                  </a:cubicBezTo>
                  <a:cubicBezTo>
                    <a:pt x="1763" y="759"/>
                    <a:pt x="1864" y="734"/>
                    <a:pt x="1967" y="722"/>
                  </a:cubicBezTo>
                  <a:cubicBezTo>
                    <a:pt x="2041" y="713"/>
                    <a:pt x="2115" y="712"/>
                    <a:pt x="2190" y="720"/>
                  </a:cubicBezTo>
                  <a:cubicBezTo>
                    <a:pt x="2225" y="724"/>
                    <a:pt x="2261" y="727"/>
                    <a:pt x="2296" y="732"/>
                  </a:cubicBezTo>
                  <a:cubicBezTo>
                    <a:pt x="2394" y="747"/>
                    <a:pt x="2483" y="785"/>
                    <a:pt x="2566" y="837"/>
                  </a:cubicBezTo>
                  <a:cubicBezTo>
                    <a:pt x="2685" y="912"/>
                    <a:pt x="2785" y="1008"/>
                    <a:pt x="2875" y="1115"/>
                  </a:cubicBezTo>
                  <a:cubicBezTo>
                    <a:pt x="3031" y="1301"/>
                    <a:pt x="3152" y="1509"/>
                    <a:pt x="3253" y="1729"/>
                  </a:cubicBezTo>
                  <a:cubicBezTo>
                    <a:pt x="3263" y="1751"/>
                    <a:pt x="3275" y="1759"/>
                    <a:pt x="3298" y="1758"/>
                  </a:cubicBezTo>
                  <a:cubicBezTo>
                    <a:pt x="3364" y="1754"/>
                    <a:pt x="3430" y="1750"/>
                    <a:pt x="3496" y="1747"/>
                  </a:cubicBezTo>
                  <a:cubicBezTo>
                    <a:pt x="3496" y="1744"/>
                    <a:pt x="3496" y="1740"/>
                    <a:pt x="3496" y="1737"/>
                  </a:cubicBezTo>
                  <a:cubicBezTo>
                    <a:pt x="3494" y="1735"/>
                    <a:pt x="3491" y="1733"/>
                    <a:pt x="3490" y="17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2D1EC199-7ECD-17C7-5908-2FCDEDC8A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3919538"/>
              <a:ext cx="538163" cy="1330325"/>
            </a:xfrm>
            <a:custGeom>
              <a:avLst/>
              <a:gdLst>
                <a:gd name="T0" fmla="*/ 434 w 437"/>
                <a:gd name="T1" fmla="*/ 924 h 1083"/>
                <a:gd name="T2" fmla="*/ 429 w 437"/>
                <a:gd name="T3" fmla="*/ 761 h 1083"/>
                <a:gd name="T4" fmla="*/ 427 w 437"/>
                <a:gd name="T5" fmla="*/ 657 h 1083"/>
                <a:gd name="T6" fmla="*/ 424 w 437"/>
                <a:gd name="T7" fmla="*/ 530 h 1083"/>
                <a:gd name="T8" fmla="*/ 422 w 437"/>
                <a:gd name="T9" fmla="*/ 357 h 1083"/>
                <a:gd name="T10" fmla="*/ 421 w 437"/>
                <a:gd name="T11" fmla="*/ 331 h 1083"/>
                <a:gd name="T12" fmla="*/ 420 w 437"/>
                <a:gd name="T13" fmla="*/ 290 h 1083"/>
                <a:gd name="T14" fmla="*/ 414 w 437"/>
                <a:gd name="T15" fmla="*/ 31 h 1083"/>
                <a:gd name="T16" fmla="*/ 392 w 437"/>
                <a:gd name="T17" fmla="*/ 2 h 1083"/>
                <a:gd name="T18" fmla="*/ 363 w 437"/>
                <a:gd name="T19" fmla="*/ 25 h 1083"/>
                <a:gd name="T20" fmla="*/ 260 w 437"/>
                <a:gd name="T21" fmla="*/ 457 h 1083"/>
                <a:gd name="T22" fmla="*/ 203 w 437"/>
                <a:gd name="T23" fmla="*/ 696 h 1083"/>
                <a:gd name="T24" fmla="*/ 198 w 437"/>
                <a:gd name="T25" fmla="*/ 709 h 1083"/>
                <a:gd name="T26" fmla="*/ 195 w 437"/>
                <a:gd name="T27" fmla="*/ 697 h 1083"/>
                <a:gd name="T28" fmla="*/ 118 w 437"/>
                <a:gd name="T29" fmla="*/ 341 h 1083"/>
                <a:gd name="T30" fmla="*/ 56 w 437"/>
                <a:gd name="T31" fmla="*/ 54 h 1083"/>
                <a:gd name="T32" fmla="*/ 50 w 437"/>
                <a:gd name="T33" fmla="*/ 28 h 1083"/>
                <a:gd name="T34" fmla="*/ 21 w 437"/>
                <a:gd name="T35" fmla="*/ 10 h 1083"/>
                <a:gd name="T36" fmla="*/ 0 w 437"/>
                <a:gd name="T37" fmla="*/ 35 h 1083"/>
                <a:gd name="T38" fmla="*/ 0 w 437"/>
                <a:gd name="T39" fmla="*/ 50 h 1083"/>
                <a:gd name="T40" fmla="*/ 3 w 437"/>
                <a:gd name="T41" fmla="*/ 388 h 1083"/>
                <a:gd name="T42" fmla="*/ 3 w 437"/>
                <a:gd name="T43" fmla="*/ 395 h 1083"/>
                <a:gd name="T44" fmla="*/ 5 w 437"/>
                <a:gd name="T45" fmla="*/ 527 h 1083"/>
                <a:gd name="T46" fmla="*/ 8 w 437"/>
                <a:gd name="T47" fmla="*/ 816 h 1083"/>
                <a:gd name="T48" fmla="*/ 8 w 437"/>
                <a:gd name="T49" fmla="*/ 834 h 1083"/>
                <a:gd name="T50" fmla="*/ 28 w 437"/>
                <a:gd name="T51" fmla="*/ 855 h 1083"/>
                <a:gd name="T52" fmla="*/ 59 w 437"/>
                <a:gd name="T53" fmla="*/ 828 h 1083"/>
                <a:gd name="T54" fmla="*/ 58 w 437"/>
                <a:gd name="T55" fmla="*/ 703 h 1083"/>
                <a:gd name="T56" fmla="*/ 55 w 437"/>
                <a:gd name="T57" fmla="*/ 316 h 1083"/>
                <a:gd name="T58" fmla="*/ 55 w 437"/>
                <a:gd name="T59" fmla="*/ 306 h 1083"/>
                <a:gd name="T60" fmla="*/ 60 w 437"/>
                <a:gd name="T61" fmla="*/ 317 h 1083"/>
                <a:gd name="T62" fmla="*/ 170 w 437"/>
                <a:gd name="T63" fmla="*/ 830 h 1083"/>
                <a:gd name="T64" fmla="*/ 197 w 437"/>
                <a:gd name="T65" fmla="*/ 856 h 1083"/>
                <a:gd name="T66" fmla="*/ 223 w 437"/>
                <a:gd name="T67" fmla="*/ 831 h 1083"/>
                <a:gd name="T68" fmla="*/ 250 w 437"/>
                <a:gd name="T69" fmla="*/ 721 h 1083"/>
                <a:gd name="T70" fmla="*/ 360 w 437"/>
                <a:gd name="T71" fmla="*/ 256 h 1083"/>
                <a:gd name="T72" fmla="*/ 365 w 437"/>
                <a:gd name="T73" fmla="*/ 239 h 1083"/>
                <a:gd name="T74" fmla="*/ 367 w 437"/>
                <a:gd name="T75" fmla="*/ 240 h 1083"/>
                <a:gd name="T76" fmla="*/ 378 w 437"/>
                <a:gd name="T77" fmla="*/ 698 h 1083"/>
                <a:gd name="T78" fmla="*/ 378 w 437"/>
                <a:gd name="T79" fmla="*/ 713 h 1083"/>
                <a:gd name="T80" fmla="*/ 380 w 437"/>
                <a:gd name="T81" fmla="*/ 816 h 1083"/>
                <a:gd name="T82" fmla="*/ 381 w 437"/>
                <a:gd name="T83" fmla="*/ 824 h 1083"/>
                <a:gd name="T84" fmla="*/ 385 w 437"/>
                <a:gd name="T85" fmla="*/ 1029 h 1083"/>
                <a:gd name="T86" fmla="*/ 386 w 437"/>
                <a:gd name="T87" fmla="*/ 1055 h 1083"/>
                <a:gd name="T88" fmla="*/ 396 w 437"/>
                <a:gd name="T89" fmla="*/ 1083 h 1083"/>
                <a:gd name="T90" fmla="*/ 427 w 437"/>
                <a:gd name="T91" fmla="*/ 1083 h 1083"/>
                <a:gd name="T92" fmla="*/ 436 w 437"/>
                <a:gd name="T93" fmla="*/ 1051 h 1083"/>
                <a:gd name="T94" fmla="*/ 435 w 437"/>
                <a:gd name="T95" fmla="*/ 950 h 1083"/>
                <a:gd name="T96" fmla="*/ 434 w 437"/>
                <a:gd name="T97" fmla="*/ 924 h 1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37" h="1083">
                  <a:moveTo>
                    <a:pt x="434" y="924"/>
                  </a:moveTo>
                  <a:cubicBezTo>
                    <a:pt x="433" y="870"/>
                    <a:pt x="431" y="816"/>
                    <a:pt x="429" y="761"/>
                  </a:cubicBezTo>
                  <a:cubicBezTo>
                    <a:pt x="428" y="726"/>
                    <a:pt x="428" y="692"/>
                    <a:pt x="427" y="657"/>
                  </a:cubicBezTo>
                  <a:cubicBezTo>
                    <a:pt x="426" y="614"/>
                    <a:pt x="425" y="572"/>
                    <a:pt x="424" y="530"/>
                  </a:cubicBezTo>
                  <a:cubicBezTo>
                    <a:pt x="423" y="472"/>
                    <a:pt x="423" y="414"/>
                    <a:pt x="422" y="357"/>
                  </a:cubicBezTo>
                  <a:cubicBezTo>
                    <a:pt x="422" y="348"/>
                    <a:pt x="421" y="340"/>
                    <a:pt x="421" y="331"/>
                  </a:cubicBezTo>
                  <a:cubicBezTo>
                    <a:pt x="421" y="317"/>
                    <a:pt x="420" y="304"/>
                    <a:pt x="420" y="290"/>
                  </a:cubicBezTo>
                  <a:cubicBezTo>
                    <a:pt x="418" y="204"/>
                    <a:pt x="416" y="117"/>
                    <a:pt x="414" y="31"/>
                  </a:cubicBezTo>
                  <a:cubicBezTo>
                    <a:pt x="414" y="14"/>
                    <a:pt x="406" y="3"/>
                    <a:pt x="392" y="2"/>
                  </a:cubicBezTo>
                  <a:cubicBezTo>
                    <a:pt x="377" y="0"/>
                    <a:pt x="367" y="8"/>
                    <a:pt x="363" y="25"/>
                  </a:cubicBezTo>
                  <a:cubicBezTo>
                    <a:pt x="328" y="169"/>
                    <a:pt x="294" y="313"/>
                    <a:pt x="260" y="457"/>
                  </a:cubicBezTo>
                  <a:cubicBezTo>
                    <a:pt x="241" y="537"/>
                    <a:pt x="222" y="616"/>
                    <a:pt x="203" y="696"/>
                  </a:cubicBezTo>
                  <a:cubicBezTo>
                    <a:pt x="202" y="699"/>
                    <a:pt x="200" y="702"/>
                    <a:pt x="198" y="709"/>
                  </a:cubicBezTo>
                  <a:cubicBezTo>
                    <a:pt x="196" y="702"/>
                    <a:pt x="195" y="700"/>
                    <a:pt x="195" y="697"/>
                  </a:cubicBezTo>
                  <a:cubicBezTo>
                    <a:pt x="169" y="578"/>
                    <a:pt x="143" y="460"/>
                    <a:pt x="118" y="341"/>
                  </a:cubicBezTo>
                  <a:cubicBezTo>
                    <a:pt x="97" y="246"/>
                    <a:pt x="76" y="150"/>
                    <a:pt x="56" y="54"/>
                  </a:cubicBezTo>
                  <a:cubicBezTo>
                    <a:pt x="54" y="45"/>
                    <a:pt x="52" y="37"/>
                    <a:pt x="50" y="28"/>
                  </a:cubicBezTo>
                  <a:cubicBezTo>
                    <a:pt x="45" y="15"/>
                    <a:pt x="34" y="8"/>
                    <a:pt x="21" y="10"/>
                  </a:cubicBezTo>
                  <a:cubicBezTo>
                    <a:pt x="9" y="12"/>
                    <a:pt x="1" y="22"/>
                    <a:pt x="0" y="35"/>
                  </a:cubicBezTo>
                  <a:cubicBezTo>
                    <a:pt x="0" y="40"/>
                    <a:pt x="0" y="45"/>
                    <a:pt x="0" y="50"/>
                  </a:cubicBezTo>
                  <a:cubicBezTo>
                    <a:pt x="1" y="163"/>
                    <a:pt x="2" y="275"/>
                    <a:pt x="3" y="388"/>
                  </a:cubicBezTo>
                  <a:cubicBezTo>
                    <a:pt x="3" y="390"/>
                    <a:pt x="3" y="393"/>
                    <a:pt x="3" y="395"/>
                  </a:cubicBezTo>
                  <a:cubicBezTo>
                    <a:pt x="4" y="439"/>
                    <a:pt x="5" y="483"/>
                    <a:pt x="5" y="527"/>
                  </a:cubicBezTo>
                  <a:cubicBezTo>
                    <a:pt x="6" y="623"/>
                    <a:pt x="7" y="720"/>
                    <a:pt x="8" y="816"/>
                  </a:cubicBezTo>
                  <a:cubicBezTo>
                    <a:pt x="8" y="822"/>
                    <a:pt x="8" y="828"/>
                    <a:pt x="8" y="834"/>
                  </a:cubicBezTo>
                  <a:cubicBezTo>
                    <a:pt x="10" y="845"/>
                    <a:pt x="17" y="853"/>
                    <a:pt x="28" y="855"/>
                  </a:cubicBezTo>
                  <a:cubicBezTo>
                    <a:pt x="46" y="859"/>
                    <a:pt x="60" y="847"/>
                    <a:pt x="59" y="828"/>
                  </a:cubicBezTo>
                  <a:cubicBezTo>
                    <a:pt x="59" y="786"/>
                    <a:pt x="58" y="745"/>
                    <a:pt x="58" y="703"/>
                  </a:cubicBezTo>
                  <a:cubicBezTo>
                    <a:pt x="57" y="574"/>
                    <a:pt x="56" y="445"/>
                    <a:pt x="55" y="316"/>
                  </a:cubicBezTo>
                  <a:cubicBezTo>
                    <a:pt x="55" y="313"/>
                    <a:pt x="55" y="309"/>
                    <a:pt x="55" y="306"/>
                  </a:cubicBezTo>
                  <a:cubicBezTo>
                    <a:pt x="58" y="310"/>
                    <a:pt x="59" y="313"/>
                    <a:pt x="60" y="317"/>
                  </a:cubicBezTo>
                  <a:cubicBezTo>
                    <a:pt x="97" y="488"/>
                    <a:pt x="133" y="659"/>
                    <a:pt x="170" y="830"/>
                  </a:cubicBezTo>
                  <a:cubicBezTo>
                    <a:pt x="174" y="847"/>
                    <a:pt x="183" y="856"/>
                    <a:pt x="197" y="856"/>
                  </a:cubicBezTo>
                  <a:cubicBezTo>
                    <a:pt x="211" y="856"/>
                    <a:pt x="219" y="848"/>
                    <a:pt x="223" y="831"/>
                  </a:cubicBezTo>
                  <a:cubicBezTo>
                    <a:pt x="232" y="794"/>
                    <a:pt x="241" y="758"/>
                    <a:pt x="250" y="721"/>
                  </a:cubicBezTo>
                  <a:cubicBezTo>
                    <a:pt x="287" y="566"/>
                    <a:pt x="323" y="411"/>
                    <a:pt x="360" y="256"/>
                  </a:cubicBezTo>
                  <a:cubicBezTo>
                    <a:pt x="362" y="250"/>
                    <a:pt x="364" y="245"/>
                    <a:pt x="365" y="239"/>
                  </a:cubicBezTo>
                  <a:cubicBezTo>
                    <a:pt x="366" y="239"/>
                    <a:pt x="366" y="240"/>
                    <a:pt x="367" y="240"/>
                  </a:cubicBezTo>
                  <a:cubicBezTo>
                    <a:pt x="370" y="393"/>
                    <a:pt x="374" y="545"/>
                    <a:pt x="378" y="698"/>
                  </a:cubicBezTo>
                  <a:cubicBezTo>
                    <a:pt x="378" y="703"/>
                    <a:pt x="378" y="708"/>
                    <a:pt x="378" y="713"/>
                  </a:cubicBezTo>
                  <a:cubicBezTo>
                    <a:pt x="379" y="748"/>
                    <a:pt x="380" y="782"/>
                    <a:pt x="380" y="816"/>
                  </a:cubicBezTo>
                  <a:cubicBezTo>
                    <a:pt x="381" y="819"/>
                    <a:pt x="381" y="821"/>
                    <a:pt x="381" y="824"/>
                  </a:cubicBezTo>
                  <a:cubicBezTo>
                    <a:pt x="382" y="892"/>
                    <a:pt x="384" y="961"/>
                    <a:pt x="385" y="1029"/>
                  </a:cubicBezTo>
                  <a:cubicBezTo>
                    <a:pt x="386" y="1038"/>
                    <a:pt x="386" y="1046"/>
                    <a:pt x="386" y="1055"/>
                  </a:cubicBezTo>
                  <a:cubicBezTo>
                    <a:pt x="389" y="1064"/>
                    <a:pt x="393" y="1074"/>
                    <a:pt x="396" y="1083"/>
                  </a:cubicBezTo>
                  <a:cubicBezTo>
                    <a:pt x="406" y="1083"/>
                    <a:pt x="416" y="1083"/>
                    <a:pt x="427" y="1083"/>
                  </a:cubicBezTo>
                  <a:cubicBezTo>
                    <a:pt x="430" y="1072"/>
                    <a:pt x="436" y="1061"/>
                    <a:pt x="436" y="1051"/>
                  </a:cubicBezTo>
                  <a:cubicBezTo>
                    <a:pt x="437" y="1017"/>
                    <a:pt x="435" y="983"/>
                    <a:pt x="435" y="950"/>
                  </a:cubicBezTo>
                  <a:cubicBezTo>
                    <a:pt x="434" y="941"/>
                    <a:pt x="434" y="933"/>
                    <a:pt x="434" y="9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83887C9E-2352-F6D6-B6B4-ED7A39AB8F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7725" y="3698875"/>
              <a:ext cx="382588" cy="1282700"/>
            </a:xfrm>
            <a:custGeom>
              <a:avLst/>
              <a:gdLst>
                <a:gd name="T0" fmla="*/ 306 w 311"/>
                <a:gd name="T1" fmla="*/ 185 h 1044"/>
                <a:gd name="T2" fmla="*/ 305 w 311"/>
                <a:gd name="T3" fmla="*/ 32 h 1044"/>
                <a:gd name="T4" fmla="*/ 279 w 311"/>
                <a:gd name="T5" fmla="*/ 0 h 1044"/>
                <a:gd name="T6" fmla="*/ 254 w 311"/>
                <a:gd name="T7" fmla="*/ 32 h 1044"/>
                <a:gd name="T8" fmla="*/ 256 w 311"/>
                <a:gd name="T9" fmla="*/ 281 h 1044"/>
                <a:gd name="T10" fmla="*/ 258 w 311"/>
                <a:gd name="T11" fmla="*/ 834 h 1044"/>
                <a:gd name="T12" fmla="*/ 254 w 311"/>
                <a:gd name="T13" fmla="*/ 834 h 1044"/>
                <a:gd name="T14" fmla="*/ 71 w 311"/>
                <a:gd name="T15" fmla="*/ 252 h 1044"/>
                <a:gd name="T16" fmla="*/ 54 w 311"/>
                <a:gd name="T17" fmla="*/ 200 h 1044"/>
                <a:gd name="T18" fmla="*/ 26 w 311"/>
                <a:gd name="T19" fmla="*/ 183 h 1044"/>
                <a:gd name="T20" fmla="*/ 4 w 311"/>
                <a:gd name="T21" fmla="*/ 206 h 1044"/>
                <a:gd name="T22" fmla="*/ 4 w 311"/>
                <a:gd name="T23" fmla="*/ 222 h 1044"/>
                <a:gd name="T24" fmla="*/ 3 w 311"/>
                <a:gd name="T25" fmla="*/ 399 h 1044"/>
                <a:gd name="T26" fmla="*/ 0 w 311"/>
                <a:gd name="T27" fmla="*/ 1013 h 1044"/>
                <a:gd name="T28" fmla="*/ 26 w 311"/>
                <a:gd name="T29" fmla="*/ 1042 h 1044"/>
                <a:gd name="T30" fmla="*/ 51 w 311"/>
                <a:gd name="T31" fmla="*/ 1014 h 1044"/>
                <a:gd name="T32" fmla="*/ 53 w 311"/>
                <a:gd name="T33" fmla="*/ 734 h 1044"/>
                <a:gd name="T34" fmla="*/ 54 w 311"/>
                <a:gd name="T35" fmla="*/ 405 h 1044"/>
                <a:gd name="T36" fmla="*/ 55 w 311"/>
                <a:gd name="T37" fmla="*/ 388 h 1044"/>
                <a:gd name="T38" fmla="*/ 59 w 311"/>
                <a:gd name="T39" fmla="*/ 388 h 1044"/>
                <a:gd name="T40" fmla="*/ 61 w 311"/>
                <a:gd name="T41" fmla="*/ 394 h 1044"/>
                <a:gd name="T42" fmla="*/ 202 w 311"/>
                <a:gd name="T43" fmla="*/ 841 h 1044"/>
                <a:gd name="T44" fmla="*/ 260 w 311"/>
                <a:gd name="T45" fmla="*/ 1022 h 1044"/>
                <a:gd name="T46" fmla="*/ 283 w 311"/>
                <a:gd name="T47" fmla="*/ 1043 h 1044"/>
                <a:gd name="T48" fmla="*/ 311 w 311"/>
                <a:gd name="T49" fmla="*/ 1013 h 1044"/>
                <a:gd name="T50" fmla="*/ 308 w 311"/>
                <a:gd name="T51" fmla="*/ 653 h 1044"/>
                <a:gd name="T52" fmla="*/ 306 w 311"/>
                <a:gd name="T53" fmla="*/ 185 h 1044"/>
                <a:gd name="T54" fmla="*/ 257 w 311"/>
                <a:gd name="T55" fmla="*/ 838 h 1044"/>
                <a:gd name="T56" fmla="*/ 258 w 311"/>
                <a:gd name="T57" fmla="*/ 834 h 1044"/>
                <a:gd name="T58" fmla="*/ 258 w 311"/>
                <a:gd name="T59" fmla="*/ 834 h 1044"/>
                <a:gd name="T60" fmla="*/ 257 w 311"/>
                <a:gd name="T61" fmla="*/ 838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1" h="1044">
                  <a:moveTo>
                    <a:pt x="306" y="185"/>
                  </a:moveTo>
                  <a:cubicBezTo>
                    <a:pt x="306" y="134"/>
                    <a:pt x="306" y="83"/>
                    <a:pt x="305" y="32"/>
                  </a:cubicBezTo>
                  <a:cubicBezTo>
                    <a:pt x="305" y="13"/>
                    <a:pt x="295" y="0"/>
                    <a:pt x="279" y="0"/>
                  </a:cubicBezTo>
                  <a:cubicBezTo>
                    <a:pt x="264" y="0"/>
                    <a:pt x="254" y="12"/>
                    <a:pt x="254" y="32"/>
                  </a:cubicBezTo>
                  <a:cubicBezTo>
                    <a:pt x="254" y="115"/>
                    <a:pt x="255" y="198"/>
                    <a:pt x="256" y="281"/>
                  </a:cubicBezTo>
                  <a:cubicBezTo>
                    <a:pt x="257" y="465"/>
                    <a:pt x="258" y="650"/>
                    <a:pt x="258" y="834"/>
                  </a:cubicBezTo>
                  <a:cubicBezTo>
                    <a:pt x="257" y="834"/>
                    <a:pt x="256" y="834"/>
                    <a:pt x="254" y="834"/>
                  </a:cubicBezTo>
                  <a:cubicBezTo>
                    <a:pt x="193" y="640"/>
                    <a:pt x="132" y="446"/>
                    <a:pt x="71" y="252"/>
                  </a:cubicBezTo>
                  <a:cubicBezTo>
                    <a:pt x="65" y="235"/>
                    <a:pt x="60" y="217"/>
                    <a:pt x="54" y="200"/>
                  </a:cubicBezTo>
                  <a:cubicBezTo>
                    <a:pt x="50" y="187"/>
                    <a:pt x="38" y="181"/>
                    <a:pt x="26" y="183"/>
                  </a:cubicBezTo>
                  <a:cubicBezTo>
                    <a:pt x="14" y="184"/>
                    <a:pt x="6" y="193"/>
                    <a:pt x="4" y="206"/>
                  </a:cubicBezTo>
                  <a:cubicBezTo>
                    <a:pt x="4" y="211"/>
                    <a:pt x="4" y="217"/>
                    <a:pt x="4" y="222"/>
                  </a:cubicBezTo>
                  <a:cubicBezTo>
                    <a:pt x="4" y="281"/>
                    <a:pt x="3" y="340"/>
                    <a:pt x="3" y="399"/>
                  </a:cubicBezTo>
                  <a:cubicBezTo>
                    <a:pt x="2" y="604"/>
                    <a:pt x="1" y="808"/>
                    <a:pt x="0" y="1013"/>
                  </a:cubicBezTo>
                  <a:cubicBezTo>
                    <a:pt x="0" y="1030"/>
                    <a:pt x="11" y="1042"/>
                    <a:pt x="26" y="1042"/>
                  </a:cubicBezTo>
                  <a:cubicBezTo>
                    <a:pt x="41" y="1042"/>
                    <a:pt x="51" y="1030"/>
                    <a:pt x="51" y="1014"/>
                  </a:cubicBezTo>
                  <a:cubicBezTo>
                    <a:pt x="52" y="921"/>
                    <a:pt x="53" y="828"/>
                    <a:pt x="53" y="734"/>
                  </a:cubicBezTo>
                  <a:cubicBezTo>
                    <a:pt x="54" y="625"/>
                    <a:pt x="54" y="515"/>
                    <a:pt x="54" y="405"/>
                  </a:cubicBezTo>
                  <a:cubicBezTo>
                    <a:pt x="54" y="399"/>
                    <a:pt x="55" y="394"/>
                    <a:pt x="55" y="388"/>
                  </a:cubicBezTo>
                  <a:cubicBezTo>
                    <a:pt x="57" y="388"/>
                    <a:pt x="58" y="388"/>
                    <a:pt x="59" y="388"/>
                  </a:cubicBezTo>
                  <a:cubicBezTo>
                    <a:pt x="60" y="390"/>
                    <a:pt x="61" y="392"/>
                    <a:pt x="61" y="394"/>
                  </a:cubicBezTo>
                  <a:cubicBezTo>
                    <a:pt x="108" y="543"/>
                    <a:pt x="155" y="692"/>
                    <a:pt x="202" y="841"/>
                  </a:cubicBezTo>
                  <a:cubicBezTo>
                    <a:pt x="222" y="902"/>
                    <a:pt x="241" y="962"/>
                    <a:pt x="260" y="1022"/>
                  </a:cubicBezTo>
                  <a:cubicBezTo>
                    <a:pt x="263" y="1034"/>
                    <a:pt x="270" y="1042"/>
                    <a:pt x="283" y="1043"/>
                  </a:cubicBezTo>
                  <a:cubicBezTo>
                    <a:pt x="300" y="1044"/>
                    <a:pt x="311" y="1033"/>
                    <a:pt x="311" y="1013"/>
                  </a:cubicBezTo>
                  <a:cubicBezTo>
                    <a:pt x="310" y="893"/>
                    <a:pt x="309" y="773"/>
                    <a:pt x="308" y="653"/>
                  </a:cubicBezTo>
                  <a:cubicBezTo>
                    <a:pt x="308" y="497"/>
                    <a:pt x="307" y="341"/>
                    <a:pt x="306" y="185"/>
                  </a:cubicBezTo>
                  <a:close/>
                  <a:moveTo>
                    <a:pt x="257" y="838"/>
                  </a:moveTo>
                  <a:cubicBezTo>
                    <a:pt x="258" y="837"/>
                    <a:pt x="258" y="835"/>
                    <a:pt x="258" y="834"/>
                  </a:cubicBezTo>
                  <a:cubicBezTo>
                    <a:pt x="258" y="834"/>
                    <a:pt x="258" y="834"/>
                    <a:pt x="258" y="834"/>
                  </a:cubicBezTo>
                  <a:cubicBezTo>
                    <a:pt x="258" y="835"/>
                    <a:pt x="258" y="837"/>
                    <a:pt x="257" y="83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368042D0-F589-BFD5-017D-0446A10FA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2600" y="3771900"/>
              <a:ext cx="390525" cy="1236663"/>
            </a:xfrm>
            <a:custGeom>
              <a:avLst/>
              <a:gdLst>
                <a:gd name="T0" fmla="*/ 294 w 317"/>
                <a:gd name="T1" fmla="*/ 2 h 1006"/>
                <a:gd name="T2" fmla="*/ 267 w 317"/>
                <a:gd name="T3" fmla="*/ 20 h 1006"/>
                <a:gd name="T4" fmla="*/ 265 w 317"/>
                <a:gd name="T5" fmla="*/ 41 h 1006"/>
                <a:gd name="T6" fmla="*/ 265 w 317"/>
                <a:gd name="T7" fmla="*/ 785 h 1006"/>
                <a:gd name="T8" fmla="*/ 262 w 317"/>
                <a:gd name="T9" fmla="*/ 785 h 1006"/>
                <a:gd name="T10" fmla="*/ 87 w 317"/>
                <a:gd name="T11" fmla="*/ 239 h 1006"/>
                <a:gd name="T12" fmla="*/ 54 w 317"/>
                <a:gd name="T13" fmla="*/ 139 h 1006"/>
                <a:gd name="T14" fmla="*/ 18 w 317"/>
                <a:gd name="T15" fmla="*/ 121 h 1006"/>
                <a:gd name="T16" fmla="*/ 3 w 317"/>
                <a:gd name="T17" fmla="*/ 150 h 1006"/>
                <a:gd name="T18" fmla="*/ 1 w 317"/>
                <a:gd name="T19" fmla="*/ 528 h 1006"/>
                <a:gd name="T20" fmla="*/ 0 w 317"/>
                <a:gd name="T21" fmla="*/ 849 h 1006"/>
                <a:gd name="T22" fmla="*/ 1 w 317"/>
                <a:gd name="T23" fmla="*/ 978 h 1006"/>
                <a:gd name="T24" fmla="*/ 26 w 317"/>
                <a:gd name="T25" fmla="*/ 1005 h 1006"/>
                <a:gd name="T26" fmla="*/ 52 w 317"/>
                <a:gd name="T27" fmla="*/ 980 h 1006"/>
                <a:gd name="T28" fmla="*/ 52 w 317"/>
                <a:gd name="T29" fmla="*/ 970 h 1006"/>
                <a:gd name="T30" fmla="*/ 52 w 317"/>
                <a:gd name="T31" fmla="*/ 829 h 1006"/>
                <a:gd name="T32" fmla="*/ 54 w 317"/>
                <a:gd name="T33" fmla="*/ 354 h 1006"/>
                <a:gd name="T34" fmla="*/ 54 w 317"/>
                <a:gd name="T35" fmla="*/ 320 h 1006"/>
                <a:gd name="T36" fmla="*/ 57 w 317"/>
                <a:gd name="T37" fmla="*/ 319 h 1006"/>
                <a:gd name="T38" fmla="*/ 62 w 317"/>
                <a:gd name="T39" fmla="*/ 330 h 1006"/>
                <a:gd name="T40" fmla="*/ 86 w 317"/>
                <a:gd name="T41" fmla="*/ 405 h 1006"/>
                <a:gd name="T42" fmla="*/ 264 w 317"/>
                <a:gd name="T43" fmla="*/ 957 h 1006"/>
                <a:gd name="T44" fmla="*/ 295 w 317"/>
                <a:gd name="T45" fmla="*/ 983 h 1006"/>
                <a:gd name="T46" fmla="*/ 316 w 317"/>
                <a:gd name="T47" fmla="*/ 948 h 1006"/>
                <a:gd name="T48" fmla="*/ 316 w 317"/>
                <a:gd name="T49" fmla="*/ 37 h 1006"/>
                <a:gd name="T50" fmla="*/ 316 w 317"/>
                <a:gd name="T51" fmla="*/ 25 h 1006"/>
                <a:gd name="T52" fmla="*/ 294 w 317"/>
                <a:gd name="T53" fmla="*/ 2 h 10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7" h="1006">
                  <a:moveTo>
                    <a:pt x="294" y="2"/>
                  </a:moveTo>
                  <a:cubicBezTo>
                    <a:pt x="280" y="0"/>
                    <a:pt x="270" y="7"/>
                    <a:pt x="267" y="20"/>
                  </a:cubicBezTo>
                  <a:cubicBezTo>
                    <a:pt x="265" y="27"/>
                    <a:pt x="265" y="34"/>
                    <a:pt x="265" y="41"/>
                  </a:cubicBezTo>
                  <a:cubicBezTo>
                    <a:pt x="265" y="289"/>
                    <a:pt x="265" y="537"/>
                    <a:pt x="265" y="785"/>
                  </a:cubicBezTo>
                  <a:cubicBezTo>
                    <a:pt x="264" y="785"/>
                    <a:pt x="263" y="785"/>
                    <a:pt x="262" y="785"/>
                  </a:cubicBezTo>
                  <a:cubicBezTo>
                    <a:pt x="204" y="603"/>
                    <a:pt x="145" y="421"/>
                    <a:pt x="87" y="239"/>
                  </a:cubicBezTo>
                  <a:cubicBezTo>
                    <a:pt x="76" y="206"/>
                    <a:pt x="65" y="172"/>
                    <a:pt x="54" y="139"/>
                  </a:cubicBezTo>
                  <a:cubicBezTo>
                    <a:pt x="48" y="121"/>
                    <a:pt x="33" y="114"/>
                    <a:pt x="18" y="121"/>
                  </a:cubicBezTo>
                  <a:cubicBezTo>
                    <a:pt x="6" y="127"/>
                    <a:pt x="3" y="137"/>
                    <a:pt x="3" y="150"/>
                  </a:cubicBezTo>
                  <a:cubicBezTo>
                    <a:pt x="2" y="276"/>
                    <a:pt x="2" y="402"/>
                    <a:pt x="1" y="528"/>
                  </a:cubicBezTo>
                  <a:cubicBezTo>
                    <a:pt x="1" y="635"/>
                    <a:pt x="1" y="742"/>
                    <a:pt x="0" y="849"/>
                  </a:cubicBezTo>
                  <a:cubicBezTo>
                    <a:pt x="0" y="892"/>
                    <a:pt x="0" y="935"/>
                    <a:pt x="1" y="978"/>
                  </a:cubicBezTo>
                  <a:cubicBezTo>
                    <a:pt x="1" y="994"/>
                    <a:pt x="12" y="1005"/>
                    <a:pt x="26" y="1005"/>
                  </a:cubicBezTo>
                  <a:cubicBezTo>
                    <a:pt x="39" y="1006"/>
                    <a:pt x="50" y="995"/>
                    <a:pt x="52" y="980"/>
                  </a:cubicBezTo>
                  <a:cubicBezTo>
                    <a:pt x="52" y="977"/>
                    <a:pt x="52" y="973"/>
                    <a:pt x="52" y="970"/>
                  </a:cubicBezTo>
                  <a:cubicBezTo>
                    <a:pt x="52" y="923"/>
                    <a:pt x="52" y="876"/>
                    <a:pt x="52" y="829"/>
                  </a:cubicBezTo>
                  <a:cubicBezTo>
                    <a:pt x="53" y="670"/>
                    <a:pt x="53" y="512"/>
                    <a:pt x="54" y="354"/>
                  </a:cubicBezTo>
                  <a:cubicBezTo>
                    <a:pt x="54" y="343"/>
                    <a:pt x="54" y="331"/>
                    <a:pt x="54" y="320"/>
                  </a:cubicBezTo>
                  <a:cubicBezTo>
                    <a:pt x="55" y="320"/>
                    <a:pt x="56" y="320"/>
                    <a:pt x="57" y="319"/>
                  </a:cubicBezTo>
                  <a:cubicBezTo>
                    <a:pt x="59" y="323"/>
                    <a:pt x="60" y="327"/>
                    <a:pt x="62" y="330"/>
                  </a:cubicBezTo>
                  <a:cubicBezTo>
                    <a:pt x="70" y="355"/>
                    <a:pt x="78" y="380"/>
                    <a:pt x="86" y="405"/>
                  </a:cubicBezTo>
                  <a:cubicBezTo>
                    <a:pt x="145" y="589"/>
                    <a:pt x="204" y="773"/>
                    <a:pt x="264" y="957"/>
                  </a:cubicBezTo>
                  <a:cubicBezTo>
                    <a:pt x="270" y="978"/>
                    <a:pt x="279" y="985"/>
                    <a:pt x="295" y="983"/>
                  </a:cubicBezTo>
                  <a:cubicBezTo>
                    <a:pt x="310" y="981"/>
                    <a:pt x="316" y="971"/>
                    <a:pt x="316" y="948"/>
                  </a:cubicBezTo>
                  <a:cubicBezTo>
                    <a:pt x="316" y="644"/>
                    <a:pt x="316" y="340"/>
                    <a:pt x="316" y="37"/>
                  </a:cubicBezTo>
                  <a:cubicBezTo>
                    <a:pt x="316" y="33"/>
                    <a:pt x="317" y="29"/>
                    <a:pt x="316" y="25"/>
                  </a:cubicBezTo>
                  <a:cubicBezTo>
                    <a:pt x="315" y="12"/>
                    <a:pt x="306" y="3"/>
                    <a:pt x="294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5C45BFEA-7729-2B80-BD29-5FA62D326C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83225" y="3930650"/>
              <a:ext cx="555625" cy="1052513"/>
            </a:xfrm>
            <a:custGeom>
              <a:avLst/>
              <a:gdLst>
                <a:gd name="T0" fmla="*/ 408 w 452"/>
                <a:gd name="T1" fmla="*/ 658 h 857"/>
                <a:gd name="T2" fmla="*/ 377 w 452"/>
                <a:gd name="T3" fmla="*/ 659 h 857"/>
                <a:gd name="T4" fmla="*/ 358 w 452"/>
                <a:gd name="T5" fmla="*/ 643 h 857"/>
                <a:gd name="T6" fmla="*/ 256 w 452"/>
                <a:gd name="T7" fmla="*/ 52 h 857"/>
                <a:gd name="T8" fmla="*/ 248 w 452"/>
                <a:gd name="T9" fmla="*/ 17 h 857"/>
                <a:gd name="T10" fmla="*/ 224 w 452"/>
                <a:gd name="T11" fmla="*/ 0 h 857"/>
                <a:gd name="T12" fmla="*/ 201 w 452"/>
                <a:gd name="T13" fmla="*/ 17 h 857"/>
                <a:gd name="T14" fmla="*/ 197 w 452"/>
                <a:gd name="T15" fmla="*/ 30 h 857"/>
                <a:gd name="T16" fmla="*/ 64 w 452"/>
                <a:gd name="T17" fmla="*/ 571 h 857"/>
                <a:gd name="T18" fmla="*/ 5 w 452"/>
                <a:gd name="T19" fmla="*/ 815 h 857"/>
                <a:gd name="T20" fmla="*/ 21 w 452"/>
                <a:gd name="T21" fmla="*/ 853 h 857"/>
                <a:gd name="T22" fmla="*/ 55 w 452"/>
                <a:gd name="T23" fmla="*/ 828 h 857"/>
                <a:gd name="T24" fmla="*/ 71 w 452"/>
                <a:gd name="T25" fmla="*/ 758 h 857"/>
                <a:gd name="T26" fmla="*/ 91 w 452"/>
                <a:gd name="T27" fmla="*/ 743 h 857"/>
                <a:gd name="T28" fmla="*/ 311 w 452"/>
                <a:gd name="T29" fmla="*/ 745 h 857"/>
                <a:gd name="T30" fmla="*/ 326 w 452"/>
                <a:gd name="T31" fmla="*/ 758 h 857"/>
                <a:gd name="T32" fmla="*/ 340 w 452"/>
                <a:gd name="T33" fmla="*/ 834 h 857"/>
                <a:gd name="T34" fmla="*/ 363 w 452"/>
                <a:gd name="T35" fmla="*/ 856 h 857"/>
                <a:gd name="T36" fmla="*/ 388 w 452"/>
                <a:gd name="T37" fmla="*/ 840 h 857"/>
                <a:gd name="T38" fmla="*/ 389 w 452"/>
                <a:gd name="T39" fmla="*/ 817 h 857"/>
                <a:gd name="T40" fmla="*/ 378 w 452"/>
                <a:gd name="T41" fmla="*/ 759 h 857"/>
                <a:gd name="T42" fmla="*/ 390 w 452"/>
                <a:gd name="T43" fmla="*/ 746 h 857"/>
                <a:gd name="T44" fmla="*/ 409 w 452"/>
                <a:gd name="T45" fmla="*/ 746 h 857"/>
                <a:gd name="T46" fmla="*/ 451 w 452"/>
                <a:gd name="T47" fmla="*/ 702 h 857"/>
                <a:gd name="T48" fmla="*/ 408 w 452"/>
                <a:gd name="T49" fmla="*/ 658 h 857"/>
                <a:gd name="T50" fmla="*/ 97 w 452"/>
                <a:gd name="T51" fmla="*/ 655 h 857"/>
                <a:gd name="T52" fmla="*/ 218 w 452"/>
                <a:gd name="T53" fmla="*/ 161 h 857"/>
                <a:gd name="T54" fmla="*/ 222 w 452"/>
                <a:gd name="T55" fmla="*/ 161 h 857"/>
                <a:gd name="T56" fmla="*/ 308 w 452"/>
                <a:gd name="T57" fmla="*/ 655 h 857"/>
                <a:gd name="T58" fmla="*/ 97 w 452"/>
                <a:gd name="T59" fmla="*/ 655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52" h="857">
                  <a:moveTo>
                    <a:pt x="408" y="658"/>
                  </a:moveTo>
                  <a:cubicBezTo>
                    <a:pt x="397" y="658"/>
                    <a:pt x="387" y="657"/>
                    <a:pt x="377" y="659"/>
                  </a:cubicBezTo>
                  <a:cubicBezTo>
                    <a:pt x="364" y="660"/>
                    <a:pt x="360" y="655"/>
                    <a:pt x="358" y="643"/>
                  </a:cubicBezTo>
                  <a:cubicBezTo>
                    <a:pt x="324" y="446"/>
                    <a:pt x="290" y="249"/>
                    <a:pt x="256" y="52"/>
                  </a:cubicBezTo>
                  <a:cubicBezTo>
                    <a:pt x="254" y="40"/>
                    <a:pt x="252" y="28"/>
                    <a:pt x="248" y="17"/>
                  </a:cubicBezTo>
                  <a:cubicBezTo>
                    <a:pt x="245" y="5"/>
                    <a:pt x="236" y="0"/>
                    <a:pt x="224" y="0"/>
                  </a:cubicBezTo>
                  <a:cubicBezTo>
                    <a:pt x="212" y="1"/>
                    <a:pt x="204" y="7"/>
                    <a:pt x="201" y="17"/>
                  </a:cubicBezTo>
                  <a:cubicBezTo>
                    <a:pt x="199" y="21"/>
                    <a:pt x="198" y="26"/>
                    <a:pt x="197" y="30"/>
                  </a:cubicBezTo>
                  <a:cubicBezTo>
                    <a:pt x="153" y="210"/>
                    <a:pt x="109" y="391"/>
                    <a:pt x="64" y="571"/>
                  </a:cubicBezTo>
                  <a:cubicBezTo>
                    <a:pt x="44" y="653"/>
                    <a:pt x="24" y="734"/>
                    <a:pt x="5" y="815"/>
                  </a:cubicBezTo>
                  <a:cubicBezTo>
                    <a:pt x="0" y="835"/>
                    <a:pt x="6" y="849"/>
                    <a:pt x="21" y="853"/>
                  </a:cubicBezTo>
                  <a:cubicBezTo>
                    <a:pt x="37" y="857"/>
                    <a:pt x="50" y="847"/>
                    <a:pt x="55" y="828"/>
                  </a:cubicBezTo>
                  <a:cubicBezTo>
                    <a:pt x="60" y="805"/>
                    <a:pt x="67" y="781"/>
                    <a:pt x="71" y="758"/>
                  </a:cubicBezTo>
                  <a:cubicBezTo>
                    <a:pt x="74" y="746"/>
                    <a:pt x="79" y="743"/>
                    <a:pt x="91" y="743"/>
                  </a:cubicBezTo>
                  <a:cubicBezTo>
                    <a:pt x="164" y="744"/>
                    <a:pt x="238" y="745"/>
                    <a:pt x="311" y="745"/>
                  </a:cubicBezTo>
                  <a:cubicBezTo>
                    <a:pt x="321" y="745"/>
                    <a:pt x="325" y="748"/>
                    <a:pt x="326" y="758"/>
                  </a:cubicBezTo>
                  <a:cubicBezTo>
                    <a:pt x="330" y="783"/>
                    <a:pt x="335" y="809"/>
                    <a:pt x="340" y="834"/>
                  </a:cubicBezTo>
                  <a:cubicBezTo>
                    <a:pt x="342" y="847"/>
                    <a:pt x="351" y="855"/>
                    <a:pt x="363" y="856"/>
                  </a:cubicBezTo>
                  <a:cubicBezTo>
                    <a:pt x="375" y="856"/>
                    <a:pt x="384" y="851"/>
                    <a:pt x="388" y="840"/>
                  </a:cubicBezTo>
                  <a:cubicBezTo>
                    <a:pt x="391" y="833"/>
                    <a:pt x="390" y="825"/>
                    <a:pt x="389" y="817"/>
                  </a:cubicBezTo>
                  <a:cubicBezTo>
                    <a:pt x="386" y="798"/>
                    <a:pt x="382" y="778"/>
                    <a:pt x="378" y="759"/>
                  </a:cubicBezTo>
                  <a:cubicBezTo>
                    <a:pt x="376" y="748"/>
                    <a:pt x="380" y="745"/>
                    <a:pt x="390" y="746"/>
                  </a:cubicBezTo>
                  <a:cubicBezTo>
                    <a:pt x="396" y="746"/>
                    <a:pt x="403" y="746"/>
                    <a:pt x="409" y="746"/>
                  </a:cubicBezTo>
                  <a:cubicBezTo>
                    <a:pt x="433" y="744"/>
                    <a:pt x="451" y="725"/>
                    <a:pt x="451" y="702"/>
                  </a:cubicBezTo>
                  <a:cubicBezTo>
                    <a:pt x="452" y="678"/>
                    <a:pt x="432" y="658"/>
                    <a:pt x="408" y="658"/>
                  </a:cubicBezTo>
                  <a:close/>
                  <a:moveTo>
                    <a:pt x="97" y="655"/>
                  </a:moveTo>
                  <a:cubicBezTo>
                    <a:pt x="138" y="489"/>
                    <a:pt x="178" y="325"/>
                    <a:pt x="218" y="161"/>
                  </a:cubicBezTo>
                  <a:cubicBezTo>
                    <a:pt x="219" y="161"/>
                    <a:pt x="221" y="161"/>
                    <a:pt x="222" y="161"/>
                  </a:cubicBezTo>
                  <a:cubicBezTo>
                    <a:pt x="251" y="325"/>
                    <a:pt x="279" y="489"/>
                    <a:pt x="308" y="655"/>
                  </a:cubicBezTo>
                  <a:cubicBezTo>
                    <a:pt x="237" y="655"/>
                    <a:pt x="169" y="655"/>
                    <a:pt x="97" y="6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F41CB2CE-44FE-660E-76CC-CA263AFB69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65588" y="3922713"/>
              <a:ext cx="554038" cy="1060450"/>
            </a:xfrm>
            <a:custGeom>
              <a:avLst/>
              <a:gdLst>
                <a:gd name="T0" fmla="*/ 406 w 451"/>
                <a:gd name="T1" fmla="*/ 663 h 864"/>
                <a:gd name="T2" fmla="*/ 373 w 451"/>
                <a:gd name="T3" fmla="*/ 663 h 864"/>
                <a:gd name="T4" fmla="*/ 358 w 451"/>
                <a:gd name="T5" fmla="*/ 650 h 864"/>
                <a:gd name="T6" fmla="*/ 299 w 451"/>
                <a:gd name="T7" fmla="*/ 308 h 864"/>
                <a:gd name="T8" fmla="*/ 274 w 451"/>
                <a:gd name="T9" fmla="*/ 165 h 864"/>
                <a:gd name="T10" fmla="*/ 249 w 451"/>
                <a:gd name="T11" fmla="*/ 27 h 864"/>
                <a:gd name="T12" fmla="*/ 214 w 451"/>
                <a:gd name="T13" fmla="*/ 6 h 864"/>
                <a:gd name="T14" fmla="*/ 197 w 451"/>
                <a:gd name="T15" fmla="*/ 31 h 864"/>
                <a:gd name="T16" fmla="*/ 49 w 451"/>
                <a:gd name="T17" fmla="*/ 635 h 864"/>
                <a:gd name="T18" fmla="*/ 3 w 451"/>
                <a:gd name="T19" fmla="*/ 821 h 864"/>
                <a:gd name="T20" fmla="*/ 11 w 451"/>
                <a:gd name="T21" fmla="*/ 852 h 864"/>
                <a:gd name="T22" fmla="*/ 53 w 451"/>
                <a:gd name="T23" fmla="*/ 836 h 864"/>
                <a:gd name="T24" fmla="*/ 70 w 451"/>
                <a:gd name="T25" fmla="*/ 762 h 864"/>
                <a:gd name="T26" fmla="*/ 89 w 451"/>
                <a:gd name="T27" fmla="*/ 748 h 864"/>
                <a:gd name="T28" fmla="*/ 306 w 451"/>
                <a:gd name="T29" fmla="*/ 749 h 864"/>
                <a:gd name="T30" fmla="*/ 326 w 451"/>
                <a:gd name="T31" fmla="*/ 767 h 864"/>
                <a:gd name="T32" fmla="*/ 338 w 451"/>
                <a:gd name="T33" fmla="*/ 837 h 864"/>
                <a:gd name="T34" fmla="*/ 366 w 451"/>
                <a:gd name="T35" fmla="*/ 860 h 864"/>
                <a:gd name="T36" fmla="*/ 389 w 451"/>
                <a:gd name="T37" fmla="*/ 837 h 864"/>
                <a:gd name="T38" fmla="*/ 388 w 451"/>
                <a:gd name="T39" fmla="*/ 824 h 864"/>
                <a:gd name="T40" fmla="*/ 376 w 451"/>
                <a:gd name="T41" fmla="*/ 750 h 864"/>
                <a:gd name="T42" fmla="*/ 408 w 451"/>
                <a:gd name="T43" fmla="*/ 750 h 864"/>
                <a:gd name="T44" fmla="*/ 450 w 451"/>
                <a:gd name="T45" fmla="*/ 704 h 864"/>
                <a:gd name="T46" fmla="*/ 406 w 451"/>
                <a:gd name="T47" fmla="*/ 663 h 864"/>
                <a:gd name="T48" fmla="*/ 96 w 451"/>
                <a:gd name="T49" fmla="*/ 659 h 864"/>
                <a:gd name="T50" fmla="*/ 217 w 451"/>
                <a:gd name="T51" fmla="*/ 164 h 864"/>
                <a:gd name="T52" fmla="*/ 221 w 451"/>
                <a:gd name="T53" fmla="*/ 164 h 864"/>
                <a:gd name="T54" fmla="*/ 307 w 451"/>
                <a:gd name="T55" fmla="*/ 659 h 864"/>
                <a:gd name="T56" fmla="*/ 96 w 451"/>
                <a:gd name="T57" fmla="*/ 659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1" h="864">
                  <a:moveTo>
                    <a:pt x="406" y="663"/>
                  </a:moveTo>
                  <a:cubicBezTo>
                    <a:pt x="395" y="663"/>
                    <a:pt x="384" y="662"/>
                    <a:pt x="373" y="663"/>
                  </a:cubicBezTo>
                  <a:cubicBezTo>
                    <a:pt x="364" y="663"/>
                    <a:pt x="360" y="660"/>
                    <a:pt x="358" y="650"/>
                  </a:cubicBezTo>
                  <a:cubicBezTo>
                    <a:pt x="339" y="536"/>
                    <a:pt x="319" y="422"/>
                    <a:pt x="299" y="308"/>
                  </a:cubicBezTo>
                  <a:cubicBezTo>
                    <a:pt x="290" y="261"/>
                    <a:pt x="282" y="213"/>
                    <a:pt x="274" y="165"/>
                  </a:cubicBezTo>
                  <a:cubicBezTo>
                    <a:pt x="266" y="119"/>
                    <a:pt x="258" y="73"/>
                    <a:pt x="249" y="27"/>
                  </a:cubicBezTo>
                  <a:cubicBezTo>
                    <a:pt x="246" y="9"/>
                    <a:pt x="230" y="0"/>
                    <a:pt x="214" y="6"/>
                  </a:cubicBezTo>
                  <a:cubicBezTo>
                    <a:pt x="203" y="11"/>
                    <a:pt x="199" y="21"/>
                    <a:pt x="197" y="31"/>
                  </a:cubicBezTo>
                  <a:cubicBezTo>
                    <a:pt x="148" y="233"/>
                    <a:pt x="98" y="434"/>
                    <a:pt x="49" y="635"/>
                  </a:cubicBezTo>
                  <a:cubicBezTo>
                    <a:pt x="34" y="697"/>
                    <a:pt x="19" y="759"/>
                    <a:pt x="3" y="821"/>
                  </a:cubicBezTo>
                  <a:cubicBezTo>
                    <a:pt x="0" y="833"/>
                    <a:pt x="1" y="844"/>
                    <a:pt x="11" y="852"/>
                  </a:cubicBezTo>
                  <a:cubicBezTo>
                    <a:pt x="26" y="864"/>
                    <a:pt x="47" y="856"/>
                    <a:pt x="53" y="836"/>
                  </a:cubicBezTo>
                  <a:cubicBezTo>
                    <a:pt x="59" y="811"/>
                    <a:pt x="65" y="787"/>
                    <a:pt x="70" y="762"/>
                  </a:cubicBezTo>
                  <a:cubicBezTo>
                    <a:pt x="73" y="750"/>
                    <a:pt x="78" y="747"/>
                    <a:pt x="89" y="748"/>
                  </a:cubicBezTo>
                  <a:cubicBezTo>
                    <a:pt x="162" y="749"/>
                    <a:pt x="234" y="749"/>
                    <a:pt x="306" y="749"/>
                  </a:cubicBezTo>
                  <a:cubicBezTo>
                    <a:pt x="320" y="749"/>
                    <a:pt x="325" y="753"/>
                    <a:pt x="326" y="767"/>
                  </a:cubicBezTo>
                  <a:cubicBezTo>
                    <a:pt x="329" y="790"/>
                    <a:pt x="334" y="814"/>
                    <a:pt x="338" y="837"/>
                  </a:cubicBezTo>
                  <a:cubicBezTo>
                    <a:pt x="341" y="852"/>
                    <a:pt x="353" y="861"/>
                    <a:pt x="366" y="860"/>
                  </a:cubicBezTo>
                  <a:cubicBezTo>
                    <a:pt x="378" y="859"/>
                    <a:pt x="388" y="849"/>
                    <a:pt x="389" y="837"/>
                  </a:cubicBezTo>
                  <a:cubicBezTo>
                    <a:pt x="390" y="833"/>
                    <a:pt x="389" y="828"/>
                    <a:pt x="388" y="824"/>
                  </a:cubicBezTo>
                  <a:cubicBezTo>
                    <a:pt x="384" y="800"/>
                    <a:pt x="380" y="776"/>
                    <a:pt x="376" y="750"/>
                  </a:cubicBezTo>
                  <a:cubicBezTo>
                    <a:pt x="388" y="750"/>
                    <a:pt x="398" y="750"/>
                    <a:pt x="408" y="750"/>
                  </a:cubicBezTo>
                  <a:cubicBezTo>
                    <a:pt x="433" y="749"/>
                    <a:pt x="451" y="729"/>
                    <a:pt x="450" y="704"/>
                  </a:cubicBezTo>
                  <a:cubicBezTo>
                    <a:pt x="449" y="680"/>
                    <a:pt x="430" y="662"/>
                    <a:pt x="406" y="663"/>
                  </a:cubicBezTo>
                  <a:close/>
                  <a:moveTo>
                    <a:pt x="96" y="659"/>
                  </a:moveTo>
                  <a:cubicBezTo>
                    <a:pt x="137" y="492"/>
                    <a:pt x="177" y="328"/>
                    <a:pt x="217" y="164"/>
                  </a:cubicBezTo>
                  <a:cubicBezTo>
                    <a:pt x="219" y="164"/>
                    <a:pt x="220" y="164"/>
                    <a:pt x="221" y="164"/>
                  </a:cubicBezTo>
                  <a:cubicBezTo>
                    <a:pt x="250" y="328"/>
                    <a:pt x="278" y="493"/>
                    <a:pt x="307" y="659"/>
                  </a:cubicBezTo>
                  <a:cubicBezTo>
                    <a:pt x="237" y="659"/>
                    <a:pt x="168" y="659"/>
                    <a:pt x="96" y="6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ADD614A2-BD1F-9CC9-5C0C-C28A2A72A3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19963" y="3983038"/>
              <a:ext cx="555625" cy="1054100"/>
            </a:xfrm>
            <a:custGeom>
              <a:avLst/>
              <a:gdLst>
                <a:gd name="T0" fmla="*/ 406 w 452"/>
                <a:gd name="T1" fmla="*/ 657 h 858"/>
                <a:gd name="T2" fmla="*/ 372 w 452"/>
                <a:gd name="T3" fmla="*/ 658 h 858"/>
                <a:gd name="T4" fmla="*/ 358 w 452"/>
                <a:gd name="T5" fmla="*/ 645 h 858"/>
                <a:gd name="T6" fmla="*/ 273 w 452"/>
                <a:gd name="T7" fmla="*/ 150 h 858"/>
                <a:gd name="T8" fmla="*/ 251 w 452"/>
                <a:gd name="T9" fmla="*/ 24 h 858"/>
                <a:gd name="T10" fmla="*/ 227 w 452"/>
                <a:gd name="T11" fmla="*/ 1 h 858"/>
                <a:gd name="T12" fmla="*/ 200 w 452"/>
                <a:gd name="T13" fmla="*/ 21 h 858"/>
                <a:gd name="T14" fmla="*/ 198 w 452"/>
                <a:gd name="T15" fmla="*/ 30 h 858"/>
                <a:gd name="T16" fmla="*/ 5 w 452"/>
                <a:gd name="T17" fmla="*/ 817 h 858"/>
                <a:gd name="T18" fmla="*/ 23 w 452"/>
                <a:gd name="T19" fmla="*/ 854 h 858"/>
                <a:gd name="T20" fmla="*/ 55 w 452"/>
                <a:gd name="T21" fmla="*/ 830 h 858"/>
                <a:gd name="T22" fmla="*/ 73 w 452"/>
                <a:gd name="T23" fmla="*/ 757 h 858"/>
                <a:gd name="T24" fmla="*/ 80 w 452"/>
                <a:gd name="T25" fmla="*/ 745 h 858"/>
                <a:gd name="T26" fmla="*/ 106 w 452"/>
                <a:gd name="T27" fmla="*/ 745 h 858"/>
                <a:gd name="T28" fmla="*/ 303 w 452"/>
                <a:gd name="T29" fmla="*/ 746 h 858"/>
                <a:gd name="T30" fmla="*/ 326 w 452"/>
                <a:gd name="T31" fmla="*/ 766 h 858"/>
                <a:gd name="T32" fmla="*/ 337 w 452"/>
                <a:gd name="T33" fmla="*/ 826 h 858"/>
                <a:gd name="T34" fmla="*/ 365 w 452"/>
                <a:gd name="T35" fmla="*/ 846 h 858"/>
                <a:gd name="T36" fmla="*/ 386 w 452"/>
                <a:gd name="T37" fmla="*/ 820 h 858"/>
                <a:gd name="T38" fmla="*/ 384 w 452"/>
                <a:gd name="T39" fmla="*/ 805 h 858"/>
                <a:gd name="T40" fmla="*/ 376 w 452"/>
                <a:gd name="T41" fmla="*/ 747 h 858"/>
                <a:gd name="T42" fmla="*/ 405 w 452"/>
                <a:gd name="T43" fmla="*/ 747 h 858"/>
                <a:gd name="T44" fmla="*/ 451 w 452"/>
                <a:gd name="T45" fmla="*/ 703 h 858"/>
                <a:gd name="T46" fmla="*/ 406 w 452"/>
                <a:gd name="T47" fmla="*/ 657 h 858"/>
                <a:gd name="T48" fmla="*/ 98 w 452"/>
                <a:gd name="T49" fmla="*/ 655 h 858"/>
                <a:gd name="T50" fmla="*/ 219 w 452"/>
                <a:gd name="T51" fmla="*/ 161 h 858"/>
                <a:gd name="T52" fmla="*/ 222 w 452"/>
                <a:gd name="T53" fmla="*/ 161 h 858"/>
                <a:gd name="T54" fmla="*/ 307 w 452"/>
                <a:gd name="T55" fmla="*/ 655 h 858"/>
                <a:gd name="T56" fmla="*/ 98 w 452"/>
                <a:gd name="T57" fmla="*/ 655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2" h="858">
                  <a:moveTo>
                    <a:pt x="406" y="657"/>
                  </a:moveTo>
                  <a:cubicBezTo>
                    <a:pt x="395" y="657"/>
                    <a:pt x="383" y="657"/>
                    <a:pt x="372" y="658"/>
                  </a:cubicBezTo>
                  <a:cubicBezTo>
                    <a:pt x="362" y="658"/>
                    <a:pt x="359" y="654"/>
                    <a:pt x="358" y="645"/>
                  </a:cubicBezTo>
                  <a:cubicBezTo>
                    <a:pt x="329" y="480"/>
                    <a:pt x="301" y="315"/>
                    <a:pt x="273" y="150"/>
                  </a:cubicBezTo>
                  <a:cubicBezTo>
                    <a:pt x="265" y="108"/>
                    <a:pt x="258" y="66"/>
                    <a:pt x="251" y="24"/>
                  </a:cubicBezTo>
                  <a:cubicBezTo>
                    <a:pt x="248" y="9"/>
                    <a:pt x="240" y="1"/>
                    <a:pt x="227" y="1"/>
                  </a:cubicBezTo>
                  <a:cubicBezTo>
                    <a:pt x="214" y="0"/>
                    <a:pt x="205" y="7"/>
                    <a:pt x="200" y="21"/>
                  </a:cubicBezTo>
                  <a:cubicBezTo>
                    <a:pt x="199" y="24"/>
                    <a:pt x="199" y="27"/>
                    <a:pt x="198" y="30"/>
                  </a:cubicBezTo>
                  <a:cubicBezTo>
                    <a:pt x="134" y="292"/>
                    <a:pt x="69" y="555"/>
                    <a:pt x="5" y="817"/>
                  </a:cubicBezTo>
                  <a:cubicBezTo>
                    <a:pt x="0" y="836"/>
                    <a:pt x="7" y="849"/>
                    <a:pt x="23" y="854"/>
                  </a:cubicBezTo>
                  <a:cubicBezTo>
                    <a:pt x="37" y="858"/>
                    <a:pt x="50" y="848"/>
                    <a:pt x="55" y="830"/>
                  </a:cubicBezTo>
                  <a:cubicBezTo>
                    <a:pt x="61" y="806"/>
                    <a:pt x="66" y="781"/>
                    <a:pt x="73" y="757"/>
                  </a:cubicBezTo>
                  <a:cubicBezTo>
                    <a:pt x="74" y="752"/>
                    <a:pt x="78" y="749"/>
                    <a:pt x="80" y="745"/>
                  </a:cubicBezTo>
                  <a:cubicBezTo>
                    <a:pt x="89" y="745"/>
                    <a:pt x="97" y="745"/>
                    <a:pt x="106" y="745"/>
                  </a:cubicBezTo>
                  <a:cubicBezTo>
                    <a:pt x="172" y="745"/>
                    <a:pt x="238" y="745"/>
                    <a:pt x="303" y="746"/>
                  </a:cubicBezTo>
                  <a:cubicBezTo>
                    <a:pt x="323" y="746"/>
                    <a:pt x="323" y="746"/>
                    <a:pt x="326" y="766"/>
                  </a:cubicBezTo>
                  <a:cubicBezTo>
                    <a:pt x="330" y="786"/>
                    <a:pt x="333" y="806"/>
                    <a:pt x="337" y="826"/>
                  </a:cubicBezTo>
                  <a:cubicBezTo>
                    <a:pt x="340" y="840"/>
                    <a:pt x="351" y="847"/>
                    <a:pt x="365" y="846"/>
                  </a:cubicBezTo>
                  <a:cubicBezTo>
                    <a:pt x="378" y="844"/>
                    <a:pt x="386" y="836"/>
                    <a:pt x="386" y="820"/>
                  </a:cubicBezTo>
                  <a:cubicBezTo>
                    <a:pt x="386" y="815"/>
                    <a:pt x="385" y="810"/>
                    <a:pt x="384" y="805"/>
                  </a:cubicBezTo>
                  <a:cubicBezTo>
                    <a:pt x="381" y="786"/>
                    <a:pt x="379" y="768"/>
                    <a:pt x="376" y="747"/>
                  </a:cubicBezTo>
                  <a:cubicBezTo>
                    <a:pt x="387" y="747"/>
                    <a:pt x="396" y="747"/>
                    <a:pt x="405" y="747"/>
                  </a:cubicBezTo>
                  <a:cubicBezTo>
                    <a:pt x="432" y="746"/>
                    <a:pt x="451" y="729"/>
                    <a:pt x="451" y="703"/>
                  </a:cubicBezTo>
                  <a:cubicBezTo>
                    <a:pt x="452" y="678"/>
                    <a:pt x="433" y="658"/>
                    <a:pt x="406" y="657"/>
                  </a:cubicBezTo>
                  <a:close/>
                  <a:moveTo>
                    <a:pt x="98" y="655"/>
                  </a:moveTo>
                  <a:cubicBezTo>
                    <a:pt x="138" y="489"/>
                    <a:pt x="179" y="325"/>
                    <a:pt x="219" y="161"/>
                  </a:cubicBezTo>
                  <a:cubicBezTo>
                    <a:pt x="220" y="161"/>
                    <a:pt x="221" y="161"/>
                    <a:pt x="222" y="161"/>
                  </a:cubicBezTo>
                  <a:cubicBezTo>
                    <a:pt x="251" y="326"/>
                    <a:pt x="279" y="490"/>
                    <a:pt x="307" y="655"/>
                  </a:cubicBezTo>
                  <a:cubicBezTo>
                    <a:pt x="237" y="655"/>
                    <a:pt x="169" y="655"/>
                    <a:pt x="98" y="6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CCDDD5E-78E3-A3B3-0B25-C96FA7886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6450" y="3135313"/>
              <a:ext cx="979488" cy="495300"/>
            </a:xfrm>
            <a:custGeom>
              <a:avLst/>
              <a:gdLst>
                <a:gd name="T0" fmla="*/ 763 w 795"/>
                <a:gd name="T1" fmla="*/ 319 h 402"/>
                <a:gd name="T2" fmla="*/ 655 w 795"/>
                <a:gd name="T3" fmla="*/ 146 h 402"/>
                <a:gd name="T4" fmla="*/ 430 w 795"/>
                <a:gd name="T5" fmla="*/ 11 h 402"/>
                <a:gd name="T6" fmla="*/ 312 w 795"/>
                <a:gd name="T7" fmla="*/ 7 h 402"/>
                <a:gd name="T8" fmla="*/ 175 w 795"/>
                <a:gd name="T9" fmla="*/ 83 h 402"/>
                <a:gd name="T10" fmla="*/ 85 w 795"/>
                <a:gd name="T11" fmla="*/ 202 h 402"/>
                <a:gd name="T12" fmla="*/ 0 w 795"/>
                <a:gd name="T13" fmla="*/ 388 h 402"/>
                <a:gd name="T14" fmla="*/ 57 w 795"/>
                <a:gd name="T15" fmla="*/ 399 h 402"/>
                <a:gd name="T16" fmla="*/ 96 w 795"/>
                <a:gd name="T17" fmla="*/ 380 h 402"/>
                <a:gd name="T18" fmla="*/ 114 w 795"/>
                <a:gd name="T19" fmla="*/ 347 h 402"/>
                <a:gd name="T20" fmla="*/ 163 w 795"/>
                <a:gd name="T21" fmla="*/ 239 h 402"/>
                <a:gd name="T22" fmla="*/ 546 w 795"/>
                <a:gd name="T23" fmla="*/ 161 h 402"/>
                <a:gd name="T24" fmla="*/ 631 w 795"/>
                <a:gd name="T25" fmla="*/ 270 h 402"/>
                <a:gd name="T26" fmla="*/ 690 w 795"/>
                <a:gd name="T27" fmla="*/ 391 h 402"/>
                <a:gd name="T28" fmla="*/ 700 w 795"/>
                <a:gd name="T29" fmla="*/ 401 h 402"/>
                <a:gd name="T30" fmla="*/ 765 w 795"/>
                <a:gd name="T31" fmla="*/ 401 h 402"/>
                <a:gd name="T32" fmla="*/ 795 w 795"/>
                <a:gd name="T33" fmla="*/ 393 h 402"/>
                <a:gd name="T34" fmla="*/ 763 w 795"/>
                <a:gd name="T35" fmla="*/ 319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95" h="402">
                  <a:moveTo>
                    <a:pt x="763" y="319"/>
                  </a:moveTo>
                  <a:cubicBezTo>
                    <a:pt x="740" y="253"/>
                    <a:pt x="702" y="196"/>
                    <a:pt x="655" y="146"/>
                  </a:cubicBezTo>
                  <a:cubicBezTo>
                    <a:pt x="593" y="79"/>
                    <a:pt x="520" y="31"/>
                    <a:pt x="430" y="11"/>
                  </a:cubicBezTo>
                  <a:cubicBezTo>
                    <a:pt x="391" y="2"/>
                    <a:pt x="351" y="0"/>
                    <a:pt x="312" y="7"/>
                  </a:cubicBezTo>
                  <a:cubicBezTo>
                    <a:pt x="258" y="16"/>
                    <a:pt x="214" y="45"/>
                    <a:pt x="175" y="83"/>
                  </a:cubicBezTo>
                  <a:cubicBezTo>
                    <a:pt x="138" y="118"/>
                    <a:pt x="110" y="159"/>
                    <a:pt x="85" y="202"/>
                  </a:cubicBezTo>
                  <a:cubicBezTo>
                    <a:pt x="51" y="260"/>
                    <a:pt x="26" y="322"/>
                    <a:pt x="0" y="388"/>
                  </a:cubicBezTo>
                  <a:cubicBezTo>
                    <a:pt x="20" y="392"/>
                    <a:pt x="39" y="396"/>
                    <a:pt x="57" y="399"/>
                  </a:cubicBezTo>
                  <a:cubicBezTo>
                    <a:pt x="74" y="401"/>
                    <a:pt x="87" y="394"/>
                    <a:pt x="96" y="380"/>
                  </a:cubicBezTo>
                  <a:cubicBezTo>
                    <a:pt x="103" y="369"/>
                    <a:pt x="109" y="358"/>
                    <a:pt x="114" y="347"/>
                  </a:cubicBezTo>
                  <a:cubicBezTo>
                    <a:pt x="131" y="311"/>
                    <a:pt x="145" y="274"/>
                    <a:pt x="163" y="239"/>
                  </a:cubicBezTo>
                  <a:cubicBezTo>
                    <a:pt x="240" y="91"/>
                    <a:pt x="424" y="69"/>
                    <a:pt x="546" y="161"/>
                  </a:cubicBezTo>
                  <a:cubicBezTo>
                    <a:pt x="584" y="190"/>
                    <a:pt x="610" y="229"/>
                    <a:pt x="631" y="270"/>
                  </a:cubicBezTo>
                  <a:cubicBezTo>
                    <a:pt x="652" y="310"/>
                    <a:pt x="670" y="351"/>
                    <a:pt x="690" y="391"/>
                  </a:cubicBezTo>
                  <a:cubicBezTo>
                    <a:pt x="692" y="395"/>
                    <a:pt x="697" y="401"/>
                    <a:pt x="700" y="401"/>
                  </a:cubicBezTo>
                  <a:cubicBezTo>
                    <a:pt x="722" y="402"/>
                    <a:pt x="744" y="402"/>
                    <a:pt x="765" y="401"/>
                  </a:cubicBezTo>
                  <a:cubicBezTo>
                    <a:pt x="776" y="400"/>
                    <a:pt x="785" y="396"/>
                    <a:pt x="795" y="393"/>
                  </a:cubicBezTo>
                  <a:cubicBezTo>
                    <a:pt x="783" y="366"/>
                    <a:pt x="771" y="343"/>
                    <a:pt x="763" y="3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22752DD5-81E6-ED35-E820-1D186C282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825" y="3938588"/>
              <a:ext cx="536575" cy="1266825"/>
            </a:xfrm>
            <a:custGeom>
              <a:avLst/>
              <a:gdLst>
                <a:gd name="T0" fmla="*/ 417 w 436"/>
                <a:gd name="T1" fmla="*/ 75 h 1032"/>
                <a:gd name="T2" fmla="*/ 429 w 436"/>
                <a:gd name="T3" fmla="*/ 28 h 1032"/>
                <a:gd name="T4" fmla="*/ 387 w 436"/>
                <a:gd name="T5" fmla="*/ 1 h 1032"/>
                <a:gd name="T6" fmla="*/ 262 w 436"/>
                <a:gd name="T7" fmla="*/ 0 h 1032"/>
                <a:gd name="T8" fmla="*/ 45 w 436"/>
                <a:gd name="T9" fmla="*/ 1 h 1032"/>
                <a:gd name="T10" fmla="*/ 0 w 436"/>
                <a:gd name="T11" fmla="*/ 43 h 1032"/>
                <a:gd name="T12" fmla="*/ 45 w 436"/>
                <a:gd name="T13" fmla="*/ 85 h 1032"/>
                <a:gd name="T14" fmla="*/ 181 w 436"/>
                <a:gd name="T15" fmla="*/ 85 h 1032"/>
                <a:gd name="T16" fmla="*/ 189 w 436"/>
                <a:gd name="T17" fmla="*/ 86 h 1032"/>
                <a:gd name="T18" fmla="*/ 190 w 436"/>
                <a:gd name="T19" fmla="*/ 98 h 1032"/>
                <a:gd name="T20" fmla="*/ 187 w 436"/>
                <a:gd name="T21" fmla="*/ 345 h 1032"/>
                <a:gd name="T22" fmla="*/ 184 w 436"/>
                <a:gd name="T23" fmla="*/ 621 h 1032"/>
                <a:gd name="T24" fmla="*/ 180 w 436"/>
                <a:gd name="T25" fmla="*/ 956 h 1032"/>
                <a:gd name="T26" fmla="*/ 180 w 436"/>
                <a:gd name="T27" fmla="*/ 1006 h 1032"/>
                <a:gd name="T28" fmla="*/ 202 w 436"/>
                <a:gd name="T29" fmla="*/ 1032 h 1032"/>
                <a:gd name="T30" fmla="*/ 226 w 436"/>
                <a:gd name="T31" fmla="*/ 1007 h 1032"/>
                <a:gd name="T32" fmla="*/ 227 w 436"/>
                <a:gd name="T33" fmla="*/ 988 h 1032"/>
                <a:gd name="T34" fmla="*/ 229 w 436"/>
                <a:gd name="T35" fmla="*/ 788 h 1032"/>
                <a:gd name="T36" fmla="*/ 232 w 436"/>
                <a:gd name="T37" fmla="*/ 442 h 1032"/>
                <a:gd name="T38" fmla="*/ 233 w 436"/>
                <a:gd name="T39" fmla="*/ 390 h 1032"/>
                <a:gd name="T40" fmla="*/ 233 w 436"/>
                <a:gd name="T41" fmla="*/ 379 h 1032"/>
                <a:gd name="T42" fmla="*/ 236 w 436"/>
                <a:gd name="T43" fmla="*/ 102 h 1032"/>
                <a:gd name="T44" fmla="*/ 252 w 436"/>
                <a:gd name="T45" fmla="*/ 85 h 1032"/>
                <a:gd name="T46" fmla="*/ 388 w 436"/>
                <a:gd name="T47" fmla="*/ 85 h 1032"/>
                <a:gd name="T48" fmla="*/ 417 w 436"/>
                <a:gd name="T49" fmla="*/ 75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36" h="1032">
                  <a:moveTo>
                    <a:pt x="417" y="75"/>
                  </a:moveTo>
                  <a:cubicBezTo>
                    <a:pt x="432" y="65"/>
                    <a:pt x="436" y="45"/>
                    <a:pt x="429" y="28"/>
                  </a:cubicBezTo>
                  <a:cubicBezTo>
                    <a:pt x="424" y="12"/>
                    <a:pt x="408" y="1"/>
                    <a:pt x="387" y="1"/>
                  </a:cubicBezTo>
                  <a:cubicBezTo>
                    <a:pt x="345" y="0"/>
                    <a:pt x="303" y="0"/>
                    <a:pt x="262" y="0"/>
                  </a:cubicBezTo>
                  <a:cubicBezTo>
                    <a:pt x="189" y="0"/>
                    <a:pt x="117" y="0"/>
                    <a:pt x="45" y="1"/>
                  </a:cubicBezTo>
                  <a:cubicBezTo>
                    <a:pt x="18" y="1"/>
                    <a:pt x="0" y="19"/>
                    <a:pt x="0" y="43"/>
                  </a:cubicBezTo>
                  <a:cubicBezTo>
                    <a:pt x="0" y="68"/>
                    <a:pt x="18" y="85"/>
                    <a:pt x="45" y="85"/>
                  </a:cubicBezTo>
                  <a:cubicBezTo>
                    <a:pt x="90" y="85"/>
                    <a:pt x="136" y="85"/>
                    <a:pt x="181" y="85"/>
                  </a:cubicBezTo>
                  <a:cubicBezTo>
                    <a:pt x="184" y="85"/>
                    <a:pt x="186" y="86"/>
                    <a:pt x="189" y="86"/>
                  </a:cubicBezTo>
                  <a:cubicBezTo>
                    <a:pt x="189" y="90"/>
                    <a:pt x="190" y="94"/>
                    <a:pt x="190" y="98"/>
                  </a:cubicBezTo>
                  <a:cubicBezTo>
                    <a:pt x="189" y="180"/>
                    <a:pt x="188" y="263"/>
                    <a:pt x="187" y="345"/>
                  </a:cubicBezTo>
                  <a:cubicBezTo>
                    <a:pt x="186" y="437"/>
                    <a:pt x="185" y="529"/>
                    <a:pt x="184" y="621"/>
                  </a:cubicBezTo>
                  <a:cubicBezTo>
                    <a:pt x="183" y="732"/>
                    <a:pt x="181" y="844"/>
                    <a:pt x="180" y="956"/>
                  </a:cubicBezTo>
                  <a:cubicBezTo>
                    <a:pt x="180" y="972"/>
                    <a:pt x="180" y="989"/>
                    <a:pt x="180" y="1006"/>
                  </a:cubicBezTo>
                  <a:cubicBezTo>
                    <a:pt x="180" y="1021"/>
                    <a:pt x="189" y="1031"/>
                    <a:pt x="202" y="1032"/>
                  </a:cubicBezTo>
                  <a:cubicBezTo>
                    <a:pt x="215" y="1032"/>
                    <a:pt x="225" y="1023"/>
                    <a:pt x="226" y="1007"/>
                  </a:cubicBezTo>
                  <a:cubicBezTo>
                    <a:pt x="227" y="1001"/>
                    <a:pt x="227" y="994"/>
                    <a:pt x="227" y="988"/>
                  </a:cubicBezTo>
                  <a:cubicBezTo>
                    <a:pt x="228" y="921"/>
                    <a:pt x="229" y="855"/>
                    <a:pt x="229" y="788"/>
                  </a:cubicBezTo>
                  <a:cubicBezTo>
                    <a:pt x="230" y="673"/>
                    <a:pt x="231" y="557"/>
                    <a:pt x="232" y="442"/>
                  </a:cubicBezTo>
                  <a:cubicBezTo>
                    <a:pt x="232" y="425"/>
                    <a:pt x="232" y="408"/>
                    <a:pt x="233" y="390"/>
                  </a:cubicBezTo>
                  <a:cubicBezTo>
                    <a:pt x="233" y="387"/>
                    <a:pt x="233" y="383"/>
                    <a:pt x="233" y="379"/>
                  </a:cubicBezTo>
                  <a:cubicBezTo>
                    <a:pt x="234" y="287"/>
                    <a:pt x="235" y="194"/>
                    <a:pt x="236" y="102"/>
                  </a:cubicBezTo>
                  <a:cubicBezTo>
                    <a:pt x="236" y="89"/>
                    <a:pt x="239" y="85"/>
                    <a:pt x="252" y="85"/>
                  </a:cubicBezTo>
                  <a:cubicBezTo>
                    <a:pt x="297" y="86"/>
                    <a:pt x="343" y="86"/>
                    <a:pt x="388" y="85"/>
                  </a:cubicBezTo>
                  <a:cubicBezTo>
                    <a:pt x="398" y="84"/>
                    <a:pt x="409" y="80"/>
                    <a:pt x="417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806B6D23-2743-CBD7-FC9E-750EBDD18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8613" y="3930650"/>
              <a:ext cx="57150" cy="1098550"/>
            </a:xfrm>
            <a:custGeom>
              <a:avLst/>
              <a:gdLst>
                <a:gd name="T0" fmla="*/ 46 w 47"/>
                <a:gd name="T1" fmla="*/ 22 h 894"/>
                <a:gd name="T2" fmla="*/ 24 w 47"/>
                <a:gd name="T3" fmla="*/ 0 h 894"/>
                <a:gd name="T4" fmla="*/ 1 w 47"/>
                <a:gd name="T5" fmla="*/ 21 h 894"/>
                <a:gd name="T6" fmla="*/ 0 w 47"/>
                <a:gd name="T7" fmla="*/ 33 h 894"/>
                <a:gd name="T8" fmla="*/ 0 w 47"/>
                <a:gd name="T9" fmla="*/ 859 h 894"/>
                <a:gd name="T10" fmla="*/ 1 w 47"/>
                <a:gd name="T11" fmla="*/ 875 h 894"/>
                <a:gd name="T12" fmla="*/ 23 w 47"/>
                <a:gd name="T13" fmla="*/ 894 h 894"/>
                <a:gd name="T14" fmla="*/ 46 w 47"/>
                <a:gd name="T15" fmla="*/ 875 h 894"/>
                <a:gd name="T16" fmla="*/ 46 w 47"/>
                <a:gd name="T17" fmla="*/ 859 h 894"/>
                <a:gd name="T18" fmla="*/ 46 w 47"/>
                <a:gd name="T19" fmla="*/ 448 h 894"/>
                <a:gd name="T20" fmla="*/ 46 w 47"/>
                <a:gd name="T21" fmla="*/ 35 h 894"/>
                <a:gd name="T22" fmla="*/ 46 w 47"/>
                <a:gd name="T23" fmla="*/ 22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" h="894">
                  <a:moveTo>
                    <a:pt x="46" y="22"/>
                  </a:moveTo>
                  <a:cubicBezTo>
                    <a:pt x="45" y="9"/>
                    <a:pt x="36" y="0"/>
                    <a:pt x="24" y="0"/>
                  </a:cubicBezTo>
                  <a:cubicBezTo>
                    <a:pt x="11" y="0"/>
                    <a:pt x="2" y="8"/>
                    <a:pt x="1" y="21"/>
                  </a:cubicBezTo>
                  <a:cubicBezTo>
                    <a:pt x="0" y="25"/>
                    <a:pt x="0" y="29"/>
                    <a:pt x="0" y="33"/>
                  </a:cubicBezTo>
                  <a:cubicBezTo>
                    <a:pt x="0" y="309"/>
                    <a:pt x="0" y="584"/>
                    <a:pt x="0" y="859"/>
                  </a:cubicBezTo>
                  <a:cubicBezTo>
                    <a:pt x="0" y="865"/>
                    <a:pt x="0" y="870"/>
                    <a:pt x="1" y="875"/>
                  </a:cubicBezTo>
                  <a:cubicBezTo>
                    <a:pt x="3" y="886"/>
                    <a:pt x="12" y="894"/>
                    <a:pt x="23" y="894"/>
                  </a:cubicBezTo>
                  <a:cubicBezTo>
                    <a:pt x="34" y="894"/>
                    <a:pt x="44" y="886"/>
                    <a:pt x="46" y="875"/>
                  </a:cubicBezTo>
                  <a:cubicBezTo>
                    <a:pt x="47" y="870"/>
                    <a:pt x="46" y="864"/>
                    <a:pt x="46" y="859"/>
                  </a:cubicBezTo>
                  <a:cubicBezTo>
                    <a:pt x="46" y="722"/>
                    <a:pt x="46" y="585"/>
                    <a:pt x="46" y="448"/>
                  </a:cubicBezTo>
                  <a:cubicBezTo>
                    <a:pt x="46" y="310"/>
                    <a:pt x="46" y="172"/>
                    <a:pt x="46" y="35"/>
                  </a:cubicBezTo>
                  <a:cubicBezTo>
                    <a:pt x="46" y="30"/>
                    <a:pt x="47" y="26"/>
                    <a:pt x="46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6BB3E64C-C477-FB22-064B-D4575EA40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5375" y="3351213"/>
              <a:ext cx="377825" cy="265113"/>
            </a:xfrm>
            <a:custGeom>
              <a:avLst/>
              <a:gdLst>
                <a:gd name="T0" fmla="*/ 21 w 307"/>
                <a:gd name="T1" fmla="*/ 213 h 216"/>
                <a:gd name="T2" fmla="*/ 83 w 307"/>
                <a:gd name="T3" fmla="*/ 178 h 216"/>
                <a:gd name="T4" fmla="*/ 125 w 307"/>
                <a:gd name="T5" fmla="*/ 141 h 216"/>
                <a:gd name="T6" fmla="*/ 189 w 307"/>
                <a:gd name="T7" fmla="*/ 144 h 216"/>
                <a:gd name="T8" fmla="*/ 234 w 307"/>
                <a:gd name="T9" fmla="*/ 198 h 216"/>
                <a:gd name="T10" fmla="*/ 267 w 307"/>
                <a:gd name="T11" fmla="*/ 214 h 216"/>
                <a:gd name="T12" fmla="*/ 307 w 307"/>
                <a:gd name="T13" fmla="*/ 204 h 216"/>
                <a:gd name="T14" fmla="*/ 280 w 307"/>
                <a:gd name="T15" fmla="*/ 153 h 216"/>
                <a:gd name="T16" fmla="*/ 245 w 307"/>
                <a:gd name="T17" fmla="*/ 75 h 216"/>
                <a:gd name="T18" fmla="*/ 107 w 307"/>
                <a:gd name="T19" fmla="*/ 45 h 216"/>
                <a:gd name="T20" fmla="*/ 8 w 307"/>
                <a:gd name="T21" fmla="*/ 161 h 216"/>
                <a:gd name="T22" fmla="*/ 0 w 307"/>
                <a:gd name="T23" fmla="*/ 197 h 216"/>
                <a:gd name="T24" fmla="*/ 21 w 307"/>
                <a:gd name="T25" fmla="*/ 21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7" h="216">
                  <a:moveTo>
                    <a:pt x="21" y="213"/>
                  </a:moveTo>
                  <a:cubicBezTo>
                    <a:pt x="46" y="209"/>
                    <a:pt x="65" y="194"/>
                    <a:pt x="83" y="178"/>
                  </a:cubicBezTo>
                  <a:cubicBezTo>
                    <a:pt x="96" y="165"/>
                    <a:pt x="110" y="152"/>
                    <a:pt x="125" y="141"/>
                  </a:cubicBezTo>
                  <a:cubicBezTo>
                    <a:pt x="145" y="128"/>
                    <a:pt x="174" y="129"/>
                    <a:pt x="189" y="144"/>
                  </a:cubicBezTo>
                  <a:cubicBezTo>
                    <a:pt x="205" y="161"/>
                    <a:pt x="222" y="178"/>
                    <a:pt x="234" y="198"/>
                  </a:cubicBezTo>
                  <a:cubicBezTo>
                    <a:pt x="243" y="211"/>
                    <a:pt x="252" y="215"/>
                    <a:pt x="267" y="214"/>
                  </a:cubicBezTo>
                  <a:cubicBezTo>
                    <a:pt x="281" y="212"/>
                    <a:pt x="295" y="212"/>
                    <a:pt x="307" y="204"/>
                  </a:cubicBezTo>
                  <a:cubicBezTo>
                    <a:pt x="298" y="186"/>
                    <a:pt x="288" y="170"/>
                    <a:pt x="280" y="153"/>
                  </a:cubicBezTo>
                  <a:cubicBezTo>
                    <a:pt x="268" y="127"/>
                    <a:pt x="258" y="100"/>
                    <a:pt x="245" y="75"/>
                  </a:cubicBezTo>
                  <a:cubicBezTo>
                    <a:pt x="218" y="26"/>
                    <a:pt x="163" y="0"/>
                    <a:pt x="107" y="45"/>
                  </a:cubicBezTo>
                  <a:cubicBezTo>
                    <a:pt x="66" y="77"/>
                    <a:pt x="34" y="117"/>
                    <a:pt x="8" y="161"/>
                  </a:cubicBezTo>
                  <a:cubicBezTo>
                    <a:pt x="2" y="171"/>
                    <a:pt x="0" y="185"/>
                    <a:pt x="0" y="197"/>
                  </a:cubicBezTo>
                  <a:cubicBezTo>
                    <a:pt x="0" y="213"/>
                    <a:pt x="6" y="216"/>
                    <a:pt x="21" y="2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</p:grpSp>
    </p:spTree>
    <p:extLst>
      <p:ext uri="{BB962C8B-B14F-4D97-AF65-F5344CB8AC3E}">
        <p14:creationId xmlns:p14="http://schemas.microsoft.com/office/powerpoint/2010/main" val="334185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. 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52" imgH="355" progId="TCLayout.ActiveDocument.1">
                  <p:embed/>
                </p:oleObj>
              </mc:Choice>
              <mc:Fallback>
                <p:oleObj name="Diapositiva de think-cell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Copyright © 2018 by The Boston Consulting Group, Inc. All rights reserved.</a:t>
            </a:r>
          </a:p>
        </p:txBody>
      </p:sp>
      <p:sp>
        <p:nvSpPr>
          <p:cNvPr id="6" name="FooterSimple" hidden="1"/>
          <p:cNvSpPr txBox="1"/>
          <p:nvPr userDrawn="1">
            <p:custDataLst>
              <p:tags r:id="rId2"/>
            </p:custDataLst>
          </p:nvPr>
        </p:nvSpPr>
        <p:spPr>
          <a:xfrm rot="16200000">
            <a:off x="10561320" y="5117885"/>
            <a:ext cx="2743200" cy="9695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7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ANTAMINA - EWG - Session11 - 2023.04.13.pptx</a:t>
            </a:r>
            <a:endParaRPr lang="en-US" sz="700">
              <a:solidFill>
                <a:schemeClr val="bg1">
                  <a:lumMod val="50000"/>
                </a:schemeClr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95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y slice hea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079876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52" imgH="355" progId="TCLayout.ActiveDocument.1">
                  <p:embed/>
                </p:oleObj>
              </mc:Choice>
              <mc:Fallback>
                <p:oleObj name="Diapositiva de think-cell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ltGray">
          <a:xfrm>
            <a:off x="1" y="-1309"/>
            <a:ext cx="381699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Copyright © 2018 by The Boston Consulting Group, Inc. All rights reserved.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182296" y="73862"/>
            <a:ext cx="3452400" cy="567977"/>
          </a:xfrm>
          <a:noFill/>
        </p:spPr>
        <p:txBody>
          <a:bodyPr vert="horz" wrap="square" lIns="0" tIns="0" rIns="320040" bIns="0" anchor="b">
            <a:noAutofit/>
          </a:bodyPr>
          <a:lstStyle>
            <a:lvl1pPr>
              <a:defRPr sz="3200">
                <a:solidFill>
                  <a:srgbClr val="3490A2"/>
                </a:solidFill>
                <a:latin typeface="Arial" panose="020B0604020202020204" pitchFamily="34" charset="0"/>
                <a:cs typeface="Arial" panose="020B0604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FooterSimple" hidden="1"/>
          <p:cNvSpPr txBox="1"/>
          <p:nvPr userDrawn="1">
            <p:custDataLst>
              <p:tags r:id="rId2"/>
            </p:custDataLst>
          </p:nvPr>
        </p:nvSpPr>
        <p:spPr>
          <a:xfrm rot="16200000">
            <a:off x="10561320" y="5117885"/>
            <a:ext cx="2743200" cy="9695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7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ANTAMINA - EWG - Session11 - 2023.04.13.pptx</a:t>
            </a:r>
            <a:endParaRPr lang="en-US" sz="700">
              <a:solidFill>
                <a:schemeClr val="bg1">
                  <a:lumMod val="50000"/>
                </a:schemeClr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EE950-14DC-0649-B17E-E9E36051A540}"/>
              </a:ext>
            </a:extLst>
          </p:cNvPr>
          <p:cNvSpPr txBox="1"/>
          <p:nvPr userDrawn="1"/>
        </p:nvSpPr>
        <p:spPr>
          <a:xfrm>
            <a:off x="11482086" y="6447099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B0CDA5-947B-1B49-BF91-E1F50B51C5C3}"/>
              </a:ext>
            </a:extLst>
          </p:cNvPr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Trebuchet MS" panose="020B06030202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16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ay slice hea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52" imgH="355" progId="TCLayout.ActiveDocument.1">
                  <p:embed/>
                </p:oleObj>
              </mc:Choice>
              <mc:Fallback>
                <p:oleObj name="Diapositiva de think-cell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ltGray">
          <a:xfrm>
            <a:off x="1" y="-1309"/>
            <a:ext cx="381699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Copyright © 2018 by The Boston Consulting Group, Inc. All rights reserved.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182296" y="856377"/>
            <a:ext cx="3452400" cy="1495794"/>
          </a:xfrm>
          <a:noFill/>
        </p:spPr>
        <p:txBody>
          <a:bodyPr wrap="square" lIns="0" tIns="0" rIns="320040" bIns="0" anchor="b">
            <a:noAutofit/>
          </a:bodyPr>
          <a:lstStyle>
            <a:lvl1pPr>
              <a:defRPr sz="3200">
                <a:solidFill>
                  <a:srgbClr val="3490A2"/>
                </a:solidFill>
                <a:latin typeface="Arial" panose="020B0604020202020204" pitchFamily="34" charset="0"/>
                <a:cs typeface="Arial" panose="020B0604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FooterSimple" hidden="1"/>
          <p:cNvSpPr txBox="1"/>
          <p:nvPr userDrawn="1">
            <p:custDataLst>
              <p:tags r:id="rId2"/>
            </p:custDataLst>
          </p:nvPr>
        </p:nvSpPr>
        <p:spPr>
          <a:xfrm rot="16200000">
            <a:off x="10561320" y="5117885"/>
            <a:ext cx="2743200" cy="9695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7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ANTAMINA - EWG - Session11 - 2023.04.13.pptx</a:t>
            </a:r>
            <a:endParaRPr lang="en-US" sz="700">
              <a:solidFill>
                <a:schemeClr val="bg1">
                  <a:lumMod val="50000"/>
                </a:schemeClr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EE950-14DC-0649-B17E-E9E36051A540}"/>
              </a:ext>
            </a:extLst>
          </p:cNvPr>
          <p:cNvSpPr txBox="1"/>
          <p:nvPr userDrawn="1"/>
        </p:nvSpPr>
        <p:spPr>
          <a:xfrm>
            <a:off x="11482086" y="6447099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B0CDA5-947B-1B49-BF91-E1F50B51C5C3}"/>
              </a:ext>
            </a:extLst>
          </p:cNvPr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Trebuchet MS" panose="020B06030202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560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1245C-B542-450B-8EE1-0CABD6FE9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C382C-44EB-4A29-BB3A-FFD377446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1803A-2355-4A2F-AE4C-2DA29283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84AC1-70A0-47FA-836E-A65B8FC4AB9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78FBE-EA62-480C-87FA-658B36A0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C6CC0-CF6E-4EB1-B9E9-AC2D8E4F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1C506-8C4C-492A-B736-6642730A8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1474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ay slice hea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079876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52" imgH="355" progId="TCLayout.ActiveDocument.1">
                  <p:embed/>
                </p:oleObj>
              </mc:Choice>
              <mc:Fallback>
                <p:oleObj name="Diapositiva de think-cell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ltGray">
          <a:xfrm>
            <a:off x="1" y="-1309"/>
            <a:ext cx="381699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Copyright © 2018 by The Boston Consulting Group, Inc. All rights reserved.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182296" y="73862"/>
            <a:ext cx="3452400" cy="567977"/>
          </a:xfrm>
          <a:noFill/>
        </p:spPr>
        <p:txBody>
          <a:bodyPr vert="horz" wrap="square" lIns="0" tIns="0" rIns="320040" bIns="0" anchor="b">
            <a:noAutofit/>
          </a:bodyPr>
          <a:lstStyle>
            <a:lvl1pPr>
              <a:defRPr sz="3200">
                <a:solidFill>
                  <a:srgbClr val="3490A2"/>
                </a:solidFill>
                <a:latin typeface="Arial" panose="020B0604020202020204" pitchFamily="34" charset="0"/>
                <a:cs typeface="Arial" panose="020B0604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FooterSimple" hidden="1"/>
          <p:cNvSpPr txBox="1"/>
          <p:nvPr userDrawn="1">
            <p:custDataLst>
              <p:tags r:id="rId2"/>
            </p:custDataLst>
          </p:nvPr>
        </p:nvSpPr>
        <p:spPr>
          <a:xfrm rot="16200000">
            <a:off x="10561320" y="5117885"/>
            <a:ext cx="2743200" cy="9695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7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ANTAMINA - EWG - Session11 - 2023.04.13.pptx</a:t>
            </a:r>
            <a:endParaRPr lang="en-US" sz="700">
              <a:solidFill>
                <a:schemeClr val="bg1">
                  <a:lumMod val="50000"/>
                </a:schemeClr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EE950-14DC-0649-B17E-E9E36051A540}"/>
              </a:ext>
            </a:extLst>
          </p:cNvPr>
          <p:cNvSpPr txBox="1"/>
          <p:nvPr userDrawn="1"/>
        </p:nvSpPr>
        <p:spPr>
          <a:xfrm>
            <a:off x="11482086" y="6447099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35033064-3661-ED81-5C53-27FFE01E70B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1879032" y="6594791"/>
            <a:ext cx="130848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s-ES"/>
            </a:defPPr>
            <a:lvl1pPr>
              <a:defRPr sz="1000" baseline="0">
                <a:latin typeface="+mn-lt"/>
              </a:defRPr>
            </a:lvl1pPr>
          </a:lstStyle>
          <a:p>
            <a:pPr lvl="0" algn="ctr"/>
            <a:fld id="{42C328C1-A84F-4A39-A664-DBA00541A8C6}" type="slidenum">
              <a:rPr lang="en-US" sz="816" smtClean="0">
                <a:solidFill>
                  <a:schemeClr val="accent3"/>
                </a:solidFill>
              </a:rPr>
              <a:pPr lvl="0" algn="ctr"/>
              <a:t>‹#›</a:t>
            </a:fld>
            <a:endParaRPr lang="en-US" sz="816">
              <a:solidFill>
                <a:schemeClr val="accent3"/>
              </a:solidFill>
            </a:endParaRPr>
          </a:p>
        </p:txBody>
      </p:sp>
      <p:grpSp>
        <p:nvGrpSpPr>
          <p:cNvPr id="13" name="Group 24">
            <a:extLst>
              <a:ext uri="{FF2B5EF4-FFF2-40B4-BE49-F238E27FC236}">
                <a16:creationId xmlns:a16="http://schemas.microsoft.com/office/drawing/2014/main" id="{68B54AB1-1E19-7DBB-8FC2-1382DE428D57}"/>
              </a:ext>
            </a:extLst>
          </p:cNvPr>
          <p:cNvGrpSpPr/>
          <p:nvPr userDrawn="1"/>
        </p:nvGrpSpPr>
        <p:grpSpPr>
          <a:xfrm>
            <a:off x="11312748" y="6520240"/>
            <a:ext cx="315256" cy="277198"/>
            <a:chOff x="3824288" y="1468438"/>
            <a:chExt cx="4300538" cy="3781425"/>
          </a:xfrm>
          <a:solidFill>
            <a:srgbClr val="008598"/>
          </a:soli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14C48F0A-5D6E-880F-6BE4-EFAB7D3F8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288" y="1468438"/>
              <a:ext cx="4300538" cy="2162175"/>
            </a:xfrm>
            <a:custGeom>
              <a:avLst/>
              <a:gdLst>
                <a:gd name="T0" fmla="*/ 3354 w 3496"/>
                <a:gd name="T1" fmla="*/ 1490 h 1760"/>
                <a:gd name="T2" fmla="*/ 3233 w 3496"/>
                <a:gd name="T3" fmla="*/ 1296 h 1760"/>
                <a:gd name="T4" fmla="*/ 2953 w 3496"/>
                <a:gd name="T5" fmla="*/ 944 h 1760"/>
                <a:gd name="T6" fmla="*/ 2751 w 3496"/>
                <a:gd name="T7" fmla="*/ 782 h 1760"/>
                <a:gd name="T8" fmla="*/ 2465 w 3496"/>
                <a:gd name="T9" fmla="*/ 554 h 1760"/>
                <a:gd name="T10" fmla="*/ 2256 w 3496"/>
                <a:gd name="T11" fmla="*/ 302 h 1760"/>
                <a:gd name="T12" fmla="*/ 1941 w 3496"/>
                <a:gd name="T13" fmla="*/ 6 h 1760"/>
                <a:gd name="T14" fmla="*/ 1889 w 3496"/>
                <a:gd name="T15" fmla="*/ 5 h 1760"/>
                <a:gd name="T16" fmla="*/ 1432 w 3496"/>
                <a:gd name="T17" fmla="*/ 328 h 1760"/>
                <a:gd name="T18" fmla="*/ 1007 w 3496"/>
                <a:gd name="T19" fmla="*/ 586 h 1760"/>
                <a:gd name="T20" fmla="*/ 944 w 3496"/>
                <a:gd name="T21" fmla="*/ 607 h 1760"/>
                <a:gd name="T22" fmla="*/ 330 w 3496"/>
                <a:gd name="T23" fmla="*/ 1347 h 1760"/>
                <a:gd name="T24" fmla="*/ 0 w 3496"/>
                <a:gd name="T25" fmla="*/ 1714 h 1760"/>
                <a:gd name="T26" fmla="*/ 1470 w 3496"/>
                <a:gd name="T27" fmla="*/ 1714 h 1760"/>
                <a:gd name="T28" fmla="*/ 1566 w 3496"/>
                <a:gd name="T29" fmla="*/ 1580 h 1760"/>
                <a:gd name="T30" fmla="*/ 1910 w 3496"/>
                <a:gd name="T31" fmla="*/ 1286 h 1760"/>
                <a:gd name="T32" fmla="*/ 2232 w 3496"/>
                <a:gd name="T33" fmla="*/ 1295 h 1760"/>
                <a:gd name="T34" fmla="*/ 2597 w 3496"/>
                <a:gd name="T35" fmla="*/ 1750 h 1760"/>
                <a:gd name="T36" fmla="*/ 2662 w 3496"/>
                <a:gd name="T37" fmla="*/ 1757 h 1760"/>
                <a:gd name="T38" fmla="*/ 2605 w 3496"/>
                <a:gd name="T39" fmla="*/ 1554 h 1760"/>
                <a:gd name="T40" fmla="*/ 2230 w 3496"/>
                <a:gd name="T41" fmla="*/ 1203 h 1760"/>
                <a:gd name="T42" fmla="*/ 1735 w 3496"/>
                <a:gd name="T43" fmla="*/ 1279 h 1760"/>
                <a:gd name="T44" fmla="*/ 1379 w 3496"/>
                <a:gd name="T45" fmla="*/ 1647 h 1760"/>
                <a:gd name="T46" fmla="*/ 1201 w 3496"/>
                <a:gd name="T47" fmla="*/ 1597 h 1760"/>
                <a:gd name="T48" fmla="*/ 1201 w 3496"/>
                <a:gd name="T49" fmla="*/ 1579 h 1760"/>
                <a:gd name="T50" fmla="*/ 1745 w 3496"/>
                <a:gd name="T51" fmla="*/ 1161 h 1760"/>
                <a:gd name="T52" fmla="*/ 2169 w 3496"/>
                <a:gd name="T53" fmla="*/ 1074 h 1760"/>
                <a:gd name="T54" fmla="*/ 2547 w 3496"/>
                <a:gd name="T55" fmla="*/ 1316 h 1760"/>
                <a:gd name="T56" fmla="*/ 2809 w 3496"/>
                <a:gd name="T57" fmla="*/ 1748 h 1760"/>
                <a:gd name="T58" fmla="*/ 2851 w 3496"/>
                <a:gd name="T59" fmla="*/ 1760 h 1760"/>
                <a:gd name="T60" fmla="*/ 2596 w 3496"/>
                <a:gd name="T61" fmla="*/ 1248 h 1760"/>
                <a:gd name="T62" fmla="*/ 2240 w 3496"/>
                <a:gd name="T63" fmla="*/ 1002 h 1760"/>
                <a:gd name="T64" fmla="*/ 1837 w 3496"/>
                <a:gd name="T65" fmla="*/ 1045 h 1760"/>
                <a:gd name="T66" fmla="*/ 1106 w 3496"/>
                <a:gd name="T67" fmla="*/ 1499 h 1760"/>
                <a:gd name="T68" fmla="*/ 947 w 3496"/>
                <a:gd name="T69" fmla="*/ 1451 h 1760"/>
                <a:gd name="T70" fmla="*/ 936 w 3496"/>
                <a:gd name="T71" fmla="*/ 1405 h 1760"/>
                <a:gd name="T72" fmla="*/ 1388 w 3496"/>
                <a:gd name="T73" fmla="*/ 1129 h 1760"/>
                <a:gd name="T74" fmla="*/ 1815 w 3496"/>
                <a:gd name="T75" fmla="*/ 946 h 1760"/>
                <a:gd name="T76" fmla="*/ 2408 w 3496"/>
                <a:gd name="T77" fmla="*/ 943 h 1760"/>
                <a:gd name="T78" fmla="*/ 2917 w 3496"/>
                <a:gd name="T79" fmla="*/ 1535 h 1760"/>
                <a:gd name="T80" fmla="*/ 3011 w 3496"/>
                <a:gd name="T81" fmla="*/ 1758 h 1760"/>
                <a:gd name="T82" fmla="*/ 3074 w 3496"/>
                <a:gd name="T83" fmla="*/ 1738 h 1760"/>
                <a:gd name="T84" fmla="*/ 2798 w 3496"/>
                <a:gd name="T85" fmla="*/ 1175 h 1760"/>
                <a:gd name="T86" fmla="*/ 2356 w 3496"/>
                <a:gd name="T87" fmla="*/ 861 h 1760"/>
                <a:gd name="T88" fmla="*/ 1793 w 3496"/>
                <a:gd name="T89" fmla="*/ 886 h 1760"/>
                <a:gd name="T90" fmla="*/ 1052 w 3496"/>
                <a:gd name="T91" fmla="*/ 1188 h 1760"/>
                <a:gd name="T92" fmla="*/ 796 w 3496"/>
                <a:gd name="T93" fmla="*/ 1283 h 1760"/>
                <a:gd name="T94" fmla="*/ 697 w 3496"/>
                <a:gd name="T95" fmla="*/ 1193 h 1760"/>
                <a:gd name="T96" fmla="*/ 883 w 3496"/>
                <a:gd name="T97" fmla="*/ 1074 h 1760"/>
                <a:gd name="T98" fmla="*/ 1191 w 3496"/>
                <a:gd name="T99" fmla="*/ 950 h 1760"/>
                <a:gd name="T100" fmla="*/ 1664 w 3496"/>
                <a:gd name="T101" fmla="*/ 792 h 1760"/>
                <a:gd name="T102" fmla="*/ 2190 w 3496"/>
                <a:gd name="T103" fmla="*/ 720 h 1760"/>
                <a:gd name="T104" fmla="*/ 2566 w 3496"/>
                <a:gd name="T105" fmla="*/ 837 h 1760"/>
                <a:gd name="T106" fmla="*/ 3253 w 3496"/>
                <a:gd name="T107" fmla="*/ 1729 h 1760"/>
                <a:gd name="T108" fmla="*/ 3496 w 3496"/>
                <a:gd name="T109" fmla="*/ 1747 h 1760"/>
                <a:gd name="T110" fmla="*/ 3490 w 3496"/>
                <a:gd name="T111" fmla="*/ 173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96" h="1760">
                  <a:moveTo>
                    <a:pt x="3490" y="1730"/>
                  </a:moveTo>
                  <a:cubicBezTo>
                    <a:pt x="3458" y="1642"/>
                    <a:pt x="3407" y="1566"/>
                    <a:pt x="3354" y="1490"/>
                  </a:cubicBezTo>
                  <a:cubicBezTo>
                    <a:pt x="3319" y="1440"/>
                    <a:pt x="3284" y="1390"/>
                    <a:pt x="3250" y="1340"/>
                  </a:cubicBezTo>
                  <a:cubicBezTo>
                    <a:pt x="3240" y="1327"/>
                    <a:pt x="3234" y="1313"/>
                    <a:pt x="3233" y="1296"/>
                  </a:cubicBezTo>
                  <a:cubicBezTo>
                    <a:pt x="3225" y="1211"/>
                    <a:pt x="3185" y="1143"/>
                    <a:pt x="3127" y="1083"/>
                  </a:cubicBezTo>
                  <a:cubicBezTo>
                    <a:pt x="3075" y="1029"/>
                    <a:pt x="3014" y="986"/>
                    <a:pt x="2953" y="944"/>
                  </a:cubicBezTo>
                  <a:cubicBezTo>
                    <a:pt x="2891" y="901"/>
                    <a:pt x="2828" y="860"/>
                    <a:pt x="2773" y="808"/>
                  </a:cubicBezTo>
                  <a:cubicBezTo>
                    <a:pt x="2764" y="800"/>
                    <a:pt x="2757" y="791"/>
                    <a:pt x="2751" y="782"/>
                  </a:cubicBezTo>
                  <a:cubicBezTo>
                    <a:pt x="2720" y="738"/>
                    <a:pt x="2682" y="702"/>
                    <a:pt x="2639" y="671"/>
                  </a:cubicBezTo>
                  <a:cubicBezTo>
                    <a:pt x="2583" y="630"/>
                    <a:pt x="2525" y="590"/>
                    <a:pt x="2465" y="554"/>
                  </a:cubicBezTo>
                  <a:cubicBezTo>
                    <a:pt x="2430" y="534"/>
                    <a:pt x="2401" y="509"/>
                    <a:pt x="2378" y="478"/>
                  </a:cubicBezTo>
                  <a:cubicBezTo>
                    <a:pt x="2336" y="420"/>
                    <a:pt x="2295" y="361"/>
                    <a:pt x="2256" y="302"/>
                  </a:cubicBezTo>
                  <a:cubicBezTo>
                    <a:pt x="2210" y="234"/>
                    <a:pt x="2166" y="166"/>
                    <a:pt x="2107" y="108"/>
                  </a:cubicBezTo>
                  <a:cubicBezTo>
                    <a:pt x="2059" y="62"/>
                    <a:pt x="2005" y="26"/>
                    <a:pt x="1941" y="6"/>
                  </a:cubicBezTo>
                  <a:cubicBezTo>
                    <a:pt x="1941" y="6"/>
                    <a:pt x="1940" y="6"/>
                    <a:pt x="1940" y="6"/>
                  </a:cubicBezTo>
                  <a:cubicBezTo>
                    <a:pt x="1916" y="0"/>
                    <a:pt x="1889" y="5"/>
                    <a:pt x="1889" y="5"/>
                  </a:cubicBezTo>
                  <a:cubicBezTo>
                    <a:pt x="1791" y="28"/>
                    <a:pt x="1708" y="79"/>
                    <a:pt x="1633" y="143"/>
                  </a:cubicBezTo>
                  <a:cubicBezTo>
                    <a:pt x="1564" y="203"/>
                    <a:pt x="1498" y="266"/>
                    <a:pt x="1432" y="328"/>
                  </a:cubicBezTo>
                  <a:cubicBezTo>
                    <a:pt x="1368" y="388"/>
                    <a:pt x="1304" y="448"/>
                    <a:pt x="1230" y="497"/>
                  </a:cubicBezTo>
                  <a:cubicBezTo>
                    <a:pt x="1162" y="542"/>
                    <a:pt x="1089" y="575"/>
                    <a:pt x="1007" y="586"/>
                  </a:cubicBezTo>
                  <a:cubicBezTo>
                    <a:pt x="1000" y="587"/>
                    <a:pt x="992" y="589"/>
                    <a:pt x="984" y="588"/>
                  </a:cubicBezTo>
                  <a:cubicBezTo>
                    <a:pt x="967" y="587"/>
                    <a:pt x="956" y="596"/>
                    <a:pt x="944" y="607"/>
                  </a:cubicBezTo>
                  <a:cubicBezTo>
                    <a:pt x="828" y="716"/>
                    <a:pt x="724" y="836"/>
                    <a:pt x="626" y="962"/>
                  </a:cubicBezTo>
                  <a:cubicBezTo>
                    <a:pt x="527" y="1090"/>
                    <a:pt x="430" y="1219"/>
                    <a:pt x="330" y="1347"/>
                  </a:cubicBezTo>
                  <a:cubicBezTo>
                    <a:pt x="231" y="1475"/>
                    <a:pt x="125" y="1596"/>
                    <a:pt x="7" y="1706"/>
                  </a:cubicBezTo>
                  <a:cubicBezTo>
                    <a:pt x="4" y="1708"/>
                    <a:pt x="2" y="1711"/>
                    <a:pt x="0" y="1714"/>
                  </a:cubicBezTo>
                  <a:cubicBezTo>
                    <a:pt x="195" y="1714"/>
                    <a:pt x="390" y="1714"/>
                    <a:pt x="585" y="1714"/>
                  </a:cubicBezTo>
                  <a:cubicBezTo>
                    <a:pt x="880" y="1714"/>
                    <a:pt x="1175" y="1714"/>
                    <a:pt x="1470" y="1714"/>
                  </a:cubicBezTo>
                  <a:cubicBezTo>
                    <a:pt x="1481" y="1714"/>
                    <a:pt x="1487" y="1711"/>
                    <a:pt x="1493" y="1702"/>
                  </a:cubicBezTo>
                  <a:cubicBezTo>
                    <a:pt x="1517" y="1661"/>
                    <a:pt x="1541" y="1620"/>
                    <a:pt x="1566" y="1580"/>
                  </a:cubicBezTo>
                  <a:cubicBezTo>
                    <a:pt x="1615" y="1504"/>
                    <a:pt x="1671" y="1433"/>
                    <a:pt x="1743" y="1378"/>
                  </a:cubicBezTo>
                  <a:cubicBezTo>
                    <a:pt x="1794" y="1339"/>
                    <a:pt x="1848" y="1304"/>
                    <a:pt x="1910" y="1286"/>
                  </a:cubicBezTo>
                  <a:cubicBezTo>
                    <a:pt x="1974" y="1268"/>
                    <a:pt x="2039" y="1261"/>
                    <a:pt x="2104" y="1262"/>
                  </a:cubicBezTo>
                  <a:cubicBezTo>
                    <a:pt x="2150" y="1263"/>
                    <a:pt x="2192" y="1273"/>
                    <a:pt x="2232" y="1295"/>
                  </a:cubicBezTo>
                  <a:cubicBezTo>
                    <a:pt x="2303" y="1334"/>
                    <a:pt x="2363" y="1386"/>
                    <a:pt x="2416" y="1446"/>
                  </a:cubicBezTo>
                  <a:cubicBezTo>
                    <a:pt x="2497" y="1535"/>
                    <a:pt x="2564" y="1632"/>
                    <a:pt x="2597" y="1750"/>
                  </a:cubicBezTo>
                  <a:cubicBezTo>
                    <a:pt x="2598" y="1754"/>
                    <a:pt x="2601" y="1759"/>
                    <a:pt x="2604" y="1759"/>
                  </a:cubicBezTo>
                  <a:cubicBezTo>
                    <a:pt x="2623" y="1759"/>
                    <a:pt x="2643" y="1760"/>
                    <a:pt x="2662" y="1757"/>
                  </a:cubicBezTo>
                  <a:cubicBezTo>
                    <a:pt x="2677" y="1755"/>
                    <a:pt x="2679" y="1750"/>
                    <a:pt x="2675" y="1735"/>
                  </a:cubicBezTo>
                  <a:cubicBezTo>
                    <a:pt x="2662" y="1671"/>
                    <a:pt x="2638" y="1611"/>
                    <a:pt x="2605" y="1554"/>
                  </a:cubicBezTo>
                  <a:cubicBezTo>
                    <a:pt x="2518" y="1402"/>
                    <a:pt x="2393" y="1290"/>
                    <a:pt x="2240" y="1207"/>
                  </a:cubicBezTo>
                  <a:cubicBezTo>
                    <a:pt x="2237" y="1205"/>
                    <a:pt x="2233" y="1203"/>
                    <a:pt x="2230" y="1203"/>
                  </a:cubicBezTo>
                  <a:cubicBezTo>
                    <a:pt x="2128" y="1183"/>
                    <a:pt x="2027" y="1180"/>
                    <a:pt x="1925" y="1202"/>
                  </a:cubicBezTo>
                  <a:cubicBezTo>
                    <a:pt x="1857" y="1216"/>
                    <a:pt x="1794" y="1243"/>
                    <a:pt x="1735" y="1279"/>
                  </a:cubicBezTo>
                  <a:cubicBezTo>
                    <a:pt x="1643" y="1334"/>
                    <a:pt x="1567" y="1406"/>
                    <a:pt x="1501" y="1488"/>
                  </a:cubicBezTo>
                  <a:cubicBezTo>
                    <a:pt x="1458" y="1540"/>
                    <a:pt x="1419" y="1594"/>
                    <a:pt x="1379" y="1647"/>
                  </a:cubicBezTo>
                  <a:cubicBezTo>
                    <a:pt x="1375" y="1653"/>
                    <a:pt x="1371" y="1658"/>
                    <a:pt x="1363" y="1657"/>
                  </a:cubicBezTo>
                  <a:cubicBezTo>
                    <a:pt x="1304" y="1650"/>
                    <a:pt x="1250" y="1631"/>
                    <a:pt x="1201" y="1597"/>
                  </a:cubicBezTo>
                  <a:cubicBezTo>
                    <a:pt x="1198" y="1594"/>
                    <a:pt x="1195" y="1592"/>
                    <a:pt x="1192" y="1589"/>
                  </a:cubicBezTo>
                  <a:cubicBezTo>
                    <a:pt x="1196" y="1585"/>
                    <a:pt x="1198" y="1582"/>
                    <a:pt x="1201" y="1579"/>
                  </a:cubicBezTo>
                  <a:cubicBezTo>
                    <a:pt x="1256" y="1527"/>
                    <a:pt x="1311" y="1474"/>
                    <a:pt x="1367" y="1423"/>
                  </a:cubicBezTo>
                  <a:cubicBezTo>
                    <a:pt x="1482" y="1320"/>
                    <a:pt x="1605" y="1228"/>
                    <a:pt x="1745" y="1161"/>
                  </a:cubicBezTo>
                  <a:cubicBezTo>
                    <a:pt x="1865" y="1103"/>
                    <a:pt x="1991" y="1071"/>
                    <a:pt x="2125" y="1072"/>
                  </a:cubicBezTo>
                  <a:cubicBezTo>
                    <a:pt x="2140" y="1072"/>
                    <a:pt x="2155" y="1075"/>
                    <a:pt x="2169" y="1074"/>
                  </a:cubicBezTo>
                  <a:cubicBezTo>
                    <a:pt x="2207" y="1072"/>
                    <a:pt x="2241" y="1083"/>
                    <a:pt x="2274" y="1098"/>
                  </a:cubicBezTo>
                  <a:cubicBezTo>
                    <a:pt x="2383" y="1149"/>
                    <a:pt x="2471" y="1225"/>
                    <a:pt x="2547" y="1316"/>
                  </a:cubicBezTo>
                  <a:cubicBezTo>
                    <a:pt x="2617" y="1399"/>
                    <a:pt x="2675" y="1490"/>
                    <a:pt x="2726" y="1586"/>
                  </a:cubicBezTo>
                  <a:cubicBezTo>
                    <a:pt x="2755" y="1639"/>
                    <a:pt x="2781" y="1694"/>
                    <a:pt x="2809" y="1748"/>
                  </a:cubicBezTo>
                  <a:cubicBezTo>
                    <a:pt x="2813" y="1756"/>
                    <a:pt x="2817" y="1760"/>
                    <a:pt x="2826" y="1759"/>
                  </a:cubicBezTo>
                  <a:cubicBezTo>
                    <a:pt x="2834" y="1759"/>
                    <a:pt x="2843" y="1760"/>
                    <a:pt x="2851" y="1760"/>
                  </a:cubicBezTo>
                  <a:cubicBezTo>
                    <a:pt x="2868" y="1759"/>
                    <a:pt x="2873" y="1752"/>
                    <a:pt x="2867" y="1735"/>
                  </a:cubicBezTo>
                  <a:cubicBezTo>
                    <a:pt x="2809" y="1555"/>
                    <a:pt x="2722" y="1391"/>
                    <a:pt x="2596" y="1248"/>
                  </a:cubicBezTo>
                  <a:cubicBezTo>
                    <a:pt x="2522" y="1163"/>
                    <a:pt x="2437" y="1091"/>
                    <a:pt x="2336" y="1041"/>
                  </a:cubicBezTo>
                  <a:cubicBezTo>
                    <a:pt x="2305" y="1025"/>
                    <a:pt x="2273" y="1009"/>
                    <a:pt x="2240" y="1002"/>
                  </a:cubicBezTo>
                  <a:cubicBezTo>
                    <a:pt x="2206" y="994"/>
                    <a:pt x="2170" y="994"/>
                    <a:pt x="2136" y="994"/>
                  </a:cubicBezTo>
                  <a:cubicBezTo>
                    <a:pt x="2033" y="994"/>
                    <a:pt x="1934" y="1012"/>
                    <a:pt x="1837" y="1045"/>
                  </a:cubicBezTo>
                  <a:cubicBezTo>
                    <a:pt x="1686" y="1096"/>
                    <a:pt x="1548" y="1176"/>
                    <a:pt x="1419" y="1268"/>
                  </a:cubicBezTo>
                  <a:cubicBezTo>
                    <a:pt x="1313" y="1343"/>
                    <a:pt x="1210" y="1422"/>
                    <a:pt x="1106" y="1499"/>
                  </a:cubicBezTo>
                  <a:cubicBezTo>
                    <a:pt x="1098" y="1504"/>
                    <a:pt x="1088" y="1508"/>
                    <a:pt x="1078" y="1508"/>
                  </a:cubicBezTo>
                  <a:cubicBezTo>
                    <a:pt x="1025" y="1510"/>
                    <a:pt x="984" y="1485"/>
                    <a:pt x="947" y="1451"/>
                  </a:cubicBezTo>
                  <a:cubicBezTo>
                    <a:pt x="937" y="1441"/>
                    <a:pt x="928" y="1430"/>
                    <a:pt x="918" y="1419"/>
                  </a:cubicBezTo>
                  <a:cubicBezTo>
                    <a:pt x="925" y="1414"/>
                    <a:pt x="930" y="1409"/>
                    <a:pt x="936" y="1405"/>
                  </a:cubicBezTo>
                  <a:cubicBezTo>
                    <a:pt x="997" y="1364"/>
                    <a:pt x="1056" y="1321"/>
                    <a:pt x="1118" y="1284"/>
                  </a:cubicBezTo>
                  <a:cubicBezTo>
                    <a:pt x="1207" y="1230"/>
                    <a:pt x="1298" y="1181"/>
                    <a:pt x="1388" y="1129"/>
                  </a:cubicBezTo>
                  <a:cubicBezTo>
                    <a:pt x="1419" y="1112"/>
                    <a:pt x="1447" y="1090"/>
                    <a:pt x="1479" y="1077"/>
                  </a:cubicBezTo>
                  <a:cubicBezTo>
                    <a:pt x="1591" y="1031"/>
                    <a:pt x="1702" y="986"/>
                    <a:pt x="1815" y="946"/>
                  </a:cubicBezTo>
                  <a:cubicBezTo>
                    <a:pt x="1936" y="903"/>
                    <a:pt x="2062" y="881"/>
                    <a:pt x="2192" y="889"/>
                  </a:cubicBezTo>
                  <a:cubicBezTo>
                    <a:pt x="2267" y="894"/>
                    <a:pt x="2340" y="910"/>
                    <a:pt x="2408" y="943"/>
                  </a:cubicBezTo>
                  <a:cubicBezTo>
                    <a:pt x="2525" y="997"/>
                    <a:pt x="2620" y="1077"/>
                    <a:pt x="2701" y="1175"/>
                  </a:cubicBezTo>
                  <a:cubicBezTo>
                    <a:pt x="2792" y="1284"/>
                    <a:pt x="2861" y="1406"/>
                    <a:pt x="2917" y="1535"/>
                  </a:cubicBezTo>
                  <a:cubicBezTo>
                    <a:pt x="2948" y="1604"/>
                    <a:pt x="2975" y="1676"/>
                    <a:pt x="3003" y="1746"/>
                  </a:cubicBezTo>
                  <a:cubicBezTo>
                    <a:pt x="3005" y="1751"/>
                    <a:pt x="3008" y="1758"/>
                    <a:pt x="3011" y="1758"/>
                  </a:cubicBezTo>
                  <a:cubicBezTo>
                    <a:pt x="3028" y="1759"/>
                    <a:pt x="3046" y="1759"/>
                    <a:pt x="3063" y="1757"/>
                  </a:cubicBezTo>
                  <a:cubicBezTo>
                    <a:pt x="3073" y="1756"/>
                    <a:pt x="3077" y="1748"/>
                    <a:pt x="3074" y="1738"/>
                  </a:cubicBezTo>
                  <a:cubicBezTo>
                    <a:pt x="3059" y="1682"/>
                    <a:pt x="3047" y="1626"/>
                    <a:pt x="3028" y="1572"/>
                  </a:cubicBezTo>
                  <a:cubicBezTo>
                    <a:pt x="2979" y="1424"/>
                    <a:pt x="2903" y="1291"/>
                    <a:pt x="2798" y="1175"/>
                  </a:cubicBezTo>
                  <a:cubicBezTo>
                    <a:pt x="2748" y="1119"/>
                    <a:pt x="2692" y="1067"/>
                    <a:pt x="2636" y="1015"/>
                  </a:cubicBezTo>
                  <a:cubicBezTo>
                    <a:pt x="2556" y="939"/>
                    <a:pt x="2462" y="889"/>
                    <a:pt x="2356" y="861"/>
                  </a:cubicBezTo>
                  <a:cubicBezTo>
                    <a:pt x="2244" y="831"/>
                    <a:pt x="2132" y="831"/>
                    <a:pt x="2018" y="843"/>
                  </a:cubicBezTo>
                  <a:cubicBezTo>
                    <a:pt x="1942" y="851"/>
                    <a:pt x="1867" y="867"/>
                    <a:pt x="1793" y="886"/>
                  </a:cubicBezTo>
                  <a:cubicBezTo>
                    <a:pt x="1611" y="933"/>
                    <a:pt x="1437" y="1005"/>
                    <a:pt x="1262" y="1071"/>
                  </a:cubicBezTo>
                  <a:cubicBezTo>
                    <a:pt x="1186" y="1099"/>
                    <a:pt x="1119" y="1145"/>
                    <a:pt x="1052" y="1188"/>
                  </a:cubicBezTo>
                  <a:cubicBezTo>
                    <a:pt x="1005" y="1217"/>
                    <a:pt x="958" y="1246"/>
                    <a:pt x="910" y="1271"/>
                  </a:cubicBezTo>
                  <a:cubicBezTo>
                    <a:pt x="875" y="1288"/>
                    <a:pt x="836" y="1295"/>
                    <a:pt x="796" y="1283"/>
                  </a:cubicBezTo>
                  <a:cubicBezTo>
                    <a:pt x="753" y="1270"/>
                    <a:pt x="722" y="1240"/>
                    <a:pt x="695" y="1206"/>
                  </a:cubicBezTo>
                  <a:cubicBezTo>
                    <a:pt x="693" y="1203"/>
                    <a:pt x="694" y="1195"/>
                    <a:pt x="697" y="1193"/>
                  </a:cubicBezTo>
                  <a:cubicBezTo>
                    <a:pt x="712" y="1178"/>
                    <a:pt x="726" y="1162"/>
                    <a:pt x="743" y="1149"/>
                  </a:cubicBezTo>
                  <a:cubicBezTo>
                    <a:pt x="785" y="1116"/>
                    <a:pt x="834" y="1094"/>
                    <a:pt x="883" y="1074"/>
                  </a:cubicBezTo>
                  <a:cubicBezTo>
                    <a:pt x="967" y="1039"/>
                    <a:pt x="1052" y="1006"/>
                    <a:pt x="1136" y="972"/>
                  </a:cubicBezTo>
                  <a:cubicBezTo>
                    <a:pt x="1155" y="965"/>
                    <a:pt x="1172" y="956"/>
                    <a:pt x="1191" y="950"/>
                  </a:cubicBezTo>
                  <a:cubicBezTo>
                    <a:pt x="1243" y="933"/>
                    <a:pt x="1296" y="918"/>
                    <a:pt x="1347" y="901"/>
                  </a:cubicBezTo>
                  <a:cubicBezTo>
                    <a:pt x="1453" y="865"/>
                    <a:pt x="1558" y="827"/>
                    <a:pt x="1664" y="792"/>
                  </a:cubicBezTo>
                  <a:cubicBezTo>
                    <a:pt x="1763" y="759"/>
                    <a:pt x="1864" y="734"/>
                    <a:pt x="1967" y="722"/>
                  </a:cubicBezTo>
                  <a:cubicBezTo>
                    <a:pt x="2041" y="713"/>
                    <a:pt x="2115" y="712"/>
                    <a:pt x="2190" y="720"/>
                  </a:cubicBezTo>
                  <a:cubicBezTo>
                    <a:pt x="2225" y="724"/>
                    <a:pt x="2261" y="727"/>
                    <a:pt x="2296" y="732"/>
                  </a:cubicBezTo>
                  <a:cubicBezTo>
                    <a:pt x="2394" y="747"/>
                    <a:pt x="2483" y="785"/>
                    <a:pt x="2566" y="837"/>
                  </a:cubicBezTo>
                  <a:cubicBezTo>
                    <a:pt x="2685" y="912"/>
                    <a:pt x="2785" y="1008"/>
                    <a:pt x="2875" y="1115"/>
                  </a:cubicBezTo>
                  <a:cubicBezTo>
                    <a:pt x="3031" y="1301"/>
                    <a:pt x="3152" y="1509"/>
                    <a:pt x="3253" y="1729"/>
                  </a:cubicBezTo>
                  <a:cubicBezTo>
                    <a:pt x="3263" y="1751"/>
                    <a:pt x="3275" y="1759"/>
                    <a:pt x="3298" y="1758"/>
                  </a:cubicBezTo>
                  <a:cubicBezTo>
                    <a:pt x="3364" y="1754"/>
                    <a:pt x="3430" y="1750"/>
                    <a:pt x="3496" y="1747"/>
                  </a:cubicBezTo>
                  <a:cubicBezTo>
                    <a:pt x="3496" y="1744"/>
                    <a:pt x="3496" y="1740"/>
                    <a:pt x="3496" y="1737"/>
                  </a:cubicBezTo>
                  <a:cubicBezTo>
                    <a:pt x="3494" y="1735"/>
                    <a:pt x="3491" y="1733"/>
                    <a:pt x="3490" y="17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01775E40-6734-BC1D-3080-75744DB14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3919538"/>
              <a:ext cx="538163" cy="1330325"/>
            </a:xfrm>
            <a:custGeom>
              <a:avLst/>
              <a:gdLst>
                <a:gd name="T0" fmla="*/ 434 w 437"/>
                <a:gd name="T1" fmla="*/ 924 h 1083"/>
                <a:gd name="T2" fmla="*/ 429 w 437"/>
                <a:gd name="T3" fmla="*/ 761 h 1083"/>
                <a:gd name="T4" fmla="*/ 427 w 437"/>
                <a:gd name="T5" fmla="*/ 657 h 1083"/>
                <a:gd name="T6" fmla="*/ 424 w 437"/>
                <a:gd name="T7" fmla="*/ 530 h 1083"/>
                <a:gd name="T8" fmla="*/ 422 w 437"/>
                <a:gd name="T9" fmla="*/ 357 h 1083"/>
                <a:gd name="T10" fmla="*/ 421 w 437"/>
                <a:gd name="T11" fmla="*/ 331 h 1083"/>
                <a:gd name="T12" fmla="*/ 420 w 437"/>
                <a:gd name="T13" fmla="*/ 290 h 1083"/>
                <a:gd name="T14" fmla="*/ 414 w 437"/>
                <a:gd name="T15" fmla="*/ 31 h 1083"/>
                <a:gd name="T16" fmla="*/ 392 w 437"/>
                <a:gd name="T17" fmla="*/ 2 h 1083"/>
                <a:gd name="T18" fmla="*/ 363 w 437"/>
                <a:gd name="T19" fmla="*/ 25 h 1083"/>
                <a:gd name="T20" fmla="*/ 260 w 437"/>
                <a:gd name="T21" fmla="*/ 457 h 1083"/>
                <a:gd name="T22" fmla="*/ 203 w 437"/>
                <a:gd name="T23" fmla="*/ 696 h 1083"/>
                <a:gd name="T24" fmla="*/ 198 w 437"/>
                <a:gd name="T25" fmla="*/ 709 h 1083"/>
                <a:gd name="T26" fmla="*/ 195 w 437"/>
                <a:gd name="T27" fmla="*/ 697 h 1083"/>
                <a:gd name="T28" fmla="*/ 118 w 437"/>
                <a:gd name="T29" fmla="*/ 341 h 1083"/>
                <a:gd name="T30" fmla="*/ 56 w 437"/>
                <a:gd name="T31" fmla="*/ 54 h 1083"/>
                <a:gd name="T32" fmla="*/ 50 w 437"/>
                <a:gd name="T33" fmla="*/ 28 h 1083"/>
                <a:gd name="T34" fmla="*/ 21 w 437"/>
                <a:gd name="T35" fmla="*/ 10 h 1083"/>
                <a:gd name="T36" fmla="*/ 0 w 437"/>
                <a:gd name="T37" fmla="*/ 35 h 1083"/>
                <a:gd name="T38" fmla="*/ 0 w 437"/>
                <a:gd name="T39" fmla="*/ 50 h 1083"/>
                <a:gd name="T40" fmla="*/ 3 w 437"/>
                <a:gd name="T41" fmla="*/ 388 h 1083"/>
                <a:gd name="T42" fmla="*/ 3 w 437"/>
                <a:gd name="T43" fmla="*/ 395 h 1083"/>
                <a:gd name="T44" fmla="*/ 5 w 437"/>
                <a:gd name="T45" fmla="*/ 527 h 1083"/>
                <a:gd name="T46" fmla="*/ 8 w 437"/>
                <a:gd name="T47" fmla="*/ 816 h 1083"/>
                <a:gd name="T48" fmla="*/ 8 w 437"/>
                <a:gd name="T49" fmla="*/ 834 h 1083"/>
                <a:gd name="T50" fmla="*/ 28 w 437"/>
                <a:gd name="T51" fmla="*/ 855 h 1083"/>
                <a:gd name="T52" fmla="*/ 59 w 437"/>
                <a:gd name="T53" fmla="*/ 828 h 1083"/>
                <a:gd name="T54" fmla="*/ 58 w 437"/>
                <a:gd name="T55" fmla="*/ 703 h 1083"/>
                <a:gd name="T56" fmla="*/ 55 w 437"/>
                <a:gd name="T57" fmla="*/ 316 h 1083"/>
                <a:gd name="T58" fmla="*/ 55 w 437"/>
                <a:gd name="T59" fmla="*/ 306 h 1083"/>
                <a:gd name="T60" fmla="*/ 60 w 437"/>
                <a:gd name="T61" fmla="*/ 317 h 1083"/>
                <a:gd name="T62" fmla="*/ 170 w 437"/>
                <a:gd name="T63" fmla="*/ 830 h 1083"/>
                <a:gd name="T64" fmla="*/ 197 w 437"/>
                <a:gd name="T65" fmla="*/ 856 h 1083"/>
                <a:gd name="T66" fmla="*/ 223 w 437"/>
                <a:gd name="T67" fmla="*/ 831 h 1083"/>
                <a:gd name="T68" fmla="*/ 250 w 437"/>
                <a:gd name="T69" fmla="*/ 721 h 1083"/>
                <a:gd name="T70" fmla="*/ 360 w 437"/>
                <a:gd name="T71" fmla="*/ 256 h 1083"/>
                <a:gd name="T72" fmla="*/ 365 w 437"/>
                <a:gd name="T73" fmla="*/ 239 h 1083"/>
                <a:gd name="T74" fmla="*/ 367 w 437"/>
                <a:gd name="T75" fmla="*/ 240 h 1083"/>
                <a:gd name="T76" fmla="*/ 378 w 437"/>
                <a:gd name="T77" fmla="*/ 698 h 1083"/>
                <a:gd name="T78" fmla="*/ 378 w 437"/>
                <a:gd name="T79" fmla="*/ 713 h 1083"/>
                <a:gd name="T80" fmla="*/ 380 w 437"/>
                <a:gd name="T81" fmla="*/ 816 h 1083"/>
                <a:gd name="T82" fmla="*/ 381 w 437"/>
                <a:gd name="T83" fmla="*/ 824 h 1083"/>
                <a:gd name="T84" fmla="*/ 385 w 437"/>
                <a:gd name="T85" fmla="*/ 1029 h 1083"/>
                <a:gd name="T86" fmla="*/ 386 w 437"/>
                <a:gd name="T87" fmla="*/ 1055 h 1083"/>
                <a:gd name="T88" fmla="*/ 396 w 437"/>
                <a:gd name="T89" fmla="*/ 1083 h 1083"/>
                <a:gd name="T90" fmla="*/ 427 w 437"/>
                <a:gd name="T91" fmla="*/ 1083 h 1083"/>
                <a:gd name="T92" fmla="*/ 436 w 437"/>
                <a:gd name="T93" fmla="*/ 1051 h 1083"/>
                <a:gd name="T94" fmla="*/ 435 w 437"/>
                <a:gd name="T95" fmla="*/ 950 h 1083"/>
                <a:gd name="T96" fmla="*/ 434 w 437"/>
                <a:gd name="T97" fmla="*/ 924 h 1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37" h="1083">
                  <a:moveTo>
                    <a:pt x="434" y="924"/>
                  </a:moveTo>
                  <a:cubicBezTo>
                    <a:pt x="433" y="870"/>
                    <a:pt x="431" y="816"/>
                    <a:pt x="429" y="761"/>
                  </a:cubicBezTo>
                  <a:cubicBezTo>
                    <a:pt x="428" y="726"/>
                    <a:pt x="428" y="692"/>
                    <a:pt x="427" y="657"/>
                  </a:cubicBezTo>
                  <a:cubicBezTo>
                    <a:pt x="426" y="614"/>
                    <a:pt x="425" y="572"/>
                    <a:pt x="424" y="530"/>
                  </a:cubicBezTo>
                  <a:cubicBezTo>
                    <a:pt x="423" y="472"/>
                    <a:pt x="423" y="414"/>
                    <a:pt x="422" y="357"/>
                  </a:cubicBezTo>
                  <a:cubicBezTo>
                    <a:pt x="422" y="348"/>
                    <a:pt x="421" y="340"/>
                    <a:pt x="421" y="331"/>
                  </a:cubicBezTo>
                  <a:cubicBezTo>
                    <a:pt x="421" y="317"/>
                    <a:pt x="420" y="304"/>
                    <a:pt x="420" y="290"/>
                  </a:cubicBezTo>
                  <a:cubicBezTo>
                    <a:pt x="418" y="204"/>
                    <a:pt x="416" y="117"/>
                    <a:pt x="414" y="31"/>
                  </a:cubicBezTo>
                  <a:cubicBezTo>
                    <a:pt x="414" y="14"/>
                    <a:pt x="406" y="3"/>
                    <a:pt x="392" y="2"/>
                  </a:cubicBezTo>
                  <a:cubicBezTo>
                    <a:pt x="377" y="0"/>
                    <a:pt x="367" y="8"/>
                    <a:pt x="363" y="25"/>
                  </a:cubicBezTo>
                  <a:cubicBezTo>
                    <a:pt x="328" y="169"/>
                    <a:pt x="294" y="313"/>
                    <a:pt x="260" y="457"/>
                  </a:cubicBezTo>
                  <a:cubicBezTo>
                    <a:pt x="241" y="537"/>
                    <a:pt x="222" y="616"/>
                    <a:pt x="203" y="696"/>
                  </a:cubicBezTo>
                  <a:cubicBezTo>
                    <a:pt x="202" y="699"/>
                    <a:pt x="200" y="702"/>
                    <a:pt x="198" y="709"/>
                  </a:cubicBezTo>
                  <a:cubicBezTo>
                    <a:pt x="196" y="702"/>
                    <a:pt x="195" y="700"/>
                    <a:pt x="195" y="697"/>
                  </a:cubicBezTo>
                  <a:cubicBezTo>
                    <a:pt x="169" y="578"/>
                    <a:pt x="143" y="460"/>
                    <a:pt x="118" y="341"/>
                  </a:cubicBezTo>
                  <a:cubicBezTo>
                    <a:pt x="97" y="246"/>
                    <a:pt x="76" y="150"/>
                    <a:pt x="56" y="54"/>
                  </a:cubicBezTo>
                  <a:cubicBezTo>
                    <a:pt x="54" y="45"/>
                    <a:pt x="52" y="37"/>
                    <a:pt x="50" y="28"/>
                  </a:cubicBezTo>
                  <a:cubicBezTo>
                    <a:pt x="45" y="15"/>
                    <a:pt x="34" y="8"/>
                    <a:pt x="21" y="10"/>
                  </a:cubicBezTo>
                  <a:cubicBezTo>
                    <a:pt x="9" y="12"/>
                    <a:pt x="1" y="22"/>
                    <a:pt x="0" y="35"/>
                  </a:cubicBezTo>
                  <a:cubicBezTo>
                    <a:pt x="0" y="40"/>
                    <a:pt x="0" y="45"/>
                    <a:pt x="0" y="50"/>
                  </a:cubicBezTo>
                  <a:cubicBezTo>
                    <a:pt x="1" y="163"/>
                    <a:pt x="2" y="275"/>
                    <a:pt x="3" y="388"/>
                  </a:cubicBezTo>
                  <a:cubicBezTo>
                    <a:pt x="3" y="390"/>
                    <a:pt x="3" y="393"/>
                    <a:pt x="3" y="395"/>
                  </a:cubicBezTo>
                  <a:cubicBezTo>
                    <a:pt x="4" y="439"/>
                    <a:pt x="5" y="483"/>
                    <a:pt x="5" y="527"/>
                  </a:cubicBezTo>
                  <a:cubicBezTo>
                    <a:pt x="6" y="623"/>
                    <a:pt x="7" y="720"/>
                    <a:pt x="8" y="816"/>
                  </a:cubicBezTo>
                  <a:cubicBezTo>
                    <a:pt x="8" y="822"/>
                    <a:pt x="8" y="828"/>
                    <a:pt x="8" y="834"/>
                  </a:cubicBezTo>
                  <a:cubicBezTo>
                    <a:pt x="10" y="845"/>
                    <a:pt x="17" y="853"/>
                    <a:pt x="28" y="855"/>
                  </a:cubicBezTo>
                  <a:cubicBezTo>
                    <a:pt x="46" y="859"/>
                    <a:pt x="60" y="847"/>
                    <a:pt x="59" y="828"/>
                  </a:cubicBezTo>
                  <a:cubicBezTo>
                    <a:pt x="59" y="786"/>
                    <a:pt x="58" y="745"/>
                    <a:pt x="58" y="703"/>
                  </a:cubicBezTo>
                  <a:cubicBezTo>
                    <a:pt x="57" y="574"/>
                    <a:pt x="56" y="445"/>
                    <a:pt x="55" y="316"/>
                  </a:cubicBezTo>
                  <a:cubicBezTo>
                    <a:pt x="55" y="313"/>
                    <a:pt x="55" y="309"/>
                    <a:pt x="55" y="306"/>
                  </a:cubicBezTo>
                  <a:cubicBezTo>
                    <a:pt x="58" y="310"/>
                    <a:pt x="59" y="313"/>
                    <a:pt x="60" y="317"/>
                  </a:cubicBezTo>
                  <a:cubicBezTo>
                    <a:pt x="97" y="488"/>
                    <a:pt x="133" y="659"/>
                    <a:pt x="170" y="830"/>
                  </a:cubicBezTo>
                  <a:cubicBezTo>
                    <a:pt x="174" y="847"/>
                    <a:pt x="183" y="856"/>
                    <a:pt x="197" y="856"/>
                  </a:cubicBezTo>
                  <a:cubicBezTo>
                    <a:pt x="211" y="856"/>
                    <a:pt x="219" y="848"/>
                    <a:pt x="223" y="831"/>
                  </a:cubicBezTo>
                  <a:cubicBezTo>
                    <a:pt x="232" y="794"/>
                    <a:pt x="241" y="758"/>
                    <a:pt x="250" y="721"/>
                  </a:cubicBezTo>
                  <a:cubicBezTo>
                    <a:pt x="287" y="566"/>
                    <a:pt x="323" y="411"/>
                    <a:pt x="360" y="256"/>
                  </a:cubicBezTo>
                  <a:cubicBezTo>
                    <a:pt x="362" y="250"/>
                    <a:pt x="364" y="245"/>
                    <a:pt x="365" y="239"/>
                  </a:cubicBezTo>
                  <a:cubicBezTo>
                    <a:pt x="366" y="239"/>
                    <a:pt x="366" y="240"/>
                    <a:pt x="367" y="240"/>
                  </a:cubicBezTo>
                  <a:cubicBezTo>
                    <a:pt x="370" y="393"/>
                    <a:pt x="374" y="545"/>
                    <a:pt x="378" y="698"/>
                  </a:cubicBezTo>
                  <a:cubicBezTo>
                    <a:pt x="378" y="703"/>
                    <a:pt x="378" y="708"/>
                    <a:pt x="378" y="713"/>
                  </a:cubicBezTo>
                  <a:cubicBezTo>
                    <a:pt x="379" y="748"/>
                    <a:pt x="380" y="782"/>
                    <a:pt x="380" y="816"/>
                  </a:cubicBezTo>
                  <a:cubicBezTo>
                    <a:pt x="381" y="819"/>
                    <a:pt x="381" y="821"/>
                    <a:pt x="381" y="824"/>
                  </a:cubicBezTo>
                  <a:cubicBezTo>
                    <a:pt x="382" y="892"/>
                    <a:pt x="384" y="961"/>
                    <a:pt x="385" y="1029"/>
                  </a:cubicBezTo>
                  <a:cubicBezTo>
                    <a:pt x="386" y="1038"/>
                    <a:pt x="386" y="1046"/>
                    <a:pt x="386" y="1055"/>
                  </a:cubicBezTo>
                  <a:cubicBezTo>
                    <a:pt x="389" y="1064"/>
                    <a:pt x="393" y="1074"/>
                    <a:pt x="396" y="1083"/>
                  </a:cubicBezTo>
                  <a:cubicBezTo>
                    <a:pt x="406" y="1083"/>
                    <a:pt x="416" y="1083"/>
                    <a:pt x="427" y="1083"/>
                  </a:cubicBezTo>
                  <a:cubicBezTo>
                    <a:pt x="430" y="1072"/>
                    <a:pt x="436" y="1061"/>
                    <a:pt x="436" y="1051"/>
                  </a:cubicBezTo>
                  <a:cubicBezTo>
                    <a:pt x="437" y="1017"/>
                    <a:pt x="435" y="983"/>
                    <a:pt x="435" y="950"/>
                  </a:cubicBezTo>
                  <a:cubicBezTo>
                    <a:pt x="434" y="941"/>
                    <a:pt x="434" y="933"/>
                    <a:pt x="434" y="9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0DD8D39D-CC39-45DF-D174-47BF21F439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7725" y="3698875"/>
              <a:ext cx="382588" cy="1282700"/>
            </a:xfrm>
            <a:custGeom>
              <a:avLst/>
              <a:gdLst>
                <a:gd name="T0" fmla="*/ 306 w 311"/>
                <a:gd name="T1" fmla="*/ 185 h 1044"/>
                <a:gd name="T2" fmla="*/ 305 w 311"/>
                <a:gd name="T3" fmla="*/ 32 h 1044"/>
                <a:gd name="T4" fmla="*/ 279 w 311"/>
                <a:gd name="T5" fmla="*/ 0 h 1044"/>
                <a:gd name="T6" fmla="*/ 254 w 311"/>
                <a:gd name="T7" fmla="*/ 32 h 1044"/>
                <a:gd name="T8" fmla="*/ 256 w 311"/>
                <a:gd name="T9" fmla="*/ 281 h 1044"/>
                <a:gd name="T10" fmla="*/ 258 w 311"/>
                <a:gd name="T11" fmla="*/ 834 h 1044"/>
                <a:gd name="T12" fmla="*/ 254 w 311"/>
                <a:gd name="T13" fmla="*/ 834 h 1044"/>
                <a:gd name="T14" fmla="*/ 71 w 311"/>
                <a:gd name="T15" fmla="*/ 252 h 1044"/>
                <a:gd name="T16" fmla="*/ 54 w 311"/>
                <a:gd name="T17" fmla="*/ 200 h 1044"/>
                <a:gd name="T18" fmla="*/ 26 w 311"/>
                <a:gd name="T19" fmla="*/ 183 h 1044"/>
                <a:gd name="T20" fmla="*/ 4 w 311"/>
                <a:gd name="T21" fmla="*/ 206 h 1044"/>
                <a:gd name="T22" fmla="*/ 4 w 311"/>
                <a:gd name="T23" fmla="*/ 222 h 1044"/>
                <a:gd name="T24" fmla="*/ 3 w 311"/>
                <a:gd name="T25" fmla="*/ 399 h 1044"/>
                <a:gd name="T26" fmla="*/ 0 w 311"/>
                <a:gd name="T27" fmla="*/ 1013 h 1044"/>
                <a:gd name="T28" fmla="*/ 26 w 311"/>
                <a:gd name="T29" fmla="*/ 1042 h 1044"/>
                <a:gd name="T30" fmla="*/ 51 w 311"/>
                <a:gd name="T31" fmla="*/ 1014 h 1044"/>
                <a:gd name="T32" fmla="*/ 53 w 311"/>
                <a:gd name="T33" fmla="*/ 734 h 1044"/>
                <a:gd name="T34" fmla="*/ 54 w 311"/>
                <a:gd name="T35" fmla="*/ 405 h 1044"/>
                <a:gd name="T36" fmla="*/ 55 w 311"/>
                <a:gd name="T37" fmla="*/ 388 h 1044"/>
                <a:gd name="T38" fmla="*/ 59 w 311"/>
                <a:gd name="T39" fmla="*/ 388 h 1044"/>
                <a:gd name="T40" fmla="*/ 61 w 311"/>
                <a:gd name="T41" fmla="*/ 394 h 1044"/>
                <a:gd name="T42" fmla="*/ 202 w 311"/>
                <a:gd name="T43" fmla="*/ 841 h 1044"/>
                <a:gd name="T44" fmla="*/ 260 w 311"/>
                <a:gd name="T45" fmla="*/ 1022 h 1044"/>
                <a:gd name="T46" fmla="*/ 283 w 311"/>
                <a:gd name="T47" fmla="*/ 1043 h 1044"/>
                <a:gd name="T48" fmla="*/ 311 w 311"/>
                <a:gd name="T49" fmla="*/ 1013 h 1044"/>
                <a:gd name="T50" fmla="*/ 308 w 311"/>
                <a:gd name="T51" fmla="*/ 653 h 1044"/>
                <a:gd name="T52" fmla="*/ 306 w 311"/>
                <a:gd name="T53" fmla="*/ 185 h 1044"/>
                <a:gd name="T54" fmla="*/ 257 w 311"/>
                <a:gd name="T55" fmla="*/ 838 h 1044"/>
                <a:gd name="T56" fmla="*/ 258 w 311"/>
                <a:gd name="T57" fmla="*/ 834 h 1044"/>
                <a:gd name="T58" fmla="*/ 258 w 311"/>
                <a:gd name="T59" fmla="*/ 834 h 1044"/>
                <a:gd name="T60" fmla="*/ 257 w 311"/>
                <a:gd name="T61" fmla="*/ 838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1" h="1044">
                  <a:moveTo>
                    <a:pt x="306" y="185"/>
                  </a:moveTo>
                  <a:cubicBezTo>
                    <a:pt x="306" y="134"/>
                    <a:pt x="306" y="83"/>
                    <a:pt x="305" y="32"/>
                  </a:cubicBezTo>
                  <a:cubicBezTo>
                    <a:pt x="305" y="13"/>
                    <a:pt x="295" y="0"/>
                    <a:pt x="279" y="0"/>
                  </a:cubicBezTo>
                  <a:cubicBezTo>
                    <a:pt x="264" y="0"/>
                    <a:pt x="254" y="12"/>
                    <a:pt x="254" y="32"/>
                  </a:cubicBezTo>
                  <a:cubicBezTo>
                    <a:pt x="254" y="115"/>
                    <a:pt x="255" y="198"/>
                    <a:pt x="256" y="281"/>
                  </a:cubicBezTo>
                  <a:cubicBezTo>
                    <a:pt x="257" y="465"/>
                    <a:pt x="258" y="650"/>
                    <a:pt x="258" y="834"/>
                  </a:cubicBezTo>
                  <a:cubicBezTo>
                    <a:pt x="257" y="834"/>
                    <a:pt x="256" y="834"/>
                    <a:pt x="254" y="834"/>
                  </a:cubicBezTo>
                  <a:cubicBezTo>
                    <a:pt x="193" y="640"/>
                    <a:pt x="132" y="446"/>
                    <a:pt x="71" y="252"/>
                  </a:cubicBezTo>
                  <a:cubicBezTo>
                    <a:pt x="65" y="235"/>
                    <a:pt x="60" y="217"/>
                    <a:pt x="54" y="200"/>
                  </a:cubicBezTo>
                  <a:cubicBezTo>
                    <a:pt x="50" y="187"/>
                    <a:pt x="38" y="181"/>
                    <a:pt x="26" y="183"/>
                  </a:cubicBezTo>
                  <a:cubicBezTo>
                    <a:pt x="14" y="184"/>
                    <a:pt x="6" y="193"/>
                    <a:pt x="4" y="206"/>
                  </a:cubicBezTo>
                  <a:cubicBezTo>
                    <a:pt x="4" y="211"/>
                    <a:pt x="4" y="217"/>
                    <a:pt x="4" y="222"/>
                  </a:cubicBezTo>
                  <a:cubicBezTo>
                    <a:pt x="4" y="281"/>
                    <a:pt x="3" y="340"/>
                    <a:pt x="3" y="399"/>
                  </a:cubicBezTo>
                  <a:cubicBezTo>
                    <a:pt x="2" y="604"/>
                    <a:pt x="1" y="808"/>
                    <a:pt x="0" y="1013"/>
                  </a:cubicBezTo>
                  <a:cubicBezTo>
                    <a:pt x="0" y="1030"/>
                    <a:pt x="11" y="1042"/>
                    <a:pt x="26" y="1042"/>
                  </a:cubicBezTo>
                  <a:cubicBezTo>
                    <a:pt x="41" y="1042"/>
                    <a:pt x="51" y="1030"/>
                    <a:pt x="51" y="1014"/>
                  </a:cubicBezTo>
                  <a:cubicBezTo>
                    <a:pt x="52" y="921"/>
                    <a:pt x="53" y="828"/>
                    <a:pt x="53" y="734"/>
                  </a:cubicBezTo>
                  <a:cubicBezTo>
                    <a:pt x="54" y="625"/>
                    <a:pt x="54" y="515"/>
                    <a:pt x="54" y="405"/>
                  </a:cubicBezTo>
                  <a:cubicBezTo>
                    <a:pt x="54" y="399"/>
                    <a:pt x="55" y="394"/>
                    <a:pt x="55" y="388"/>
                  </a:cubicBezTo>
                  <a:cubicBezTo>
                    <a:pt x="57" y="388"/>
                    <a:pt x="58" y="388"/>
                    <a:pt x="59" y="388"/>
                  </a:cubicBezTo>
                  <a:cubicBezTo>
                    <a:pt x="60" y="390"/>
                    <a:pt x="61" y="392"/>
                    <a:pt x="61" y="394"/>
                  </a:cubicBezTo>
                  <a:cubicBezTo>
                    <a:pt x="108" y="543"/>
                    <a:pt x="155" y="692"/>
                    <a:pt x="202" y="841"/>
                  </a:cubicBezTo>
                  <a:cubicBezTo>
                    <a:pt x="222" y="902"/>
                    <a:pt x="241" y="962"/>
                    <a:pt x="260" y="1022"/>
                  </a:cubicBezTo>
                  <a:cubicBezTo>
                    <a:pt x="263" y="1034"/>
                    <a:pt x="270" y="1042"/>
                    <a:pt x="283" y="1043"/>
                  </a:cubicBezTo>
                  <a:cubicBezTo>
                    <a:pt x="300" y="1044"/>
                    <a:pt x="311" y="1033"/>
                    <a:pt x="311" y="1013"/>
                  </a:cubicBezTo>
                  <a:cubicBezTo>
                    <a:pt x="310" y="893"/>
                    <a:pt x="309" y="773"/>
                    <a:pt x="308" y="653"/>
                  </a:cubicBezTo>
                  <a:cubicBezTo>
                    <a:pt x="308" y="497"/>
                    <a:pt x="307" y="341"/>
                    <a:pt x="306" y="185"/>
                  </a:cubicBezTo>
                  <a:close/>
                  <a:moveTo>
                    <a:pt x="257" y="838"/>
                  </a:moveTo>
                  <a:cubicBezTo>
                    <a:pt x="258" y="837"/>
                    <a:pt x="258" y="835"/>
                    <a:pt x="258" y="834"/>
                  </a:cubicBezTo>
                  <a:cubicBezTo>
                    <a:pt x="258" y="834"/>
                    <a:pt x="258" y="834"/>
                    <a:pt x="258" y="834"/>
                  </a:cubicBezTo>
                  <a:cubicBezTo>
                    <a:pt x="258" y="835"/>
                    <a:pt x="258" y="837"/>
                    <a:pt x="257" y="83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1A28D0D0-E027-7B35-7ACF-3689556D0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2600" y="3771900"/>
              <a:ext cx="390525" cy="1236663"/>
            </a:xfrm>
            <a:custGeom>
              <a:avLst/>
              <a:gdLst>
                <a:gd name="T0" fmla="*/ 294 w 317"/>
                <a:gd name="T1" fmla="*/ 2 h 1006"/>
                <a:gd name="T2" fmla="*/ 267 w 317"/>
                <a:gd name="T3" fmla="*/ 20 h 1006"/>
                <a:gd name="T4" fmla="*/ 265 w 317"/>
                <a:gd name="T5" fmla="*/ 41 h 1006"/>
                <a:gd name="T6" fmla="*/ 265 w 317"/>
                <a:gd name="T7" fmla="*/ 785 h 1006"/>
                <a:gd name="T8" fmla="*/ 262 w 317"/>
                <a:gd name="T9" fmla="*/ 785 h 1006"/>
                <a:gd name="T10" fmla="*/ 87 w 317"/>
                <a:gd name="T11" fmla="*/ 239 h 1006"/>
                <a:gd name="T12" fmla="*/ 54 w 317"/>
                <a:gd name="T13" fmla="*/ 139 h 1006"/>
                <a:gd name="T14" fmla="*/ 18 w 317"/>
                <a:gd name="T15" fmla="*/ 121 h 1006"/>
                <a:gd name="T16" fmla="*/ 3 w 317"/>
                <a:gd name="T17" fmla="*/ 150 h 1006"/>
                <a:gd name="T18" fmla="*/ 1 w 317"/>
                <a:gd name="T19" fmla="*/ 528 h 1006"/>
                <a:gd name="T20" fmla="*/ 0 w 317"/>
                <a:gd name="T21" fmla="*/ 849 h 1006"/>
                <a:gd name="T22" fmla="*/ 1 w 317"/>
                <a:gd name="T23" fmla="*/ 978 h 1006"/>
                <a:gd name="T24" fmla="*/ 26 w 317"/>
                <a:gd name="T25" fmla="*/ 1005 h 1006"/>
                <a:gd name="T26" fmla="*/ 52 w 317"/>
                <a:gd name="T27" fmla="*/ 980 h 1006"/>
                <a:gd name="T28" fmla="*/ 52 w 317"/>
                <a:gd name="T29" fmla="*/ 970 h 1006"/>
                <a:gd name="T30" fmla="*/ 52 w 317"/>
                <a:gd name="T31" fmla="*/ 829 h 1006"/>
                <a:gd name="T32" fmla="*/ 54 w 317"/>
                <a:gd name="T33" fmla="*/ 354 h 1006"/>
                <a:gd name="T34" fmla="*/ 54 w 317"/>
                <a:gd name="T35" fmla="*/ 320 h 1006"/>
                <a:gd name="T36" fmla="*/ 57 w 317"/>
                <a:gd name="T37" fmla="*/ 319 h 1006"/>
                <a:gd name="T38" fmla="*/ 62 w 317"/>
                <a:gd name="T39" fmla="*/ 330 h 1006"/>
                <a:gd name="T40" fmla="*/ 86 w 317"/>
                <a:gd name="T41" fmla="*/ 405 h 1006"/>
                <a:gd name="T42" fmla="*/ 264 w 317"/>
                <a:gd name="T43" fmla="*/ 957 h 1006"/>
                <a:gd name="T44" fmla="*/ 295 w 317"/>
                <a:gd name="T45" fmla="*/ 983 h 1006"/>
                <a:gd name="T46" fmla="*/ 316 w 317"/>
                <a:gd name="T47" fmla="*/ 948 h 1006"/>
                <a:gd name="T48" fmla="*/ 316 w 317"/>
                <a:gd name="T49" fmla="*/ 37 h 1006"/>
                <a:gd name="T50" fmla="*/ 316 w 317"/>
                <a:gd name="T51" fmla="*/ 25 h 1006"/>
                <a:gd name="T52" fmla="*/ 294 w 317"/>
                <a:gd name="T53" fmla="*/ 2 h 10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7" h="1006">
                  <a:moveTo>
                    <a:pt x="294" y="2"/>
                  </a:moveTo>
                  <a:cubicBezTo>
                    <a:pt x="280" y="0"/>
                    <a:pt x="270" y="7"/>
                    <a:pt x="267" y="20"/>
                  </a:cubicBezTo>
                  <a:cubicBezTo>
                    <a:pt x="265" y="27"/>
                    <a:pt x="265" y="34"/>
                    <a:pt x="265" y="41"/>
                  </a:cubicBezTo>
                  <a:cubicBezTo>
                    <a:pt x="265" y="289"/>
                    <a:pt x="265" y="537"/>
                    <a:pt x="265" y="785"/>
                  </a:cubicBezTo>
                  <a:cubicBezTo>
                    <a:pt x="264" y="785"/>
                    <a:pt x="263" y="785"/>
                    <a:pt x="262" y="785"/>
                  </a:cubicBezTo>
                  <a:cubicBezTo>
                    <a:pt x="204" y="603"/>
                    <a:pt x="145" y="421"/>
                    <a:pt x="87" y="239"/>
                  </a:cubicBezTo>
                  <a:cubicBezTo>
                    <a:pt x="76" y="206"/>
                    <a:pt x="65" y="172"/>
                    <a:pt x="54" y="139"/>
                  </a:cubicBezTo>
                  <a:cubicBezTo>
                    <a:pt x="48" y="121"/>
                    <a:pt x="33" y="114"/>
                    <a:pt x="18" y="121"/>
                  </a:cubicBezTo>
                  <a:cubicBezTo>
                    <a:pt x="6" y="127"/>
                    <a:pt x="3" y="137"/>
                    <a:pt x="3" y="150"/>
                  </a:cubicBezTo>
                  <a:cubicBezTo>
                    <a:pt x="2" y="276"/>
                    <a:pt x="2" y="402"/>
                    <a:pt x="1" y="528"/>
                  </a:cubicBezTo>
                  <a:cubicBezTo>
                    <a:pt x="1" y="635"/>
                    <a:pt x="1" y="742"/>
                    <a:pt x="0" y="849"/>
                  </a:cubicBezTo>
                  <a:cubicBezTo>
                    <a:pt x="0" y="892"/>
                    <a:pt x="0" y="935"/>
                    <a:pt x="1" y="978"/>
                  </a:cubicBezTo>
                  <a:cubicBezTo>
                    <a:pt x="1" y="994"/>
                    <a:pt x="12" y="1005"/>
                    <a:pt x="26" y="1005"/>
                  </a:cubicBezTo>
                  <a:cubicBezTo>
                    <a:pt x="39" y="1006"/>
                    <a:pt x="50" y="995"/>
                    <a:pt x="52" y="980"/>
                  </a:cubicBezTo>
                  <a:cubicBezTo>
                    <a:pt x="52" y="977"/>
                    <a:pt x="52" y="973"/>
                    <a:pt x="52" y="970"/>
                  </a:cubicBezTo>
                  <a:cubicBezTo>
                    <a:pt x="52" y="923"/>
                    <a:pt x="52" y="876"/>
                    <a:pt x="52" y="829"/>
                  </a:cubicBezTo>
                  <a:cubicBezTo>
                    <a:pt x="53" y="670"/>
                    <a:pt x="53" y="512"/>
                    <a:pt x="54" y="354"/>
                  </a:cubicBezTo>
                  <a:cubicBezTo>
                    <a:pt x="54" y="343"/>
                    <a:pt x="54" y="331"/>
                    <a:pt x="54" y="320"/>
                  </a:cubicBezTo>
                  <a:cubicBezTo>
                    <a:pt x="55" y="320"/>
                    <a:pt x="56" y="320"/>
                    <a:pt x="57" y="319"/>
                  </a:cubicBezTo>
                  <a:cubicBezTo>
                    <a:pt x="59" y="323"/>
                    <a:pt x="60" y="327"/>
                    <a:pt x="62" y="330"/>
                  </a:cubicBezTo>
                  <a:cubicBezTo>
                    <a:pt x="70" y="355"/>
                    <a:pt x="78" y="380"/>
                    <a:pt x="86" y="405"/>
                  </a:cubicBezTo>
                  <a:cubicBezTo>
                    <a:pt x="145" y="589"/>
                    <a:pt x="204" y="773"/>
                    <a:pt x="264" y="957"/>
                  </a:cubicBezTo>
                  <a:cubicBezTo>
                    <a:pt x="270" y="978"/>
                    <a:pt x="279" y="985"/>
                    <a:pt x="295" y="983"/>
                  </a:cubicBezTo>
                  <a:cubicBezTo>
                    <a:pt x="310" y="981"/>
                    <a:pt x="316" y="971"/>
                    <a:pt x="316" y="948"/>
                  </a:cubicBezTo>
                  <a:cubicBezTo>
                    <a:pt x="316" y="644"/>
                    <a:pt x="316" y="340"/>
                    <a:pt x="316" y="37"/>
                  </a:cubicBezTo>
                  <a:cubicBezTo>
                    <a:pt x="316" y="33"/>
                    <a:pt x="317" y="29"/>
                    <a:pt x="316" y="25"/>
                  </a:cubicBezTo>
                  <a:cubicBezTo>
                    <a:pt x="315" y="12"/>
                    <a:pt x="306" y="3"/>
                    <a:pt x="294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D1530C75-53C4-EDF5-2151-95461BC658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83225" y="3930650"/>
              <a:ext cx="555625" cy="1052513"/>
            </a:xfrm>
            <a:custGeom>
              <a:avLst/>
              <a:gdLst>
                <a:gd name="T0" fmla="*/ 408 w 452"/>
                <a:gd name="T1" fmla="*/ 658 h 857"/>
                <a:gd name="T2" fmla="*/ 377 w 452"/>
                <a:gd name="T3" fmla="*/ 659 h 857"/>
                <a:gd name="T4" fmla="*/ 358 w 452"/>
                <a:gd name="T5" fmla="*/ 643 h 857"/>
                <a:gd name="T6" fmla="*/ 256 w 452"/>
                <a:gd name="T7" fmla="*/ 52 h 857"/>
                <a:gd name="T8" fmla="*/ 248 w 452"/>
                <a:gd name="T9" fmla="*/ 17 h 857"/>
                <a:gd name="T10" fmla="*/ 224 w 452"/>
                <a:gd name="T11" fmla="*/ 0 h 857"/>
                <a:gd name="T12" fmla="*/ 201 w 452"/>
                <a:gd name="T13" fmla="*/ 17 h 857"/>
                <a:gd name="T14" fmla="*/ 197 w 452"/>
                <a:gd name="T15" fmla="*/ 30 h 857"/>
                <a:gd name="T16" fmla="*/ 64 w 452"/>
                <a:gd name="T17" fmla="*/ 571 h 857"/>
                <a:gd name="T18" fmla="*/ 5 w 452"/>
                <a:gd name="T19" fmla="*/ 815 h 857"/>
                <a:gd name="T20" fmla="*/ 21 w 452"/>
                <a:gd name="T21" fmla="*/ 853 h 857"/>
                <a:gd name="T22" fmla="*/ 55 w 452"/>
                <a:gd name="T23" fmla="*/ 828 h 857"/>
                <a:gd name="T24" fmla="*/ 71 w 452"/>
                <a:gd name="T25" fmla="*/ 758 h 857"/>
                <a:gd name="T26" fmla="*/ 91 w 452"/>
                <a:gd name="T27" fmla="*/ 743 h 857"/>
                <a:gd name="T28" fmla="*/ 311 w 452"/>
                <a:gd name="T29" fmla="*/ 745 h 857"/>
                <a:gd name="T30" fmla="*/ 326 w 452"/>
                <a:gd name="T31" fmla="*/ 758 h 857"/>
                <a:gd name="T32" fmla="*/ 340 w 452"/>
                <a:gd name="T33" fmla="*/ 834 h 857"/>
                <a:gd name="T34" fmla="*/ 363 w 452"/>
                <a:gd name="T35" fmla="*/ 856 h 857"/>
                <a:gd name="T36" fmla="*/ 388 w 452"/>
                <a:gd name="T37" fmla="*/ 840 h 857"/>
                <a:gd name="T38" fmla="*/ 389 w 452"/>
                <a:gd name="T39" fmla="*/ 817 h 857"/>
                <a:gd name="T40" fmla="*/ 378 w 452"/>
                <a:gd name="T41" fmla="*/ 759 h 857"/>
                <a:gd name="T42" fmla="*/ 390 w 452"/>
                <a:gd name="T43" fmla="*/ 746 h 857"/>
                <a:gd name="T44" fmla="*/ 409 w 452"/>
                <a:gd name="T45" fmla="*/ 746 h 857"/>
                <a:gd name="T46" fmla="*/ 451 w 452"/>
                <a:gd name="T47" fmla="*/ 702 h 857"/>
                <a:gd name="T48" fmla="*/ 408 w 452"/>
                <a:gd name="T49" fmla="*/ 658 h 857"/>
                <a:gd name="T50" fmla="*/ 97 w 452"/>
                <a:gd name="T51" fmla="*/ 655 h 857"/>
                <a:gd name="T52" fmla="*/ 218 w 452"/>
                <a:gd name="T53" fmla="*/ 161 h 857"/>
                <a:gd name="T54" fmla="*/ 222 w 452"/>
                <a:gd name="T55" fmla="*/ 161 h 857"/>
                <a:gd name="T56" fmla="*/ 308 w 452"/>
                <a:gd name="T57" fmla="*/ 655 h 857"/>
                <a:gd name="T58" fmla="*/ 97 w 452"/>
                <a:gd name="T59" fmla="*/ 655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52" h="857">
                  <a:moveTo>
                    <a:pt x="408" y="658"/>
                  </a:moveTo>
                  <a:cubicBezTo>
                    <a:pt x="397" y="658"/>
                    <a:pt x="387" y="657"/>
                    <a:pt x="377" y="659"/>
                  </a:cubicBezTo>
                  <a:cubicBezTo>
                    <a:pt x="364" y="660"/>
                    <a:pt x="360" y="655"/>
                    <a:pt x="358" y="643"/>
                  </a:cubicBezTo>
                  <a:cubicBezTo>
                    <a:pt x="324" y="446"/>
                    <a:pt x="290" y="249"/>
                    <a:pt x="256" y="52"/>
                  </a:cubicBezTo>
                  <a:cubicBezTo>
                    <a:pt x="254" y="40"/>
                    <a:pt x="252" y="28"/>
                    <a:pt x="248" y="17"/>
                  </a:cubicBezTo>
                  <a:cubicBezTo>
                    <a:pt x="245" y="5"/>
                    <a:pt x="236" y="0"/>
                    <a:pt x="224" y="0"/>
                  </a:cubicBezTo>
                  <a:cubicBezTo>
                    <a:pt x="212" y="1"/>
                    <a:pt x="204" y="7"/>
                    <a:pt x="201" y="17"/>
                  </a:cubicBezTo>
                  <a:cubicBezTo>
                    <a:pt x="199" y="21"/>
                    <a:pt x="198" y="26"/>
                    <a:pt x="197" y="30"/>
                  </a:cubicBezTo>
                  <a:cubicBezTo>
                    <a:pt x="153" y="210"/>
                    <a:pt x="109" y="391"/>
                    <a:pt x="64" y="571"/>
                  </a:cubicBezTo>
                  <a:cubicBezTo>
                    <a:pt x="44" y="653"/>
                    <a:pt x="24" y="734"/>
                    <a:pt x="5" y="815"/>
                  </a:cubicBezTo>
                  <a:cubicBezTo>
                    <a:pt x="0" y="835"/>
                    <a:pt x="6" y="849"/>
                    <a:pt x="21" y="853"/>
                  </a:cubicBezTo>
                  <a:cubicBezTo>
                    <a:pt x="37" y="857"/>
                    <a:pt x="50" y="847"/>
                    <a:pt x="55" y="828"/>
                  </a:cubicBezTo>
                  <a:cubicBezTo>
                    <a:pt x="60" y="805"/>
                    <a:pt x="67" y="781"/>
                    <a:pt x="71" y="758"/>
                  </a:cubicBezTo>
                  <a:cubicBezTo>
                    <a:pt x="74" y="746"/>
                    <a:pt x="79" y="743"/>
                    <a:pt x="91" y="743"/>
                  </a:cubicBezTo>
                  <a:cubicBezTo>
                    <a:pt x="164" y="744"/>
                    <a:pt x="238" y="745"/>
                    <a:pt x="311" y="745"/>
                  </a:cubicBezTo>
                  <a:cubicBezTo>
                    <a:pt x="321" y="745"/>
                    <a:pt x="325" y="748"/>
                    <a:pt x="326" y="758"/>
                  </a:cubicBezTo>
                  <a:cubicBezTo>
                    <a:pt x="330" y="783"/>
                    <a:pt x="335" y="809"/>
                    <a:pt x="340" y="834"/>
                  </a:cubicBezTo>
                  <a:cubicBezTo>
                    <a:pt x="342" y="847"/>
                    <a:pt x="351" y="855"/>
                    <a:pt x="363" y="856"/>
                  </a:cubicBezTo>
                  <a:cubicBezTo>
                    <a:pt x="375" y="856"/>
                    <a:pt x="384" y="851"/>
                    <a:pt x="388" y="840"/>
                  </a:cubicBezTo>
                  <a:cubicBezTo>
                    <a:pt x="391" y="833"/>
                    <a:pt x="390" y="825"/>
                    <a:pt x="389" y="817"/>
                  </a:cubicBezTo>
                  <a:cubicBezTo>
                    <a:pt x="386" y="798"/>
                    <a:pt x="382" y="778"/>
                    <a:pt x="378" y="759"/>
                  </a:cubicBezTo>
                  <a:cubicBezTo>
                    <a:pt x="376" y="748"/>
                    <a:pt x="380" y="745"/>
                    <a:pt x="390" y="746"/>
                  </a:cubicBezTo>
                  <a:cubicBezTo>
                    <a:pt x="396" y="746"/>
                    <a:pt x="403" y="746"/>
                    <a:pt x="409" y="746"/>
                  </a:cubicBezTo>
                  <a:cubicBezTo>
                    <a:pt x="433" y="744"/>
                    <a:pt x="451" y="725"/>
                    <a:pt x="451" y="702"/>
                  </a:cubicBezTo>
                  <a:cubicBezTo>
                    <a:pt x="452" y="678"/>
                    <a:pt x="432" y="658"/>
                    <a:pt x="408" y="658"/>
                  </a:cubicBezTo>
                  <a:close/>
                  <a:moveTo>
                    <a:pt x="97" y="655"/>
                  </a:moveTo>
                  <a:cubicBezTo>
                    <a:pt x="138" y="489"/>
                    <a:pt x="178" y="325"/>
                    <a:pt x="218" y="161"/>
                  </a:cubicBezTo>
                  <a:cubicBezTo>
                    <a:pt x="219" y="161"/>
                    <a:pt x="221" y="161"/>
                    <a:pt x="222" y="161"/>
                  </a:cubicBezTo>
                  <a:cubicBezTo>
                    <a:pt x="251" y="325"/>
                    <a:pt x="279" y="489"/>
                    <a:pt x="308" y="655"/>
                  </a:cubicBezTo>
                  <a:cubicBezTo>
                    <a:pt x="237" y="655"/>
                    <a:pt x="169" y="655"/>
                    <a:pt x="97" y="6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DE722588-172E-24D3-6AA8-6832DB9A67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65588" y="3922713"/>
              <a:ext cx="554038" cy="1060450"/>
            </a:xfrm>
            <a:custGeom>
              <a:avLst/>
              <a:gdLst>
                <a:gd name="T0" fmla="*/ 406 w 451"/>
                <a:gd name="T1" fmla="*/ 663 h 864"/>
                <a:gd name="T2" fmla="*/ 373 w 451"/>
                <a:gd name="T3" fmla="*/ 663 h 864"/>
                <a:gd name="T4" fmla="*/ 358 w 451"/>
                <a:gd name="T5" fmla="*/ 650 h 864"/>
                <a:gd name="T6" fmla="*/ 299 w 451"/>
                <a:gd name="T7" fmla="*/ 308 h 864"/>
                <a:gd name="T8" fmla="*/ 274 w 451"/>
                <a:gd name="T9" fmla="*/ 165 h 864"/>
                <a:gd name="T10" fmla="*/ 249 w 451"/>
                <a:gd name="T11" fmla="*/ 27 h 864"/>
                <a:gd name="T12" fmla="*/ 214 w 451"/>
                <a:gd name="T13" fmla="*/ 6 h 864"/>
                <a:gd name="T14" fmla="*/ 197 w 451"/>
                <a:gd name="T15" fmla="*/ 31 h 864"/>
                <a:gd name="T16" fmla="*/ 49 w 451"/>
                <a:gd name="T17" fmla="*/ 635 h 864"/>
                <a:gd name="T18" fmla="*/ 3 w 451"/>
                <a:gd name="T19" fmla="*/ 821 h 864"/>
                <a:gd name="T20" fmla="*/ 11 w 451"/>
                <a:gd name="T21" fmla="*/ 852 h 864"/>
                <a:gd name="T22" fmla="*/ 53 w 451"/>
                <a:gd name="T23" fmla="*/ 836 h 864"/>
                <a:gd name="T24" fmla="*/ 70 w 451"/>
                <a:gd name="T25" fmla="*/ 762 h 864"/>
                <a:gd name="T26" fmla="*/ 89 w 451"/>
                <a:gd name="T27" fmla="*/ 748 h 864"/>
                <a:gd name="T28" fmla="*/ 306 w 451"/>
                <a:gd name="T29" fmla="*/ 749 h 864"/>
                <a:gd name="T30" fmla="*/ 326 w 451"/>
                <a:gd name="T31" fmla="*/ 767 h 864"/>
                <a:gd name="T32" fmla="*/ 338 w 451"/>
                <a:gd name="T33" fmla="*/ 837 h 864"/>
                <a:gd name="T34" fmla="*/ 366 w 451"/>
                <a:gd name="T35" fmla="*/ 860 h 864"/>
                <a:gd name="T36" fmla="*/ 389 w 451"/>
                <a:gd name="T37" fmla="*/ 837 h 864"/>
                <a:gd name="T38" fmla="*/ 388 w 451"/>
                <a:gd name="T39" fmla="*/ 824 h 864"/>
                <a:gd name="T40" fmla="*/ 376 w 451"/>
                <a:gd name="T41" fmla="*/ 750 h 864"/>
                <a:gd name="T42" fmla="*/ 408 w 451"/>
                <a:gd name="T43" fmla="*/ 750 h 864"/>
                <a:gd name="T44" fmla="*/ 450 w 451"/>
                <a:gd name="T45" fmla="*/ 704 h 864"/>
                <a:gd name="T46" fmla="*/ 406 w 451"/>
                <a:gd name="T47" fmla="*/ 663 h 864"/>
                <a:gd name="T48" fmla="*/ 96 w 451"/>
                <a:gd name="T49" fmla="*/ 659 h 864"/>
                <a:gd name="T50" fmla="*/ 217 w 451"/>
                <a:gd name="T51" fmla="*/ 164 h 864"/>
                <a:gd name="T52" fmla="*/ 221 w 451"/>
                <a:gd name="T53" fmla="*/ 164 h 864"/>
                <a:gd name="T54" fmla="*/ 307 w 451"/>
                <a:gd name="T55" fmla="*/ 659 h 864"/>
                <a:gd name="T56" fmla="*/ 96 w 451"/>
                <a:gd name="T57" fmla="*/ 659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1" h="864">
                  <a:moveTo>
                    <a:pt x="406" y="663"/>
                  </a:moveTo>
                  <a:cubicBezTo>
                    <a:pt x="395" y="663"/>
                    <a:pt x="384" y="662"/>
                    <a:pt x="373" y="663"/>
                  </a:cubicBezTo>
                  <a:cubicBezTo>
                    <a:pt x="364" y="663"/>
                    <a:pt x="360" y="660"/>
                    <a:pt x="358" y="650"/>
                  </a:cubicBezTo>
                  <a:cubicBezTo>
                    <a:pt x="339" y="536"/>
                    <a:pt x="319" y="422"/>
                    <a:pt x="299" y="308"/>
                  </a:cubicBezTo>
                  <a:cubicBezTo>
                    <a:pt x="290" y="261"/>
                    <a:pt x="282" y="213"/>
                    <a:pt x="274" y="165"/>
                  </a:cubicBezTo>
                  <a:cubicBezTo>
                    <a:pt x="266" y="119"/>
                    <a:pt x="258" y="73"/>
                    <a:pt x="249" y="27"/>
                  </a:cubicBezTo>
                  <a:cubicBezTo>
                    <a:pt x="246" y="9"/>
                    <a:pt x="230" y="0"/>
                    <a:pt x="214" y="6"/>
                  </a:cubicBezTo>
                  <a:cubicBezTo>
                    <a:pt x="203" y="11"/>
                    <a:pt x="199" y="21"/>
                    <a:pt x="197" y="31"/>
                  </a:cubicBezTo>
                  <a:cubicBezTo>
                    <a:pt x="148" y="233"/>
                    <a:pt x="98" y="434"/>
                    <a:pt x="49" y="635"/>
                  </a:cubicBezTo>
                  <a:cubicBezTo>
                    <a:pt x="34" y="697"/>
                    <a:pt x="19" y="759"/>
                    <a:pt x="3" y="821"/>
                  </a:cubicBezTo>
                  <a:cubicBezTo>
                    <a:pt x="0" y="833"/>
                    <a:pt x="1" y="844"/>
                    <a:pt x="11" y="852"/>
                  </a:cubicBezTo>
                  <a:cubicBezTo>
                    <a:pt x="26" y="864"/>
                    <a:pt x="47" y="856"/>
                    <a:pt x="53" y="836"/>
                  </a:cubicBezTo>
                  <a:cubicBezTo>
                    <a:pt x="59" y="811"/>
                    <a:pt x="65" y="787"/>
                    <a:pt x="70" y="762"/>
                  </a:cubicBezTo>
                  <a:cubicBezTo>
                    <a:pt x="73" y="750"/>
                    <a:pt x="78" y="747"/>
                    <a:pt x="89" y="748"/>
                  </a:cubicBezTo>
                  <a:cubicBezTo>
                    <a:pt x="162" y="749"/>
                    <a:pt x="234" y="749"/>
                    <a:pt x="306" y="749"/>
                  </a:cubicBezTo>
                  <a:cubicBezTo>
                    <a:pt x="320" y="749"/>
                    <a:pt x="325" y="753"/>
                    <a:pt x="326" y="767"/>
                  </a:cubicBezTo>
                  <a:cubicBezTo>
                    <a:pt x="329" y="790"/>
                    <a:pt x="334" y="814"/>
                    <a:pt x="338" y="837"/>
                  </a:cubicBezTo>
                  <a:cubicBezTo>
                    <a:pt x="341" y="852"/>
                    <a:pt x="353" y="861"/>
                    <a:pt x="366" y="860"/>
                  </a:cubicBezTo>
                  <a:cubicBezTo>
                    <a:pt x="378" y="859"/>
                    <a:pt x="388" y="849"/>
                    <a:pt x="389" y="837"/>
                  </a:cubicBezTo>
                  <a:cubicBezTo>
                    <a:pt x="390" y="833"/>
                    <a:pt x="389" y="828"/>
                    <a:pt x="388" y="824"/>
                  </a:cubicBezTo>
                  <a:cubicBezTo>
                    <a:pt x="384" y="800"/>
                    <a:pt x="380" y="776"/>
                    <a:pt x="376" y="750"/>
                  </a:cubicBezTo>
                  <a:cubicBezTo>
                    <a:pt x="388" y="750"/>
                    <a:pt x="398" y="750"/>
                    <a:pt x="408" y="750"/>
                  </a:cubicBezTo>
                  <a:cubicBezTo>
                    <a:pt x="433" y="749"/>
                    <a:pt x="451" y="729"/>
                    <a:pt x="450" y="704"/>
                  </a:cubicBezTo>
                  <a:cubicBezTo>
                    <a:pt x="449" y="680"/>
                    <a:pt x="430" y="662"/>
                    <a:pt x="406" y="663"/>
                  </a:cubicBezTo>
                  <a:close/>
                  <a:moveTo>
                    <a:pt x="96" y="659"/>
                  </a:moveTo>
                  <a:cubicBezTo>
                    <a:pt x="137" y="492"/>
                    <a:pt x="177" y="328"/>
                    <a:pt x="217" y="164"/>
                  </a:cubicBezTo>
                  <a:cubicBezTo>
                    <a:pt x="219" y="164"/>
                    <a:pt x="220" y="164"/>
                    <a:pt x="221" y="164"/>
                  </a:cubicBezTo>
                  <a:cubicBezTo>
                    <a:pt x="250" y="328"/>
                    <a:pt x="278" y="493"/>
                    <a:pt x="307" y="659"/>
                  </a:cubicBezTo>
                  <a:cubicBezTo>
                    <a:pt x="237" y="659"/>
                    <a:pt x="168" y="659"/>
                    <a:pt x="96" y="6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1524D071-6582-534D-6E6C-A2D1B8EBD9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19963" y="3983038"/>
              <a:ext cx="555625" cy="1054100"/>
            </a:xfrm>
            <a:custGeom>
              <a:avLst/>
              <a:gdLst>
                <a:gd name="T0" fmla="*/ 406 w 452"/>
                <a:gd name="T1" fmla="*/ 657 h 858"/>
                <a:gd name="T2" fmla="*/ 372 w 452"/>
                <a:gd name="T3" fmla="*/ 658 h 858"/>
                <a:gd name="T4" fmla="*/ 358 w 452"/>
                <a:gd name="T5" fmla="*/ 645 h 858"/>
                <a:gd name="T6" fmla="*/ 273 w 452"/>
                <a:gd name="T7" fmla="*/ 150 h 858"/>
                <a:gd name="T8" fmla="*/ 251 w 452"/>
                <a:gd name="T9" fmla="*/ 24 h 858"/>
                <a:gd name="T10" fmla="*/ 227 w 452"/>
                <a:gd name="T11" fmla="*/ 1 h 858"/>
                <a:gd name="T12" fmla="*/ 200 w 452"/>
                <a:gd name="T13" fmla="*/ 21 h 858"/>
                <a:gd name="T14" fmla="*/ 198 w 452"/>
                <a:gd name="T15" fmla="*/ 30 h 858"/>
                <a:gd name="T16" fmla="*/ 5 w 452"/>
                <a:gd name="T17" fmla="*/ 817 h 858"/>
                <a:gd name="T18" fmla="*/ 23 w 452"/>
                <a:gd name="T19" fmla="*/ 854 h 858"/>
                <a:gd name="T20" fmla="*/ 55 w 452"/>
                <a:gd name="T21" fmla="*/ 830 h 858"/>
                <a:gd name="T22" fmla="*/ 73 w 452"/>
                <a:gd name="T23" fmla="*/ 757 h 858"/>
                <a:gd name="T24" fmla="*/ 80 w 452"/>
                <a:gd name="T25" fmla="*/ 745 h 858"/>
                <a:gd name="T26" fmla="*/ 106 w 452"/>
                <a:gd name="T27" fmla="*/ 745 h 858"/>
                <a:gd name="T28" fmla="*/ 303 w 452"/>
                <a:gd name="T29" fmla="*/ 746 h 858"/>
                <a:gd name="T30" fmla="*/ 326 w 452"/>
                <a:gd name="T31" fmla="*/ 766 h 858"/>
                <a:gd name="T32" fmla="*/ 337 w 452"/>
                <a:gd name="T33" fmla="*/ 826 h 858"/>
                <a:gd name="T34" fmla="*/ 365 w 452"/>
                <a:gd name="T35" fmla="*/ 846 h 858"/>
                <a:gd name="T36" fmla="*/ 386 w 452"/>
                <a:gd name="T37" fmla="*/ 820 h 858"/>
                <a:gd name="T38" fmla="*/ 384 w 452"/>
                <a:gd name="T39" fmla="*/ 805 h 858"/>
                <a:gd name="T40" fmla="*/ 376 w 452"/>
                <a:gd name="T41" fmla="*/ 747 h 858"/>
                <a:gd name="T42" fmla="*/ 405 w 452"/>
                <a:gd name="T43" fmla="*/ 747 h 858"/>
                <a:gd name="T44" fmla="*/ 451 w 452"/>
                <a:gd name="T45" fmla="*/ 703 h 858"/>
                <a:gd name="T46" fmla="*/ 406 w 452"/>
                <a:gd name="T47" fmla="*/ 657 h 858"/>
                <a:gd name="T48" fmla="*/ 98 w 452"/>
                <a:gd name="T49" fmla="*/ 655 h 858"/>
                <a:gd name="T50" fmla="*/ 219 w 452"/>
                <a:gd name="T51" fmla="*/ 161 h 858"/>
                <a:gd name="T52" fmla="*/ 222 w 452"/>
                <a:gd name="T53" fmla="*/ 161 h 858"/>
                <a:gd name="T54" fmla="*/ 307 w 452"/>
                <a:gd name="T55" fmla="*/ 655 h 858"/>
                <a:gd name="T56" fmla="*/ 98 w 452"/>
                <a:gd name="T57" fmla="*/ 655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2" h="858">
                  <a:moveTo>
                    <a:pt x="406" y="657"/>
                  </a:moveTo>
                  <a:cubicBezTo>
                    <a:pt x="395" y="657"/>
                    <a:pt x="383" y="657"/>
                    <a:pt x="372" y="658"/>
                  </a:cubicBezTo>
                  <a:cubicBezTo>
                    <a:pt x="362" y="658"/>
                    <a:pt x="359" y="654"/>
                    <a:pt x="358" y="645"/>
                  </a:cubicBezTo>
                  <a:cubicBezTo>
                    <a:pt x="329" y="480"/>
                    <a:pt x="301" y="315"/>
                    <a:pt x="273" y="150"/>
                  </a:cubicBezTo>
                  <a:cubicBezTo>
                    <a:pt x="265" y="108"/>
                    <a:pt x="258" y="66"/>
                    <a:pt x="251" y="24"/>
                  </a:cubicBezTo>
                  <a:cubicBezTo>
                    <a:pt x="248" y="9"/>
                    <a:pt x="240" y="1"/>
                    <a:pt x="227" y="1"/>
                  </a:cubicBezTo>
                  <a:cubicBezTo>
                    <a:pt x="214" y="0"/>
                    <a:pt x="205" y="7"/>
                    <a:pt x="200" y="21"/>
                  </a:cubicBezTo>
                  <a:cubicBezTo>
                    <a:pt x="199" y="24"/>
                    <a:pt x="199" y="27"/>
                    <a:pt x="198" y="30"/>
                  </a:cubicBezTo>
                  <a:cubicBezTo>
                    <a:pt x="134" y="292"/>
                    <a:pt x="69" y="555"/>
                    <a:pt x="5" y="817"/>
                  </a:cubicBezTo>
                  <a:cubicBezTo>
                    <a:pt x="0" y="836"/>
                    <a:pt x="7" y="849"/>
                    <a:pt x="23" y="854"/>
                  </a:cubicBezTo>
                  <a:cubicBezTo>
                    <a:pt x="37" y="858"/>
                    <a:pt x="50" y="848"/>
                    <a:pt x="55" y="830"/>
                  </a:cubicBezTo>
                  <a:cubicBezTo>
                    <a:pt x="61" y="806"/>
                    <a:pt x="66" y="781"/>
                    <a:pt x="73" y="757"/>
                  </a:cubicBezTo>
                  <a:cubicBezTo>
                    <a:pt x="74" y="752"/>
                    <a:pt x="78" y="749"/>
                    <a:pt x="80" y="745"/>
                  </a:cubicBezTo>
                  <a:cubicBezTo>
                    <a:pt x="89" y="745"/>
                    <a:pt x="97" y="745"/>
                    <a:pt x="106" y="745"/>
                  </a:cubicBezTo>
                  <a:cubicBezTo>
                    <a:pt x="172" y="745"/>
                    <a:pt x="238" y="745"/>
                    <a:pt x="303" y="746"/>
                  </a:cubicBezTo>
                  <a:cubicBezTo>
                    <a:pt x="323" y="746"/>
                    <a:pt x="323" y="746"/>
                    <a:pt x="326" y="766"/>
                  </a:cubicBezTo>
                  <a:cubicBezTo>
                    <a:pt x="330" y="786"/>
                    <a:pt x="333" y="806"/>
                    <a:pt x="337" y="826"/>
                  </a:cubicBezTo>
                  <a:cubicBezTo>
                    <a:pt x="340" y="840"/>
                    <a:pt x="351" y="847"/>
                    <a:pt x="365" y="846"/>
                  </a:cubicBezTo>
                  <a:cubicBezTo>
                    <a:pt x="378" y="844"/>
                    <a:pt x="386" y="836"/>
                    <a:pt x="386" y="820"/>
                  </a:cubicBezTo>
                  <a:cubicBezTo>
                    <a:pt x="386" y="815"/>
                    <a:pt x="385" y="810"/>
                    <a:pt x="384" y="805"/>
                  </a:cubicBezTo>
                  <a:cubicBezTo>
                    <a:pt x="381" y="786"/>
                    <a:pt x="379" y="768"/>
                    <a:pt x="376" y="747"/>
                  </a:cubicBezTo>
                  <a:cubicBezTo>
                    <a:pt x="387" y="747"/>
                    <a:pt x="396" y="747"/>
                    <a:pt x="405" y="747"/>
                  </a:cubicBezTo>
                  <a:cubicBezTo>
                    <a:pt x="432" y="746"/>
                    <a:pt x="451" y="729"/>
                    <a:pt x="451" y="703"/>
                  </a:cubicBezTo>
                  <a:cubicBezTo>
                    <a:pt x="452" y="678"/>
                    <a:pt x="433" y="658"/>
                    <a:pt x="406" y="657"/>
                  </a:cubicBezTo>
                  <a:close/>
                  <a:moveTo>
                    <a:pt x="98" y="655"/>
                  </a:moveTo>
                  <a:cubicBezTo>
                    <a:pt x="138" y="489"/>
                    <a:pt x="179" y="325"/>
                    <a:pt x="219" y="161"/>
                  </a:cubicBezTo>
                  <a:cubicBezTo>
                    <a:pt x="220" y="161"/>
                    <a:pt x="221" y="161"/>
                    <a:pt x="222" y="161"/>
                  </a:cubicBezTo>
                  <a:cubicBezTo>
                    <a:pt x="251" y="326"/>
                    <a:pt x="279" y="490"/>
                    <a:pt x="307" y="655"/>
                  </a:cubicBezTo>
                  <a:cubicBezTo>
                    <a:pt x="237" y="655"/>
                    <a:pt x="169" y="655"/>
                    <a:pt x="98" y="6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6F6C9279-B4FE-BEB2-20DC-1573A9B7D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6450" y="3135313"/>
              <a:ext cx="979488" cy="495300"/>
            </a:xfrm>
            <a:custGeom>
              <a:avLst/>
              <a:gdLst>
                <a:gd name="T0" fmla="*/ 763 w 795"/>
                <a:gd name="T1" fmla="*/ 319 h 402"/>
                <a:gd name="T2" fmla="*/ 655 w 795"/>
                <a:gd name="T3" fmla="*/ 146 h 402"/>
                <a:gd name="T4" fmla="*/ 430 w 795"/>
                <a:gd name="T5" fmla="*/ 11 h 402"/>
                <a:gd name="T6" fmla="*/ 312 w 795"/>
                <a:gd name="T7" fmla="*/ 7 h 402"/>
                <a:gd name="T8" fmla="*/ 175 w 795"/>
                <a:gd name="T9" fmla="*/ 83 h 402"/>
                <a:gd name="T10" fmla="*/ 85 w 795"/>
                <a:gd name="T11" fmla="*/ 202 h 402"/>
                <a:gd name="T12" fmla="*/ 0 w 795"/>
                <a:gd name="T13" fmla="*/ 388 h 402"/>
                <a:gd name="T14" fmla="*/ 57 w 795"/>
                <a:gd name="T15" fmla="*/ 399 h 402"/>
                <a:gd name="T16" fmla="*/ 96 w 795"/>
                <a:gd name="T17" fmla="*/ 380 h 402"/>
                <a:gd name="T18" fmla="*/ 114 w 795"/>
                <a:gd name="T19" fmla="*/ 347 h 402"/>
                <a:gd name="T20" fmla="*/ 163 w 795"/>
                <a:gd name="T21" fmla="*/ 239 h 402"/>
                <a:gd name="T22" fmla="*/ 546 w 795"/>
                <a:gd name="T23" fmla="*/ 161 h 402"/>
                <a:gd name="T24" fmla="*/ 631 w 795"/>
                <a:gd name="T25" fmla="*/ 270 h 402"/>
                <a:gd name="T26" fmla="*/ 690 w 795"/>
                <a:gd name="T27" fmla="*/ 391 h 402"/>
                <a:gd name="T28" fmla="*/ 700 w 795"/>
                <a:gd name="T29" fmla="*/ 401 h 402"/>
                <a:gd name="T30" fmla="*/ 765 w 795"/>
                <a:gd name="T31" fmla="*/ 401 h 402"/>
                <a:gd name="T32" fmla="*/ 795 w 795"/>
                <a:gd name="T33" fmla="*/ 393 h 402"/>
                <a:gd name="T34" fmla="*/ 763 w 795"/>
                <a:gd name="T35" fmla="*/ 319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95" h="402">
                  <a:moveTo>
                    <a:pt x="763" y="319"/>
                  </a:moveTo>
                  <a:cubicBezTo>
                    <a:pt x="740" y="253"/>
                    <a:pt x="702" y="196"/>
                    <a:pt x="655" y="146"/>
                  </a:cubicBezTo>
                  <a:cubicBezTo>
                    <a:pt x="593" y="79"/>
                    <a:pt x="520" y="31"/>
                    <a:pt x="430" y="11"/>
                  </a:cubicBezTo>
                  <a:cubicBezTo>
                    <a:pt x="391" y="2"/>
                    <a:pt x="351" y="0"/>
                    <a:pt x="312" y="7"/>
                  </a:cubicBezTo>
                  <a:cubicBezTo>
                    <a:pt x="258" y="16"/>
                    <a:pt x="214" y="45"/>
                    <a:pt x="175" y="83"/>
                  </a:cubicBezTo>
                  <a:cubicBezTo>
                    <a:pt x="138" y="118"/>
                    <a:pt x="110" y="159"/>
                    <a:pt x="85" y="202"/>
                  </a:cubicBezTo>
                  <a:cubicBezTo>
                    <a:pt x="51" y="260"/>
                    <a:pt x="26" y="322"/>
                    <a:pt x="0" y="388"/>
                  </a:cubicBezTo>
                  <a:cubicBezTo>
                    <a:pt x="20" y="392"/>
                    <a:pt x="39" y="396"/>
                    <a:pt x="57" y="399"/>
                  </a:cubicBezTo>
                  <a:cubicBezTo>
                    <a:pt x="74" y="401"/>
                    <a:pt x="87" y="394"/>
                    <a:pt x="96" y="380"/>
                  </a:cubicBezTo>
                  <a:cubicBezTo>
                    <a:pt x="103" y="369"/>
                    <a:pt x="109" y="358"/>
                    <a:pt x="114" y="347"/>
                  </a:cubicBezTo>
                  <a:cubicBezTo>
                    <a:pt x="131" y="311"/>
                    <a:pt x="145" y="274"/>
                    <a:pt x="163" y="239"/>
                  </a:cubicBezTo>
                  <a:cubicBezTo>
                    <a:pt x="240" y="91"/>
                    <a:pt x="424" y="69"/>
                    <a:pt x="546" y="161"/>
                  </a:cubicBezTo>
                  <a:cubicBezTo>
                    <a:pt x="584" y="190"/>
                    <a:pt x="610" y="229"/>
                    <a:pt x="631" y="270"/>
                  </a:cubicBezTo>
                  <a:cubicBezTo>
                    <a:pt x="652" y="310"/>
                    <a:pt x="670" y="351"/>
                    <a:pt x="690" y="391"/>
                  </a:cubicBezTo>
                  <a:cubicBezTo>
                    <a:pt x="692" y="395"/>
                    <a:pt x="697" y="401"/>
                    <a:pt x="700" y="401"/>
                  </a:cubicBezTo>
                  <a:cubicBezTo>
                    <a:pt x="722" y="402"/>
                    <a:pt x="744" y="402"/>
                    <a:pt x="765" y="401"/>
                  </a:cubicBezTo>
                  <a:cubicBezTo>
                    <a:pt x="776" y="400"/>
                    <a:pt x="785" y="396"/>
                    <a:pt x="795" y="393"/>
                  </a:cubicBezTo>
                  <a:cubicBezTo>
                    <a:pt x="783" y="366"/>
                    <a:pt x="771" y="343"/>
                    <a:pt x="763" y="3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D513B547-A201-5840-060E-E1BF6C036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825" y="3938588"/>
              <a:ext cx="536575" cy="1266825"/>
            </a:xfrm>
            <a:custGeom>
              <a:avLst/>
              <a:gdLst>
                <a:gd name="T0" fmla="*/ 417 w 436"/>
                <a:gd name="T1" fmla="*/ 75 h 1032"/>
                <a:gd name="T2" fmla="*/ 429 w 436"/>
                <a:gd name="T3" fmla="*/ 28 h 1032"/>
                <a:gd name="T4" fmla="*/ 387 w 436"/>
                <a:gd name="T5" fmla="*/ 1 h 1032"/>
                <a:gd name="T6" fmla="*/ 262 w 436"/>
                <a:gd name="T7" fmla="*/ 0 h 1032"/>
                <a:gd name="T8" fmla="*/ 45 w 436"/>
                <a:gd name="T9" fmla="*/ 1 h 1032"/>
                <a:gd name="T10" fmla="*/ 0 w 436"/>
                <a:gd name="T11" fmla="*/ 43 h 1032"/>
                <a:gd name="T12" fmla="*/ 45 w 436"/>
                <a:gd name="T13" fmla="*/ 85 h 1032"/>
                <a:gd name="T14" fmla="*/ 181 w 436"/>
                <a:gd name="T15" fmla="*/ 85 h 1032"/>
                <a:gd name="T16" fmla="*/ 189 w 436"/>
                <a:gd name="T17" fmla="*/ 86 h 1032"/>
                <a:gd name="T18" fmla="*/ 190 w 436"/>
                <a:gd name="T19" fmla="*/ 98 h 1032"/>
                <a:gd name="T20" fmla="*/ 187 w 436"/>
                <a:gd name="T21" fmla="*/ 345 h 1032"/>
                <a:gd name="T22" fmla="*/ 184 w 436"/>
                <a:gd name="T23" fmla="*/ 621 h 1032"/>
                <a:gd name="T24" fmla="*/ 180 w 436"/>
                <a:gd name="T25" fmla="*/ 956 h 1032"/>
                <a:gd name="T26" fmla="*/ 180 w 436"/>
                <a:gd name="T27" fmla="*/ 1006 h 1032"/>
                <a:gd name="T28" fmla="*/ 202 w 436"/>
                <a:gd name="T29" fmla="*/ 1032 h 1032"/>
                <a:gd name="T30" fmla="*/ 226 w 436"/>
                <a:gd name="T31" fmla="*/ 1007 h 1032"/>
                <a:gd name="T32" fmla="*/ 227 w 436"/>
                <a:gd name="T33" fmla="*/ 988 h 1032"/>
                <a:gd name="T34" fmla="*/ 229 w 436"/>
                <a:gd name="T35" fmla="*/ 788 h 1032"/>
                <a:gd name="T36" fmla="*/ 232 w 436"/>
                <a:gd name="T37" fmla="*/ 442 h 1032"/>
                <a:gd name="T38" fmla="*/ 233 w 436"/>
                <a:gd name="T39" fmla="*/ 390 h 1032"/>
                <a:gd name="T40" fmla="*/ 233 w 436"/>
                <a:gd name="T41" fmla="*/ 379 h 1032"/>
                <a:gd name="T42" fmla="*/ 236 w 436"/>
                <a:gd name="T43" fmla="*/ 102 h 1032"/>
                <a:gd name="T44" fmla="*/ 252 w 436"/>
                <a:gd name="T45" fmla="*/ 85 h 1032"/>
                <a:gd name="T46" fmla="*/ 388 w 436"/>
                <a:gd name="T47" fmla="*/ 85 h 1032"/>
                <a:gd name="T48" fmla="*/ 417 w 436"/>
                <a:gd name="T49" fmla="*/ 75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36" h="1032">
                  <a:moveTo>
                    <a:pt x="417" y="75"/>
                  </a:moveTo>
                  <a:cubicBezTo>
                    <a:pt x="432" y="65"/>
                    <a:pt x="436" y="45"/>
                    <a:pt x="429" y="28"/>
                  </a:cubicBezTo>
                  <a:cubicBezTo>
                    <a:pt x="424" y="12"/>
                    <a:pt x="408" y="1"/>
                    <a:pt x="387" y="1"/>
                  </a:cubicBezTo>
                  <a:cubicBezTo>
                    <a:pt x="345" y="0"/>
                    <a:pt x="303" y="0"/>
                    <a:pt x="262" y="0"/>
                  </a:cubicBezTo>
                  <a:cubicBezTo>
                    <a:pt x="189" y="0"/>
                    <a:pt x="117" y="0"/>
                    <a:pt x="45" y="1"/>
                  </a:cubicBezTo>
                  <a:cubicBezTo>
                    <a:pt x="18" y="1"/>
                    <a:pt x="0" y="19"/>
                    <a:pt x="0" y="43"/>
                  </a:cubicBezTo>
                  <a:cubicBezTo>
                    <a:pt x="0" y="68"/>
                    <a:pt x="18" y="85"/>
                    <a:pt x="45" y="85"/>
                  </a:cubicBezTo>
                  <a:cubicBezTo>
                    <a:pt x="90" y="85"/>
                    <a:pt x="136" y="85"/>
                    <a:pt x="181" y="85"/>
                  </a:cubicBezTo>
                  <a:cubicBezTo>
                    <a:pt x="184" y="85"/>
                    <a:pt x="186" y="86"/>
                    <a:pt x="189" y="86"/>
                  </a:cubicBezTo>
                  <a:cubicBezTo>
                    <a:pt x="189" y="90"/>
                    <a:pt x="190" y="94"/>
                    <a:pt x="190" y="98"/>
                  </a:cubicBezTo>
                  <a:cubicBezTo>
                    <a:pt x="189" y="180"/>
                    <a:pt x="188" y="263"/>
                    <a:pt x="187" y="345"/>
                  </a:cubicBezTo>
                  <a:cubicBezTo>
                    <a:pt x="186" y="437"/>
                    <a:pt x="185" y="529"/>
                    <a:pt x="184" y="621"/>
                  </a:cubicBezTo>
                  <a:cubicBezTo>
                    <a:pt x="183" y="732"/>
                    <a:pt x="181" y="844"/>
                    <a:pt x="180" y="956"/>
                  </a:cubicBezTo>
                  <a:cubicBezTo>
                    <a:pt x="180" y="972"/>
                    <a:pt x="180" y="989"/>
                    <a:pt x="180" y="1006"/>
                  </a:cubicBezTo>
                  <a:cubicBezTo>
                    <a:pt x="180" y="1021"/>
                    <a:pt x="189" y="1031"/>
                    <a:pt x="202" y="1032"/>
                  </a:cubicBezTo>
                  <a:cubicBezTo>
                    <a:pt x="215" y="1032"/>
                    <a:pt x="225" y="1023"/>
                    <a:pt x="226" y="1007"/>
                  </a:cubicBezTo>
                  <a:cubicBezTo>
                    <a:pt x="227" y="1001"/>
                    <a:pt x="227" y="994"/>
                    <a:pt x="227" y="988"/>
                  </a:cubicBezTo>
                  <a:cubicBezTo>
                    <a:pt x="228" y="921"/>
                    <a:pt x="229" y="855"/>
                    <a:pt x="229" y="788"/>
                  </a:cubicBezTo>
                  <a:cubicBezTo>
                    <a:pt x="230" y="673"/>
                    <a:pt x="231" y="557"/>
                    <a:pt x="232" y="442"/>
                  </a:cubicBezTo>
                  <a:cubicBezTo>
                    <a:pt x="232" y="425"/>
                    <a:pt x="232" y="408"/>
                    <a:pt x="233" y="390"/>
                  </a:cubicBezTo>
                  <a:cubicBezTo>
                    <a:pt x="233" y="387"/>
                    <a:pt x="233" y="383"/>
                    <a:pt x="233" y="379"/>
                  </a:cubicBezTo>
                  <a:cubicBezTo>
                    <a:pt x="234" y="287"/>
                    <a:pt x="235" y="194"/>
                    <a:pt x="236" y="102"/>
                  </a:cubicBezTo>
                  <a:cubicBezTo>
                    <a:pt x="236" y="89"/>
                    <a:pt x="239" y="85"/>
                    <a:pt x="252" y="85"/>
                  </a:cubicBezTo>
                  <a:cubicBezTo>
                    <a:pt x="297" y="86"/>
                    <a:pt x="343" y="86"/>
                    <a:pt x="388" y="85"/>
                  </a:cubicBezTo>
                  <a:cubicBezTo>
                    <a:pt x="398" y="84"/>
                    <a:pt x="409" y="80"/>
                    <a:pt x="417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586D0973-0BD4-7228-EAC9-807008D0F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8613" y="3930650"/>
              <a:ext cx="57150" cy="1098550"/>
            </a:xfrm>
            <a:custGeom>
              <a:avLst/>
              <a:gdLst>
                <a:gd name="T0" fmla="*/ 46 w 47"/>
                <a:gd name="T1" fmla="*/ 22 h 894"/>
                <a:gd name="T2" fmla="*/ 24 w 47"/>
                <a:gd name="T3" fmla="*/ 0 h 894"/>
                <a:gd name="T4" fmla="*/ 1 w 47"/>
                <a:gd name="T5" fmla="*/ 21 h 894"/>
                <a:gd name="T6" fmla="*/ 0 w 47"/>
                <a:gd name="T7" fmla="*/ 33 h 894"/>
                <a:gd name="T8" fmla="*/ 0 w 47"/>
                <a:gd name="T9" fmla="*/ 859 h 894"/>
                <a:gd name="T10" fmla="*/ 1 w 47"/>
                <a:gd name="T11" fmla="*/ 875 h 894"/>
                <a:gd name="T12" fmla="*/ 23 w 47"/>
                <a:gd name="T13" fmla="*/ 894 h 894"/>
                <a:gd name="T14" fmla="*/ 46 w 47"/>
                <a:gd name="T15" fmla="*/ 875 h 894"/>
                <a:gd name="T16" fmla="*/ 46 w 47"/>
                <a:gd name="T17" fmla="*/ 859 h 894"/>
                <a:gd name="T18" fmla="*/ 46 w 47"/>
                <a:gd name="T19" fmla="*/ 448 h 894"/>
                <a:gd name="T20" fmla="*/ 46 w 47"/>
                <a:gd name="T21" fmla="*/ 35 h 894"/>
                <a:gd name="T22" fmla="*/ 46 w 47"/>
                <a:gd name="T23" fmla="*/ 22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" h="894">
                  <a:moveTo>
                    <a:pt x="46" y="22"/>
                  </a:moveTo>
                  <a:cubicBezTo>
                    <a:pt x="45" y="9"/>
                    <a:pt x="36" y="0"/>
                    <a:pt x="24" y="0"/>
                  </a:cubicBezTo>
                  <a:cubicBezTo>
                    <a:pt x="11" y="0"/>
                    <a:pt x="2" y="8"/>
                    <a:pt x="1" y="21"/>
                  </a:cubicBezTo>
                  <a:cubicBezTo>
                    <a:pt x="0" y="25"/>
                    <a:pt x="0" y="29"/>
                    <a:pt x="0" y="33"/>
                  </a:cubicBezTo>
                  <a:cubicBezTo>
                    <a:pt x="0" y="309"/>
                    <a:pt x="0" y="584"/>
                    <a:pt x="0" y="859"/>
                  </a:cubicBezTo>
                  <a:cubicBezTo>
                    <a:pt x="0" y="865"/>
                    <a:pt x="0" y="870"/>
                    <a:pt x="1" y="875"/>
                  </a:cubicBezTo>
                  <a:cubicBezTo>
                    <a:pt x="3" y="886"/>
                    <a:pt x="12" y="894"/>
                    <a:pt x="23" y="894"/>
                  </a:cubicBezTo>
                  <a:cubicBezTo>
                    <a:pt x="34" y="894"/>
                    <a:pt x="44" y="886"/>
                    <a:pt x="46" y="875"/>
                  </a:cubicBezTo>
                  <a:cubicBezTo>
                    <a:pt x="47" y="870"/>
                    <a:pt x="46" y="864"/>
                    <a:pt x="46" y="859"/>
                  </a:cubicBezTo>
                  <a:cubicBezTo>
                    <a:pt x="46" y="722"/>
                    <a:pt x="46" y="585"/>
                    <a:pt x="46" y="448"/>
                  </a:cubicBezTo>
                  <a:cubicBezTo>
                    <a:pt x="46" y="310"/>
                    <a:pt x="46" y="172"/>
                    <a:pt x="46" y="35"/>
                  </a:cubicBezTo>
                  <a:cubicBezTo>
                    <a:pt x="46" y="30"/>
                    <a:pt x="47" y="26"/>
                    <a:pt x="46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BAA17A3E-4194-DD4A-5888-40839A017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5375" y="3351213"/>
              <a:ext cx="377825" cy="265113"/>
            </a:xfrm>
            <a:custGeom>
              <a:avLst/>
              <a:gdLst>
                <a:gd name="T0" fmla="*/ 21 w 307"/>
                <a:gd name="T1" fmla="*/ 213 h 216"/>
                <a:gd name="T2" fmla="*/ 83 w 307"/>
                <a:gd name="T3" fmla="*/ 178 h 216"/>
                <a:gd name="T4" fmla="*/ 125 w 307"/>
                <a:gd name="T5" fmla="*/ 141 h 216"/>
                <a:gd name="T6" fmla="*/ 189 w 307"/>
                <a:gd name="T7" fmla="*/ 144 h 216"/>
                <a:gd name="T8" fmla="*/ 234 w 307"/>
                <a:gd name="T9" fmla="*/ 198 h 216"/>
                <a:gd name="T10" fmla="*/ 267 w 307"/>
                <a:gd name="T11" fmla="*/ 214 h 216"/>
                <a:gd name="T12" fmla="*/ 307 w 307"/>
                <a:gd name="T13" fmla="*/ 204 h 216"/>
                <a:gd name="T14" fmla="*/ 280 w 307"/>
                <a:gd name="T15" fmla="*/ 153 h 216"/>
                <a:gd name="T16" fmla="*/ 245 w 307"/>
                <a:gd name="T17" fmla="*/ 75 h 216"/>
                <a:gd name="T18" fmla="*/ 107 w 307"/>
                <a:gd name="T19" fmla="*/ 45 h 216"/>
                <a:gd name="T20" fmla="*/ 8 w 307"/>
                <a:gd name="T21" fmla="*/ 161 h 216"/>
                <a:gd name="T22" fmla="*/ 0 w 307"/>
                <a:gd name="T23" fmla="*/ 197 h 216"/>
                <a:gd name="T24" fmla="*/ 21 w 307"/>
                <a:gd name="T25" fmla="*/ 21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7" h="216">
                  <a:moveTo>
                    <a:pt x="21" y="213"/>
                  </a:moveTo>
                  <a:cubicBezTo>
                    <a:pt x="46" y="209"/>
                    <a:pt x="65" y="194"/>
                    <a:pt x="83" y="178"/>
                  </a:cubicBezTo>
                  <a:cubicBezTo>
                    <a:pt x="96" y="165"/>
                    <a:pt x="110" y="152"/>
                    <a:pt x="125" y="141"/>
                  </a:cubicBezTo>
                  <a:cubicBezTo>
                    <a:pt x="145" y="128"/>
                    <a:pt x="174" y="129"/>
                    <a:pt x="189" y="144"/>
                  </a:cubicBezTo>
                  <a:cubicBezTo>
                    <a:pt x="205" y="161"/>
                    <a:pt x="222" y="178"/>
                    <a:pt x="234" y="198"/>
                  </a:cubicBezTo>
                  <a:cubicBezTo>
                    <a:pt x="243" y="211"/>
                    <a:pt x="252" y="215"/>
                    <a:pt x="267" y="214"/>
                  </a:cubicBezTo>
                  <a:cubicBezTo>
                    <a:pt x="281" y="212"/>
                    <a:pt x="295" y="212"/>
                    <a:pt x="307" y="204"/>
                  </a:cubicBezTo>
                  <a:cubicBezTo>
                    <a:pt x="298" y="186"/>
                    <a:pt x="288" y="170"/>
                    <a:pt x="280" y="153"/>
                  </a:cubicBezTo>
                  <a:cubicBezTo>
                    <a:pt x="268" y="127"/>
                    <a:pt x="258" y="100"/>
                    <a:pt x="245" y="75"/>
                  </a:cubicBezTo>
                  <a:cubicBezTo>
                    <a:pt x="218" y="26"/>
                    <a:pt x="163" y="0"/>
                    <a:pt x="107" y="45"/>
                  </a:cubicBezTo>
                  <a:cubicBezTo>
                    <a:pt x="66" y="77"/>
                    <a:pt x="34" y="117"/>
                    <a:pt x="8" y="161"/>
                  </a:cubicBezTo>
                  <a:cubicBezTo>
                    <a:pt x="2" y="171"/>
                    <a:pt x="0" y="185"/>
                    <a:pt x="0" y="197"/>
                  </a:cubicBezTo>
                  <a:cubicBezTo>
                    <a:pt x="0" y="213"/>
                    <a:pt x="6" y="216"/>
                    <a:pt x="21" y="2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</p:grpSp>
    </p:spTree>
    <p:extLst>
      <p:ext uri="{BB962C8B-B14F-4D97-AF65-F5344CB8AC3E}">
        <p14:creationId xmlns:p14="http://schemas.microsoft.com/office/powerpoint/2010/main" val="58071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1245C-B542-450B-8EE1-0CABD6FE9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C382C-44EB-4A29-BB3A-FFD377446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1803A-2355-4A2F-AE4C-2DA29283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84AC1-70A0-47FA-836E-A65B8FC4AB9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78FBE-EA62-480C-87FA-658B36A0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C6CC0-CF6E-4EB1-B9E9-AC2D8E4F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1C506-8C4C-492A-B736-6642730A86B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32854C-FF61-809F-739B-3B7E5FC8DB9A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1879032" y="6594791"/>
            <a:ext cx="130848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s-ES"/>
            </a:defPPr>
            <a:lvl1pPr>
              <a:defRPr sz="1000" baseline="0">
                <a:latin typeface="+mn-lt"/>
              </a:defRPr>
            </a:lvl1pPr>
          </a:lstStyle>
          <a:p>
            <a:pPr lvl="0" algn="ctr"/>
            <a:fld id="{42C328C1-A84F-4A39-A664-DBA00541A8C6}" type="slidenum">
              <a:rPr lang="en-US" sz="816" smtClean="0">
                <a:solidFill>
                  <a:schemeClr val="accent3"/>
                </a:solidFill>
              </a:rPr>
              <a:pPr lvl="0" algn="ctr"/>
              <a:t>‹#›</a:t>
            </a:fld>
            <a:endParaRPr lang="en-US" sz="816">
              <a:solidFill>
                <a:schemeClr val="accent3"/>
              </a:solidFill>
            </a:endParaRPr>
          </a:p>
        </p:txBody>
      </p:sp>
      <p:grpSp>
        <p:nvGrpSpPr>
          <p:cNvPr id="8" name="Group 24">
            <a:extLst>
              <a:ext uri="{FF2B5EF4-FFF2-40B4-BE49-F238E27FC236}">
                <a16:creationId xmlns:a16="http://schemas.microsoft.com/office/drawing/2014/main" id="{E6A10F3B-2D14-7ACF-5FC2-0B061C8E04EE}"/>
              </a:ext>
            </a:extLst>
          </p:cNvPr>
          <p:cNvGrpSpPr/>
          <p:nvPr userDrawn="1"/>
        </p:nvGrpSpPr>
        <p:grpSpPr>
          <a:xfrm>
            <a:off x="11312748" y="6520240"/>
            <a:ext cx="315256" cy="277198"/>
            <a:chOff x="3824288" y="1468438"/>
            <a:chExt cx="4300538" cy="3781425"/>
          </a:xfrm>
          <a:solidFill>
            <a:srgbClr val="008598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B7D80445-EE07-6E1C-9806-0E4140D42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288" y="1468438"/>
              <a:ext cx="4300538" cy="2162175"/>
            </a:xfrm>
            <a:custGeom>
              <a:avLst/>
              <a:gdLst>
                <a:gd name="T0" fmla="*/ 3354 w 3496"/>
                <a:gd name="T1" fmla="*/ 1490 h 1760"/>
                <a:gd name="T2" fmla="*/ 3233 w 3496"/>
                <a:gd name="T3" fmla="*/ 1296 h 1760"/>
                <a:gd name="T4" fmla="*/ 2953 w 3496"/>
                <a:gd name="T5" fmla="*/ 944 h 1760"/>
                <a:gd name="T6" fmla="*/ 2751 w 3496"/>
                <a:gd name="T7" fmla="*/ 782 h 1760"/>
                <a:gd name="T8" fmla="*/ 2465 w 3496"/>
                <a:gd name="T9" fmla="*/ 554 h 1760"/>
                <a:gd name="T10" fmla="*/ 2256 w 3496"/>
                <a:gd name="T11" fmla="*/ 302 h 1760"/>
                <a:gd name="T12" fmla="*/ 1941 w 3496"/>
                <a:gd name="T13" fmla="*/ 6 h 1760"/>
                <a:gd name="T14" fmla="*/ 1889 w 3496"/>
                <a:gd name="T15" fmla="*/ 5 h 1760"/>
                <a:gd name="T16" fmla="*/ 1432 w 3496"/>
                <a:gd name="T17" fmla="*/ 328 h 1760"/>
                <a:gd name="T18" fmla="*/ 1007 w 3496"/>
                <a:gd name="T19" fmla="*/ 586 h 1760"/>
                <a:gd name="T20" fmla="*/ 944 w 3496"/>
                <a:gd name="T21" fmla="*/ 607 h 1760"/>
                <a:gd name="T22" fmla="*/ 330 w 3496"/>
                <a:gd name="T23" fmla="*/ 1347 h 1760"/>
                <a:gd name="T24" fmla="*/ 0 w 3496"/>
                <a:gd name="T25" fmla="*/ 1714 h 1760"/>
                <a:gd name="T26" fmla="*/ 1470 w 3496"/>
                <a:gd name="T27" fmla="*/ 1714 h 1760"/>
                <a:gd name="T28" fmla="*/ 1566 w 3496"/>
                <a:gd name="T29" fmla="*/ 1580 h 1760"/>
                <a:gd name="T30" fmla="*/ 1910 w 3496"/>
                <a:gd name="T31" fmla="*/ 1286 h 1760"/>
                <a:gd name="T32" fmla="*/ 2232 w 3496"/>
                <a:gd name="T33" fmla="*/ 1295 h 1760"/>
                <a:gd name="T34" fmla="*/ 2597 w 3496"/>
                <a:gd name="T35" fmla="*/ 1750 h 1760"/>
                <a:gd name="T36" fmla="*/ 2662 w 3496"/>
                <a:gd name="T37" fmla="*/ 1757 h 1760"/>
                <a:gd name="T38" fmla="*/ 2605 w 3496"/>
                <a:gd name="T39" fmla="*/ 1554 h 1760"/>
                <a:gd name="T40" fmla="*/ 2230 w 3496"/>
                <a:gd name="T41" fmla="*/ 1203 h 1760"/>
                <a:gd name="T42" fmla="*/ 1735 w 3496"/>
                <a:gd name="T43" fmla="*/ 1279 h 1760"/>
                <a:gd name="T44" fmla="*/ 1379 w 3496"/>
                <a:gd name="T45" fmla="*/ 1647 h 1760"/>
                <a:gd name="T46" fmla="*/ 1201 w 3496"/>
                <a:gd name="T47" fmla="*/ 1597 h 1760"/>
                <a:gd name="T48" fmla="*/ 1201 w 3496"/>
                <a:gd name="T49" fmla="*/ 1579 h 1760"/>
                <a:gd name="T50" fmla="*/ 1745 w 3496"/>
                <a:gd name="T51" fmla="*/ 1161 h 1760"/>
                <a:gd name="T52" fmla="*/ 2169 w 3496"/>
                <a:gd name="T53" fmla="*/ 1074 h 1760"/>
                <a:gd name="T54" fmla="*/ 2547 w 3496"/>
                <a:gd name="T55" fmla="*/ 1316 h 1760"/>
                <a:gd name="T56" fmla="*/ 2809 w 3496"/>
                <a:gd name="T57" fmla="*/ 1748 h 1760"/>
                <a:gd name="T58" fmla="*/ 2851 w 3496"/>
                <a:gd name="T59" fmla="*/ 1760 h 1760"/>
                <a:gd name="T60" fmla="*/ 2596 w 3496"/>
                <a:gd name="T61" fmla="*/ 1248 h 1760"/>
                <a:gd name="T62" fmla="*/ 2240 w 3496"/>
                <a:gd name="T63" fmla="*/ 1002 h 1760"/>
                <a:gd name="T64" fmla="*/ 1837 w 3496"/>
                <a:gd name="T65" fmla="*/ 1045 h 1760"/>
                <a:gd name="T66" fmla="*/ 1106 w 3496"/>
                <a:gd name="T67" fmla="*/ 1499 h 1760"/>
                <a:gd name="T68" fmla="*/ 947 w 3496"/>
                <a:gd name="T69" fmla="*/ 1451 h 1760"/>
                <a:gd name="T70" fmla="*/ 936 w 3496"/>
                <a:gd name="T71" fmla="*/ 1405 h 1760"/>
                <a:gd name="T72" fmla="*/ 1388 w 3496"/>
                <a:gd name="T73" fmla="*/ 1129 h 1760"/>
                <a:gd name="T74" fmla="*/ 1815 w 3496"/>
                <a:gd name="T75" fmla="*/ 946 h 1760"/>
                <a:gd name="T76" fmla="*/ 2408 w 3496"/>
                <a:gd name="T77" fmla="*/ 943 h 1760"/>
                <a:gd name="T78" fmla="*/ 2917 w 3496"/>
                <a:gd name="T79" fmla="*/ 1535 h 1760"/>
                <a:gd name="T80" fmla="*/ 3011 w 3496"/>
                <a:gd name="T81" fmla="*/ 1758 h 1760"/>
                <a:gd name="T82" fmla="*/ 3074 w 3496"/>
                <a:gd name="T83" fmla="*/ 1738 h 1760"/>
                <a:gd name="T84" fmla="*/ 2798 w 3496"/>
                <a:gd name="T85" fmla="*/ 1175 h 1760"/>
                <a:gd name="T86" fmla="*/ 2356 w 3496"/>
                <a:gd name="T87" fmla="*/ 861 h 1760"/>
                <a:gd name="T88" fmla="*/ 1793 w 3496"/>
                <a:gd name="T89" fmla="*/ 886 h 1760"/>
                <a:gd name="T90" fmla="*/ 1052 w 3496"/>
                <a:gd name="T91" fmla="*/ 1188 h 1760"/>
                <a:gd name="T92" fmla="*/ 796 w 3496"/>
                <a:gd name="T93" fmla="*/ 1283 h 1760"/>
                <a:gd name="T94" fmla="*/ 697 w 3496"/>
                <a:gd name="T95" fmla="*/ 1193 h 1760"/>
                <a:gd name="T96" fmla="*/ 883 w 3496"/>
                <a:gd name="T97" fmla="*/ 1074 h 1760"/>
                <a:gd name="T98" fmla="*/ 1191 w 3496"/>
                <a:gd name="T99" fmla="*/ 950 h 1760"/>
                <a:gd name="T100" fmla="*/ 1664 w 3496"/>
                <a:gd name="T101" fmla="*/ 792 h 1760"/>
                <a:gd name="T102" fmla="*/ 2190 w 3496"/>
                <a:gd name="T103" fmla="*/ 720 h 1760"/>
                <a:gd name="T104" fmla="*/ 2566 w 3496"/>
                <a:gd name="T105" fmla="*/ 837 h 1760"/>
                <a:gd name="T106" fmla="*/ 3253 w 3496"/>
                <a:gd name="T107" fmla="*/ 1729 h 1760"/>
                <a:gd name="T108" fmla="*/ 3496 w 3496"/>
                <a:gd name="T109" fmla="*/ 1747 h 1760"/>
                <a:gd name="T110" fmla="*/ 3490 w 3496"/>
                <a:gd name="T111" fmla="*/ 173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96" h="1760">
                  <a:moveTo>
                    <a:pt x="3490" y="1730"/>
                  </a:moveTo>
                  <a:cubicBezTo>
                    <a:pt x="3458" y="1642"/>
                    <a:pt x="3407" y="1566"/>
                    <a:pt x="3354" y="1490"/>
                  </a:cubicBezTo>
                  <a:cubicBezTo>
                    <a:pt x="3319" y="1440"/>
                    <a:pt x="3284" y="1390"/>
                    <a:pt x="3250" y="1340"/>
                  </a:cubicBezTo>
                  <a:cubicBezTo>
                    <a:pt x="3240" y="1327"/>
                    <a:pt x="3234" y="1313"/>
                    <a:pt x="3233" y="1296"/>
                  </a:cubicBezTo>
                  <a:cubicBezTo>
                    <a:pt x="3225" y="1211"/>
                    <a:pt x="3185" y="1143"/>
                    <a:pt x="3127" y="1083"/>
                  </a:cubicBezTo>
                  <a:cubicBezTo>
                    <a:pt x="3075" y="1029"/>
                    <a:pt x="3014" y="986"/>
                    <a:pt x="2953" y="944"/>
                  </a:cubicBezTo>
                  <a:cubicBezTo>
                    <a:pt x="2891" y="901"/>
                    <a:pt x="2828" y="860"/>
                    <a:pt x="2773" y="808"/>
                  </a:cubicBezTo>
                  <a:cubicBezTo>
                    <a:pt x="2764" y="800"/>
                    <a:pt x="2757" y="791"/>
                    <a:pt x="2751" y="782"/>
                  </a:cubicBezTo>
                  <a:cubicBezTo>
                    <a:pt x="2720" y="738"/>
                    <a:pt x="2682" y="702"/>
                    <a:pt x="2639" y="671"/>
                  </a:cubicBezTo>
                  <a:cubicBezTo>
                    <a:pt x="2583" y="630"/>
                    <a:pt x="2525" y="590"/>
                    <a:pt x="2465" y="554"/>
                  </a:cubicBezTo>
                  <a:cubicBezTo>
                    <a:pt x="2430" y="534"/>
                    <a:pt x="2401" y="509"/>
                    <a:pt x="2378" y="478"/>
                  </a:cubicBezTo>
                  <a:cubicBezTo>
                    <a:pt x="2336" y="420"/>
                    <a:pt x="2295" y="361"/>
                    <a:pt x="2256" y="302"/>
                  </a:cubicBezTo>
                  <a:cubicBezTo>
                    <a:pt x="2210" y="234"/>
                    <a:pt x="2166" y="166"/>
                    <a:pt x="2107" y="108"/>
                  </a:cubicBezTo>
                  <a:cubicBezTo>
                    <a:pt x="2059" y="62"/>
                    <a:pt x="2005" y="26"/>
                    <a:pt x="1941" y="6"/>
                  </a:cubicBezTo>
                  <a:cubicBezTo>
                    <a:pt x="1941" y="6"/>
                    <a:pt x="1940" y="6"/>
                    <a:pt x="1940" y="6"/>
                  </a:cubicBezTo>
                  <a:cubicBezTo>
                    <a:pt x="1916" y="0"/>
                    <a:pt x="1889" y="5"/>
                    <a:pt x="1889" y="5"/>
                  </a:cubicBezTo>
                  <a:cubicBezTo>
                    <a:pt x="1791" y="28"/>
                    <a:pt x="1708" y="79"/>
                    <a:pt x="1633" y="143"/>
                  </a:cubicBezTo>
                  <a:cubicBezTo>
                    <a:pt x="1564" y="203"/>
                    <a:pt x="1498" y="266"/>
                    <a:pt x="1432" y="328"/>
                  </a:cubicBezTo>
                  <a:cubicBezTo>
                    <a:pt x="1368" y="388"/>
                    <a:pt x="1304" y="448"/>
                    <a:pt x="1230" y="497"/>
                  </a:cubicBezTo>
                  <a:cubicBezTo>
                    <a:pt x="1162" y="542"/>
                    <a:pt x="1089" y="575"/>
                    <a:pt x="1007" y="586"/>
                  </a:cubicBezTo>
                  <a:cubicBezTo>
                    <a:pt x="1000" y="587"/>
                    <a:pt x="992" y="589"/>
                    <a:pt x="984" y="588"/>
                  </a:cubicBezTo>
                  <a:cubicBezTo>
                    <a:pt x="967" y="587"/>
                    <a:pt x="956" y="596"/>
                    <a:pt x="944" y="607"/>
                  </a:cubicBezTo>
                  <a:cubicBezTo>
                    <a:pt x="828" y="716"/>
                    <a:pt x="724" y="836"/>
                    <a:pt x="626" y="962"/>
                  </a:cubicBezTo>
                  <a:cubicBezTo>
                    <a:pt x="527" y="1090"/>
                    <a:pt x="430" y="1219"/>
                    <a:pt x="330" y="1347"/>
                  </a:cubicBezTo>
                  <a:cubicBezTo>
                    <a:pt x="231" y="1475"/>
                    <a:pt x="125" y="1596"/>
                    <a:pt x="7" y="1706"/>
                  </a:cubicBezTo>
                  <a:cubicBezTo>
                    <a:pt x="4" y="1708"/>
                    <a:pt x="2" y="1711"/>
                    <a:pt x="0" y="1714"/>
                  </a:cubicBezTo>
                  <a:cubicBezTo>
                    <a:pt x="195" y="1714"/>
                    <a:pt x="390" y="1714"/>
                    <a:pt x="585" y="1714"/>
                  </a:cubicBezTo>
                  <a:cubicBezTo>
                    <a:pt x="880" y="1714"/>
                    <a:pt x="1175" y="1714"/>
                    <a:pt x="1470" y="1714"/>
                  </a:cubicBezTo>
                  <a:cubicBezTo>
                    <a:pt x="1481" y="1714"/>
                    <a:pt x="1487" y="1711"/>
                    <a:pt x="1493" y="1702"/>
                  </a:cubicBezTo>
                  <a:cubicBezTo>
                    <a:pt x="1517" y="1661"/>
                    <a:pt x="1541" y="1620"/>
                    <a:pt x="1566" y="1580"/>
                  </a:cubicBezTo>
                  <a:cubicBezTo>
                    <a:pt x="1615" y="1504"/>
                    <a:pt x="1671" y="1433"/>
                    <a:pt x="1743" y="1378"/>
                  </a:cubicBezTo>
                  <a:cubicBezTo>
                    <a:pt x="1794" y="1339"/>
                    <a:pt x="1848" y="1304"/>
                    <a:pt x="1910" y="1286"/>
                  </a:cubicBezTo>
                  <a:cubicBezTo>
                    <a:pt x="1974" y="1268"/>
                    <a:pt x="2039" y="1261"/>
                    <a:pt x="2104" y="1262"/>
                  </a:cubicBezTo>
                  <a:cubicBezTo>
                    <a:pt x="2150" y="1263"/>
                    <a:pt x="2192" y="1273"/>
                    <a:pt x="2232" y="1295"/>
                  </a:cubicBezTo>
                  <a:cubicBezTo>
                    <a:pt x="2303" y="1334"/>
                    <a:pt x="2363" y="1386"/>
                    <a:pt x="2416" y="1446"/>
                  </a:cubicBezTo>
                  <a:cubicBezTo>
                    <a:pt x="2497" y="1535"/>
                    <a:pt x="2564" y="1632"/>
                    <a:pt x="2597" y="1750"/>
                  </a:cubicBezTo>
                  <a:cubicBezTo>
                    <a:pt x="2598" y="1754"/>
                    <a:pt x="2601" y="1759"/>
                    <a:pt x="2604" y="1759"/>
                  </a:cubicBezTo>
                  <a:cubicBezTo>
                    <a:pt x="2623" y="1759"/>
                    <a:pt x="2643" y="1760"/>
                    <a:pt x="2662" y="1757"/>
                  </a:cubicBezTo>
                  <a:cubicBezTo>
                    <a:pt x="2677" y="1755"/>
                    <a:pt x="2679" y="1750"/>
                    <a:pt x="2675" y="1735"/>
                  </a:cubicBezTo>
                  <a:cubicBezTo>
                    <a:pt x="2662" y="1671"/>
                    <a:pt x="2638" y="1611"/>
                    <a:pt x="2605" y="1554"/>
                  </a:cubicBezTo>
                  <a:cubicBezTo>
                    <a:pt x="2518" y="1402"/>
                    <a:pt x="2393" y="1290"/>
                    <a:pt x="2240" y="1207"/>
                  </a:cubicBezTo>
                  <a:cubicBezTo>
                    <a:pt x="2237" y="1205"/>
                    <a:pt x="2233" y="1203"/>
                    <a:pt x="2230" y="1203"/>
                  </a:cubicBezTo>
                  <a:cubicBezTo>
                    <a:pt x="2128" y="1183"/>
                    <a:pt x="2027" y="1180"/>
                    <a:pt x="1925" y="1202"/>
                  </a:cubicBezTo>
                  <a:cubicBezTo>
                    <a:pt x="1857" y="1216"/>
                    <a:pt x="1794" y="1243"/>
                    <a:pt x="1735" y="1279"/>
                  </a:cubicBezTo>
                  <a:cubicBezTo>
                    <a:pt x="1643" y="1334"/>
                    <a:pt x="1567" y="1406"/>
                    <a:pt x="1501" y="1488"/>
                  </a:cubicBezTo>
                  <a:cubicBezTo>
                    <a:pt x="1458" y="1540"/>
                    <a:pt x="1419" y="1594"/>
                    <a:pt x="1379" y="1647"/>
                  </a:cubicBezTo>
                  <a:cubicBezTo>
                    <a:pt x="1375" y="1653"/>
                    <a:pt x="1371" y="1658"/>
                    <a:pt x="1363" y="1657"/>
                  </a:cubicBezTo>
                  <a:cubicBezTo>
                    <a:pt x="1304" y="1650"/>
                    <a:pt x="1250" y="1631"/>
                    <a:pt x="1201" y="1597"/>
                  </a:cubicBezTo>
                  <a:cubicBezTo>
                    <a:pt x="1198" y="1594"/>
                    <a:pt x="1195" y="1592"/>
                    <a:pt x="1192" y="1589"/>
                  </a:cubicBezTo>
                  <a:cubicBezTo>
                    <a:pt x="1196" y="1585"/>
                    <a:pt x="1198" y="1582"/>
                    <a:pt x="1201" y="1579"/>
                  </a:cubicBezTo>
                  <a:cubicBezTo>
                    <a:pt x="1256" y="1527"/>
                    <a:pt x="1311" y="1474"/>
                    <a:pt x="1367" y="1423"/>
                  </a:cubicBezTo>
                  <a:cubicBezTo>
                    <a:pt x="1482" y="1320"/>
                    <a:pt x="1605" y="1228"/>
                    <a:pt x="1745" y="1161"/>
                  </a:cubicBezTo>
                  <a:cubicBezTo>
                    <a:pt x="1865" y="1103"/>
                    <a:pt x="1991" y="1071"/>
                    <a:pt x="2125" y="1072"/>
                  </a:cubicBezTo>
                  <a:cubicBezTo>
                    <a:pt x="2140" y="1072"/>
                    <a:pt x="2155" y="1075"/>
                    <a:pt x="2169" y="1074"/>
                  </a:cubicBezTo>
                  <a:cubicBezTo>
                    <a:pt x="2207" y="1072"/>
                    <a:pt x="2241" y="1083"/>
                    <a:pt x="2274" y="1098"/>
                  </a:cubicBezTo>
                  <a:cubicBezTo>
                    <a:pt x="2383" y="1149"/>
                    <a:pt x="2471" y="1225"/>
                    <a:pt x="2547" y="1316"/>
                  </a:cubicBezTo>
                  <a:cubicBezTo>
                    <a:pt x="2617" y="1399"/>
                    <a:pt x="2675" y="1490"/>
                    <a:pt x="2726" y="1586"/>
                  </a:cubicBezTo>
                  <a:cubicBezTo>
                    <a:pt x="2755" y="1639"/>
                    <a:pt x="2781" y="1694"/>
                    <a:pt x="2809" y="1748"/>
                  </a:cubicBezTo>
                  <a:cubicBezTo>
                    <a:pt x="2813" y="1756"/>
                    <a:pt x="2817" y="1760"/>
                    <a:pt x="2826" y="1759"/>
                  </a:cubicBezTo>
                  <a:cubicBezTo>
                    <a:pt x="2834" y="1759"/>
                    <a:pt x="2843" y="1760"/>
                    <a:pt x="2851" y="1760"/>
                  </a:cubicBezTo>
                  <a:cubicBezTo>
                    <a:pt x="2868" y="1759"/>
                    <a:pt x="2873" y="1752"/>
                    <a:pt x="2867" y="1735"/>
                  </a:cubicBezTo>
                  <a:cubicBezTo>
                    <a:pt x="2809" y="1555"/>
                    <a:pt x="2722" y="1391"/>
                    <a:pt x="2596" y="1248"/>
                  </a:cubicBezTo>
                  <a:cubicBezTo>
                    <a:pt x="2522" y="1163"/>
                    <a:pt x="2437" y="1091"/>
                    <a:pt x="2336" y="1041"/>
                  </a:cubicBezTo>
                  <a:cubicBezTo>
                    <a:pt x="2305" y="1025"/>
                    <a:pt x="2273" y="1009"/>
                    <a:pt x="2240" y="1002"/>
                  </a:cubicBezTo>
                  <a:cubicBezTo>
                    <a:pt x="2206" y="994"/>
                    <a:pt x="2170" y="994"/>
                    <a:pt x="2136" y="994"/>
                  </a:cubicBezTo>
                  <a:cubicBezTo>
                    <a:pt x="2033" y="994"/>
                    <a:pt x="1934" y="1012"/>
                    <a:pt x="1837" y="1045"/>
                  </a:cubicBezTo>
                  <a:cubicBezTo>
                    <a:pt x="1686" y="1096"/>
                    <a:pt x="1548" y="1176"/>
                    <a:pt x="1419" y="1268"/>
                  </a:cubicBezTo>
                  <a:cubicBezTo>
                    <a:pt x="1313" y="1343"/>
                    <a:pt x="1210" y="1422"/>
                    <a:pt x="1106" y="1499"/>
                  </a:cubicBezTo>
                  <a:cubicBezTo>
                    <a:pt x="1098" y="1504"/>
                    <a:pt x="1088" y="1508"/>
                    <a:pt x="1078" y="1508"/>
                  </a:cubicBezTo>
                  <a:cubicBezTo>
                    <a:pt x="1025" y="1510"/>
                    <a:pt x="984" y="1485"/>
                    <a:pt x="947" y="1451"/>
                  </a:cubicBezTo>
                  <a:cubicBezTo>
                    <a:pt x="937" y="1441"/>
                    <a:pt x="928" y="1430"/>
                    <a:pt x="918" y="1419"/>
                  </a:cubicBezTo>
                  <a:cubicBezTo>
                    <a:pt x="925" y="1414"/>
                    <a:pt x="930" y="1409"/>
                    <a:pt x="936" y="1405"/>
                  </a:cubicBezTo>
                  <a:cubicBezTo>
                    <a:pt x="997" y="1364"/>
                    <a:pt x="1056" y="1321"/>
                    <a:pt x="1118" y="1284"/>
                  </a:cubicBezTo>
                  <a:cubicBezTo>
                    <a:pt x="1207" y="1230"/>
                    <a:pt x="1298" y="1181"/>
                    <a:pt x="1388" y="1129"/>
                  </a:cubicBezTo>
                  <a:cubicBezTo>
                    <a:pt x="1419" y="1112"/>
                    <a:pt x="1447" y="1090"/>
                    <a:pt x="1479" y="1077"/>
                  </a:cubicBezTo>
                  <a:cubicBezTo>
                    <a:pt x="1591" y="1031"/>
                    <a:pt x="1702" y="986"/>
                    <a:pt x="1815" y="946"/>
                  </a:cubicBezTo>
                  <a:cubicBezTo>
                    <a:pt x="1936" y="903"/>
                    <a:pt x="2062" y="881"/>
                    <a:pt x="2192" y="889"/>
                  </a:cubicBezTo>
                  <a:cubicBezTo>
                    <a:pt x="2267" y="894"/>
                    <a:pt x="2340" y="910"/>
                    <a:pt x="2408" y="943"/>
                  </a:cubicBezTo>
                  <a:cubicBezTo>
                    <a:pt x="2525" y="997"/>
                    <a:pt x="2620" y="1077"/>
                    <a:pt x="2701" y="1175"/>
                  </a:cubicBezTo>
                  <a:cubicBezTo>
                    <a:pt x="2792" y="1284"/>
                    <a:pt x="2861" y="1406"/>
                    <a:pt x="2917" y="1535"/>
                  </a:cubicBezTo>
                  <a:cubicBezTo>
                    <a:pt x="2948" y="1604"/>
                    <a:pt x="2975" y="1676"/>
                    <a:pt x="3003" y="1746"/>
                  </a:cubicBezTo>
                  <a:cubicBezTo>
                    <a:pt x="3005" y="1751"/>
                    <a:pt x="3008" y="1758"/>
                    <a:pt x="3011" y="1758"/>
                  </a:cubicBezTo>
                  <a:cubicBezTo>
                    <a:pt x="3028" y="1759"/>
                    <a:pt x="3046" y="1759"/>
                    <a:pt x="3063" y="1757"/>
                  </a:cubicBezTo>
                  <a:cubicBezTo>
                    <a:pt x="3073" y="1756"/>
                    <a:pt x="3077" y="1748"/>
                    <a:pt x="3074" y="1738"/>
                  </a:cubicBezTo>
                  <a:cubicBezTo>
                    <a:pt x="3059" y="1682"/>
                    <a:pt x="3047" y="1626"/>
                    <a:pt x="3028" y="1572"/>
                  </a:cubicBezTo>
                  <a:cubicBezTo>
                    <a:pt x="2979" y="1424"/>
                    <a:pt x="2903" y="1291"/>
                    <a:pt x="2798" y="1175"/>
                  </a:cubicBezTo>
                  <a:cubicBezTo>
                    <a:pt x="2748" y="1119"/>
                    <a:pt x="2692" y="1067"/>
                    <a:pt x="2636" y="1015"/>
                  </a:cubicBezTo>
                  <a:cubicBezTo>
                    <a:pt x="2556" y="939"/>
                    <a:pt x="2462" y="889"/>
                    <a:pt x="2356" y="861"/>
                  </a:cubicBezTo>
                  <a:cubicBezTo>
                    <a:pt x="2244" y="831"/>
                    <a:pt x="2132" y="831"/>
                    <a:pt x="2018" y="843"/>
                  </a:cubicBezTo>
                  <a:cubicBezTo>
                    <a:pt x="1942" y="851"/>
                    <a:pt x="1867" y="867"/>
                    <a:pt x="1793" y="886"/>
                  </a:cubicBezTo>
                  <a:cubicBezTo>
                    <a:pt x="1611" y="933"/>
                    <a:pt x="1437" y="1005"/>
                    <a:pt x="1262" y="1071"/>
                  </a:cubicBezTo>
                  <a:cubicBezTo>
                    <a:pt x="1186" y="1099"/>
                    <a:pt x="1119" y="1145"/>
                    <a:pt x="1052" y="1188"/>
                  </a:cubicBezTo>
                  <a:cubicBezTo>
                    <a:pt x="1005" y="1217"/>
                    <a:pt x="958" y="1246"/>
                    <a:pt x="910" y="1271"/>
                  </a:cubicBezTo>
                  <a:cubicBezTo>
                    <a:pt x="875" y="1288"/>
                    <a:pt x="836" y="1295"/>
                    <a:pt x="796" y="1283"/>
                  </a:cubicBezTo>
                  <a:cubicBezTo>
                    <a:pt x="753" y="1270"/>
                    <a:pt x="722" y="1240"/>
                    <a:pt x="695" y="1206"/>
                  </a:cubicBezTo>
                  <a:cubicBezTo>
                    <a:pt x="693" y="1203"/>
                    <a:pt x="694" y="1195"/>
                    <a:pt x="697" y="1193"/>
                  </a:cubicBezTo>
                  <a:cubicBezTo>
                    <a:pt x="712" y="1178"/>
                    <a:pt x="726" y="1162"/>
                    <a:pt x="743" y="1149"/>
                  </a:cubicBezTo>
                  <a:cubicBezTo>
                    <a:pt x="785" y="1116"/>
                    <a:pt x="834" y="1094"/>
                    <a:pt x="883" y="1074"/>
                  </a:cubicBezTo>
                  <a:cubicBezTo>
                    <a:pt x="967" y="1039"/>
                    <a:pt x="1052" y="1006"/>
                    <a:pt x="1136" y="972"/>
                  </a:cubicBezTo>
                  <a:cubicBezTo>
                    <a:pt x="1155" y="965"/>
                    <a:pt x="1172" y="956"/>
                    <a:pt x="1191" y="950"/>
                  </a:cubicBezTo>
                  <a:cubicBezTo>
                    <a:pt x="1243" y="933"/>
                    <a:pt x="1296" y="918"/>
                    <a:pt x="1347" y="901"/>
                  </a:cubicBezTo>
                  <a:cubicBezTo>
                    <a:pt x="1453" y="865"/>
                    <a:pt x="1558" y="827"/>
                    <a:pt x="1664" y="792"/>
                  </a:cubicBezTo>
                  <a:cubicBezTo>
                    <a:pt x="1763" y="759"/>
                    <a:pt x="1864" y="734"/>
                    <a:pt x="1967" y="722"/>
                  </a:cubicBezTo>
                  <a:cubicBezTo>
                    <a:pt x="2041" y="713"/>
                    <a:pt x="2115" y="712"/>
                    <a:pt x="2190" y="720"/>
                  </a:cubicBezTo>
                  <a:cubicBezTo>
                    <a:pt x="2225" y="724"/>
                    <a:pt x="2261" y="727"/>
                    <a:pt x="2296" y="732"/>
                  </a:cubicBezTo>
                  <a:cubicBezTo>
                    <a:pt x="2394" y="747"/>
                    <a:pt x="2483" y="785"/>
                    <a:pt x="2566" y="837"/>
                  </a:cubicBezTo>
                  <a:cubicBezTo>
                    <a:pt x="2685" y="912"/>
                    <a:pt x="2785" y="1008"/>
                    <a:pt x="2875" y="1115"/>
                  </a:cubicBezTo>
                  <a:cubicBezTo>
                    <a:pt x="3031" y="1301"/>
                    <a:pt x="3152" y="1509"/>
                    <a:pt x="3253" y="1729"/>
                  </a:cubicBezTo>
                  <a:cubicBezTo>
                    <a:pt x="3263" y="1751"/>
                    <a:pt x="3275" y="1759"/>
                    <a:pt x="3298" y="1758"/>
                  </a:cubicBezTo>
                  <a:cubicBezTo>
                    <a:pt x="3364" y="1754"/>
                    <a:pt x="3430" y="1750"/>
                    <a:pt x="3496" y="1747"/>
                  </a:cubicBezTo>
                  <a:cubicBezTo>
                    <a:pt x="3496" y="1744"/>
                    <a:pt x="3496" y="1740"/>
                    <a:pt x="3496" y="1737"/>
                  </a:cubicBezTo>
                  <a:cubicBezTo>
                    <a:pt x="3494" y="1735"/>
                    <a:pt x="3491" y="1733"/>
                    <a:pt x="3490" y="17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061848A5-12AD-270D-1DA9-3394EC6DF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3919538"/>
              <a:ext cx="538163" cy="1330325"/>
            </a:xfrm>
            <a:custGeom>
              <a:avLst/>
              <a:gdLst>
                <a:gd name="T0" fmla="*/ 434 w 437"/>
                <a:gd name="T1" fmla="*/ 924 h 1083"/>
                <a:gd name="T2" fmla="*/ 429 w 437"/>
                <a:gd name="T3" fmla="*/ 761 h 1083"/>
                <a:gd name="T4" fmla="*/ 427 w 437"/>
                <a:gd name="T5" fmla="*/ 657 h 1083"/>
                <a:gd name="T6" fmla="*/ 424 w 437"/>
                <a:gd name="T7" fmla="*/ 530 h 1083"/>
                <a:gd name="T8" fmla="*/ 422 w 437"/>
                <a:gd name="T9" fmla="*/ 357 h 1083"/>
                <a:gd name="T10" fmla="*/ 421 w 437"/>
                <a:gd name="T11" fmla="*/ 331 h 1083"/>
                <a:gd name="T12" fmla="*/ 420 w 437"/>
                <a:gd name="T13" fmla="*/ 290 h 1083"/>
                <a:gd name="T14" fmla="*/ 414 w 437"/>
                <a:gd name="T15" fmla="*/ 31 h 1083"/>
                <a:gd name="T16" fmla="*/ 392 w 437"/>
                <a:gd name="T17" fmla="*/ 2 h 1083"/>
                <a:gd name="T18" fmla="*/ 363 w 437"/>
                <a:gd name="T19" fmla="*/ 25 h 1083"/>
                <a:gd name="T20" fmla="*/ 260 w 437"/>
                <a:gd name="T21" fmla="*/ 457 h 1083"/>
                <a:gd name="T22" fmla="*/ 203 w 437"/>
                <a:gd name="T23" fmla="*/ 696 h 1083"/>
                <a:gd name="T24" fmla="*/ 198 w 437"/>
                <a:gd name="T25" fmla="*/ 709 h 1083"/>
                <a:gd name="T26" fmla="*/ 195 w 437"/>
                <a:gd name="T27" fmla="*/ 697 h 1083"/>
                <a:gd name="T28" fmla="*/ 118 w 437"/>
                <a:gd name="T29" fmla="*/ 341 h 1083"/>
                <a:gd name="T30" fmla="*/ 56 w 437"/>
                <a:gd name="T31" fmla="*/ 54 h 1083"/>
                <a:gd name="T32" fmla="*/ 50 w 437"/>
                <a:gd name="T33" fmla="*/ 28 h 1083"/>
                <a:gd name="T34" fmla="*/ 21 w 437"/>
                <a:gd name="T35" fmla="*/ 10 h 1083"/>
                <a:gd name="T36" fmla="*/ 0 w 437"/>
                <a:gd name="T37" fmla="*/ 35 h 1083"/>
                <a:gd name="T38" fmla="*/ 0 w 437"/>
                <a:gd name="T39" fmla="*/ 50 h 1083"/>
                <a:gd name="T40" fmla="*/ 3 w 437"/>
                <a:gd name="T41" fmla="*/ 388 h 1083"/>
                <a:gd name="T42" fmla="*/ 3 w 437"/>
                <a:gd name="T43" fmla="*/ 395 h 1083"/>
                <a:gd name="T44" fmla="*/ 5 w 437"/>
                <a:gd name="T45" fmla="*/ 527 h 1083"/>
                <a:gd name="T46" fmla="*/ 8 w 437"/>
                <a:gd name="T47" fmla="*/ 816 h 1083"/>
                <a:gd name="T48" fmla="*/ 8 w 437"/>
                <a:gd name="T49" fmla="*/ 834 h 1083"/>
                <a:gd name="T50" fmla="*/ 28 w 437"/>
                <a:gd name="T51" fmla="*/ 855 h 1083"/>
                <a:gd name="T52" fmla="*/ 59 w 437"/>
                <a:gd name="T53" fmla="*/ 828 h 1083"/>
                <a:gd name="T54" fmla="*/ 58 w 437"/>
                <a:gd name="T55" fmla="*/ 703 h 1083"/>
                <a:gd name="T56" fmla="*/ 55 w 437"/>
                <a:gd name="T57" fmla="*/ 316 h 1083"/>
                <a:gd name="T58" fmla="*/ 55 w 437"/>
                <a:gd name="T59" fmla="*/ 306 h 1083"/>
                <a:gd name="T60" fmla="*/ 60 w 437"/>
                <a:gd name="T61" fmla="*/ 317 h 1083"/>
                <a:gd name="T62" fmla="*/ 170 w 437"/>
                <a:gd name="T63" fmla="*/ 830 h 1083"/>
                <a:gd name="T64" fmla="*/ 197 w 437"/>
                <a:gd name="T65" fmla="*/ 856 h 1083"/>
                <a:gd name="T66" fmla="*/ 223 w 437"/>
                <a:gd name="T67" fmla="*/ 831 h 1083"/>
                <a:gd name="T68" fmla="*/ 250 w 437"/>
                <a:gd name="T69" fmla="*/ 721 h 1083"/>
                <a:gd name="T70" fmla="*/ 360 w 437"/>
                <a:gd name="T71" fmla="*/ 256 h 1083"/>
                <a:gd name="T72" fmla="*/ 365 w 437"/>
                <a:gd name="T73" fmla="*/ 239 h 1083"/>
                <a:gd name="T74" fmla="*/ 367 w 437"/>
                <a:gd name="T75" fmla="*/ 240 h 1083"/>
                <a:gd name="T76" fmla="*/ 378 w 437"/>
                <a:gd name="T77" fmla="*/ 698 h 1083"/>
                <a:gd name="T78" fmla="*/ 378 w 437"/>
                <a:gd name="T79" fmla="*/ 713 h 1083"/>
                <a:gd name="T80" fmla="*/ 380 w 437"/>
                <a:gd name="T81" fmla="*/ 816 h 1083"/>
                <a:gd name="T82" fmla="*/ 381 w 437"/>
                <a:gd name="T83" fmla="*/ 824 h 1083"/>
                <a:gd name="T84" fmla="*/ 385 w 437"/>
                <a:gd name="T85" fmla="*/ 1029 h 1083"/>
                <a:gd name="T86" fmla="*/ 386 w 437"/>
                <a:gd name="T87" fmla="*/ 1055 h 1083"/>
                <a:gd name="T88" fmla="*/ 396 w 437"/>
                <a:gd name="T89" fmla="*/ 1083 h 1083"/>
                <a:gd name="T90" fmla="*/ 427 w 437"/>
                <a:gd name="T91" fmla="*/ 1083 h 1083"/>
                <a:gd name="T92" fmla="*/ 436 w 437"/>
                <a:gd name="T93" fmla="*/ 1051 h 1083"/>
                <a:gd name="T94" fmla="*/ 435 w 437"/>
                <a:gd name="T95" fmla="*/ 950 h 1083"/>
                <a:gd name="T96" fmla="*/ 434 w 437"/>
                <a:gd name="T97" fmla="*/ 924 h 1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37" h="1083">
                  <a:moveTo>
                    <a:pt x="434" y="924"/>
                  </a:moveTo>
                  <a:cubicBezTo>
                    <a:pt x="433" y="870"/>
                    <a:pt x="431" y="816"/>
                    <a:pt x="429" y="761"/>
                  </a:cubicBezTo>
                  <a:cubicBezTo>
                    <a:pt x="428" y="726"/>
                    <a:pt x="428" y="692"/>
                    <a:pt x="427" y="657"/>
                  </a:cubicBezTo>
                  <a:cubicBezTo>
                    <a:pt x="426" y="614"/>
                    <a:pt x="425" y="572"/>
                    <a:pt x="424" y="530"/>
                  </a:cubicBezTo>
                  <a:cubicBezTo>
                    <a:pt x="423" y="472"/>
                    <a:pt x="423" y="414"/>
                    <a:pt x="422" y="357"/>
                  </a:cubicBezTo>
                  <a:cubicBezTo>
                    <a:pt x="422" y="348"/>
                    <a:pt x="421" y="340"/>
                    <a:pt x="421" y="331"/>
                  </a:cubicBezTo>
                  <a:cubicBezTo>
                    <a:pt x="421" y="317"/>
                    <a:pt x="420" y="304"/>
                    <a:pt x="420" y="290"/>
                  </a:cubicBezTo>
                  <a:cubicBezTo>
                    <a:pt x="418" y="204"/>
                    <a:pt x="416" y="117"/>
                    <a:pt x="414" y="31"/>
                  </a:cubicBezTo>
                  <a:cubicBezTo>
                    <a:pt x="414" y="14"/>
                    <a:pt x="406" y="3"/>
                    <a:pt x="392" y="2"/>
                  </a:cubicBezTo>
                  <a:cubicBezTo>
                    <a:pt x="377" y="0"/>
                    <a:pt x="367" y="8"/>
                    <a:pt x="363" y="25"/>
                  </a:cubicBezTo>
                  <a:cubicBezTo>
                    <a:pt x="328" y="169"/>
                    <a:pt x="294" y="313"/>
                    <a:pt x="260" y="457"/>
                  </a:cubicBezTo>
                  <a:cubicBezTo>
                    <a:pt x="241" y="537"/>
                    <a:pt x="222" y="616"/>
                    <a:pt x="203" y="696"/>
                  </a:cubicBezTo>
                  <a:cubicBezTo>
                    <a:pt x="202" y="699"/>
                    <a:pt x="200" y="702"/>
                    <a:pt x="198" y="709"/>
                  </a:cubicBezTo>
                  <a:cubicBezTo>
                    <a:pt x="196" y="702"/>
                    <a:pt x="195" y="700"/>
                    <a:pt x="195" y="697"/>
                  </a:cubicBezTo>
                  <a:cubicBezTo>
                    <a:pt x="169" y="578"/>
                    <a:pt x="143" y="460"/>
                    <a:pt x="118" y="341"/>
                  </a:cubicBezTo>
                  <a:cubicBezTo>
                    <a:pt x="97" y="246"/>
                    <a:pt x="76" y="150"/>
                    <a:pt x="56" y="54"/>
                  </a:cubicBezTo>
                  <a:cubicBezTo>
                    <a:pt x="54" y="45"/>
                    <a:pt x="52" y="37"/>
                    <a:pt x="50" y="28"/>
                  </a:cubicBezTo>
                  <a:cubicBezTo>
                    <a:pt x="45" y="15"/>
                    <a:pt x="34" y="8"/>
                    <a:pt x="21" y="10"/>
                  </a:cubicBezTo>
                  <a:cubicBezTo>
                    <a:pt x="9" y="12"/>
                    <a:pt x="1" y="22"/>
                    <a:pt x="0" y="35"/>
                  </a:cubicBezTo>
                  <a:cubicBezTo>
                    <a:pt x="0" y="40"/>
                    <a:pt x="0" y="45"/>
                    <a:pt x="0" y="50"/>
                  </a:cubicBezTo>
                  <a:cubicBezTo>
                    <a:pt x="1" y="163"/>
                    <a:pt x="2" y="275"/>
                    <a:pt x="3" y="388"/>
                  </a:cubicBezTo>
                  <a:cubicBezTo>
                    <a:pt x="3" y="390"/>
                    <a:pt x="3" y="393"/>
                    <a:pt x="3" y="395"/>
                  </a:cubicBezTo>
                  <a:cubicBezTo>
                    <a:pt x="4" y="439"/>
                    <a:pt x="5" y="483"/>
                    <a:pt x="5" y="527"/>
                  </a:cubicBezTo>
                  <a:cubicBezTo>
                    <a:pt x="6" y="623"/>
                    <a:pt x="7" y="720"/>
                    <a:pt x="8" y="816"/>
                  </a:cubicBezTo>
                  <a:cubicBezTo>
                    <a:pt x="8" y="822"/>
                    <a:pt x="8" y="828"/>
                    <a:pt x="8" y="834"/>
                  </a:cubicBezTo>
                  <a:cubicBezTo>
                    <a:pt x="10" y="845"/>
                    <a:pt x="17" y="853"/>
                    <a:pt x="28" y="855"/>
                  </a:cubicBezTo>
                  <a:cubicBezTo>
                    <a:pt x="46" y="859"/>
                    <a:pt x="60" y="847"/>
                    <a:pt x="59" y="828"/>
                  </a:cubicBezTo>
                  <a:cubicBezTo>
                    <a:pt x="59" y="786"/>
                    <a:pt x="58" y="745"/>
                    <a:pt x="58" y="703"/>
                  </a:cubicBezTo>
                  <a:cubicBezTo>
                    <a:pt x="57" y="574"/>
                    <a:pt x="56" y="445"/>
                    <a:pt x="55" y="316"/>
                  </a:cubicBezTo>
                  <a:cubicBezTo>
                    <a:pt x="55" y="313"/>
                    <a:pt x="55" y="309"/>
                    <a:pt x="55" y="306"/>
                  </a:cubicBezTo>
                  <a:cubicBezTo>
                    <a:pt x="58" y="310"/>
                    <a:pt x="59" y="313"/>
                    <a:pt x="60" y="317"/>
                  </a:cubicBezTo>
                  <a:cubicBezTo>
                    <a:pt x="97" y="488"/>
                    <a:pt x="133" y="659"/>
                    <a:pt x="170" y="830"/>
                  </a:cubicBezTo>
                  <a:cubicBezTo>
                    <a:pt x="174" y="847"/>
                    <a:pt x="183" y="856"/>
                    <a:pt x="197" y="856"/>
                  </a:cubicBezTo>
                  <a:cubicBezTo>
                    <a:pt x="211" y="856"/>
                    <a:pt x="219" y="848"/>
                    <a:pt x="223" y="831"/>
                  </a:cubicBezTo>
                  <a:cubicBezTo>
                    <a:pt x="232" y="794"/>
                    <a:pt x="241" y="758"/>
                    <a:pt x="250" y="721"/>
                  </a:cubicBezTo>
                  <a:cubicBezTo>
                    <a:pt x="287" y="566"/>
                    <a:pt x="323" y="411"/>
                    <a:pt x="360" y="256"/>
                  </a:cubicBezTo>
                  <a:cubicBezTo>
                    <a:pt x="362" y="250"/>
                    <a:pt x="364" y="245"/>
                    <a:pt x="365" y="239"/>
                  </a:cubicBezTo>
                  <a:cubicBezTo>
                    <a:pt x="366" y="239"/>
                    <a:pt x="366" y="240"/>
                    <a:pt x="367" y="240"/>
                  </a:cubicBezTo>
                  <a:cubicBezTo>
                    <a:pt x="370" y="393"/>
                    <a:pt x="374" y="545"/>
                    <a:pt x="378" y="698"/>
                  </a:cubicBezTo>
                  <a:cubicBezTo>
                    <a:pt x="378" y="703"/>
                    <a:pt x="378" y="708"/>
                    <a:pt x="378" y="713"/>
                  </a:cubicBezTo>
                  <a:cubicBezTo>
                    <a:pt x="379" y="748"/>
                    <a:pt x="380" y="782"/>
                    <a:pt x="380" y="816"/>
                  </a:cubicBezTo>
                  <a:cubicBezTo>
                    <a:pt x="381" y="819"/>
                    <a:pt x="381" y="821"/>
                    <a:pt x="381" y="824"/>
                  </a:cubicBezTo>
                  <a:cubicBezTo>
                    <a:pt x="382" y="892"/>
                    <a:pt x="384" y="961"/>
                    <a:pt x="385" y="1029"/>
                  </a:cubicBezTo>
                  <a:cubicBezTo>
                    <a:pt x="386" y="1038"/>
                    <a:pt x="386" y="1046"/>
                    <a:pt x="386" y="1055"/>
                  </a:cubicBezTo>
                  <a:cubicBezTo>
                    <a:pt x="389" y="1064"/>
                    <a:pt x="393" y="1074"/>
                    <a:pt x="396" y="1083"/>
                  </a:cubicBezTo>
                  <a:cubicBezTo>
                    <a:pt x="406" y="1083"/>
                    <a:pt x="416" y="1083"/>
                    <a:pt x="427" y="1083"/>
                  </a:cubicBezTo>
                  <a:cubicBezTo>
                    <a:pt x="430" y="1072"/>
                    <a:pt x="436" y="1061"/>
                    <a:pt x="436" y="1051"/>
                  </a:cubicBezTo>
                  <a:cubicBezTo>
                    <a:pt x="437" y="1017"/>
                    <a:pt x="435" y="983"/>
                    <a:pt x="435" y="950"/>
                  </a:cubicBezTo>
                  <a:cubicBezTo>
                    <a:pt x="434" y="941"/>
                    <a:pt x="434" y="933"/>
                    <a:pt x="434" y="9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EE0F3189-2819-E0B5-A8EB-120764ACC2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7725" y="3698875"/>
              <a:ext cx="382588" cy="1282700"/>
            </a:xfrm>
            <a:custGeom>
              <a:avLst/>
              <a:gdLst>
                <a:gd name="T0" fmla="*/ 306 w 311"/>
                <a:gd name="T1" fmla="*/ 185 h 1044"/>
                <a:gd name="T2" fmla="*/ 305 w 311"/>
                <a:gd name="T3" fmla="*/ 32 h 1044"/>
                <a:gd name="T4" fmla="*/ 279 w 311"/>
                <a:gd name="T5" fmla="*/ 0 h 1044"/>
                <a:gd name="T6" fmla="*/ 254 w 311"/>
                <a:gd name="T7" fmla="*/ 32 h 1044"/>
                <a:gd name="T8" fmla="*/ 256 w 311"/>
                <a:gd name="T9" fmla="*/ 281 h 1044"/>
                <a:gd name="T10" fmla="*/ 258 w 311"/>
                <a:gd name="T11" fmla="*/ 834 h 1044"/>
                <a:gd name="T12" fmla="*/ 254 w 311"/>
                <a:gd name="T13" fmla="*/ 834 h 1044"/>
                <a:gd name="T14" fmla="*/ 71 w 311"/>
                <a:gd name="T15" fmla="*/ 252 h 1044"/>
                <a:gd name="T16" fmla="*/ 54 w 311"/>
                <a:gd name="T17" fmla="*/ 200 h 1044"/>
                <a:gd name="T18" fmla="*/ 26 w 311"/>
                <a:gd name="T19" fmla="*/ 183 h 1044"/>
                <a:gd name="T20" fmla="*/ 4 w 311"/>
                <a:gd name="T21" fmla="*/ 206 h 1044"/>
                <a:gd name="T22" fmla="*/ 4 w 311"/>
                <a:gd name="T23" fmla="*/ 222 h 1044"/>
                <a:gd name="T24" fmla="*/ 3 w 311"/>
                <a:gd name="T25" fmla="*/ 399 h 1044"/>
                <a:gd name="T26" fmla="*/ 0 w 311"/>
                <a:gd name="T27" fmla="*/ 1013 h 1044"/>
                <a:gd name="T28" fmla="*/ 26 w 311"/>
                <a:gd name="T29" fmla="*/ 1042 h 1044"/>
                <a:gd name="T30" fmla="*/ 51 w 311"/>
                <a:gd name="T31" fmla="*/ 1014 h 1044"/>
                <a:gd name="T32" fmla="*/ 53 w 311"/>
                <a:gd name="T33" fmla="*/ 734 h 1044"/>
                <a:gd name="T34" fmla="*/ 54 w 311"/>
                <a:gd name="T35" fmla="*/ 405 h 1044"/>
                <a:gd name="T36" fmla="*/ 55 w 311"/>
                <a:gd name="T37" fmla="*/ 388 h 1044"/>
                <a:gd name="T38" fmla="*/ 59 w 311"/>
                <a:gd name="T39" fmla="*/ 388 h 1044"/>
                <a:gd name="T40" fmla="*/ 61 w 311"/>
                <a:gd name="T41" fmla="*/ 394 h 1044"/>
                <a:gd name="T42" fmla="*/ 202 w 311"/>
                <a:gd name="T43" fmla="*/ 841 h 1044"/>
                <a:gd name="T44" fmla="*/ 260 w 311"/>
                <a:gd name="T45" fmla="*/ 1022 h 1044"/>
                <a:gd name="T46" fmla="*/ 283 w 311"/>
                <a:gd name="T47" fmla="*/ 1043 h 1044"/>
                <a:gd name="T48" fmla="*/ 311 w 311"/>
                <a:gd name="T49" fmla="*/ 1013 h 1044"/>
                <a:gd name="T50" fmla="*/ 308 w 311"/>
                <a:gd name="T51" fmla="*/ 653 h 1044"/>
                <a:gd name="T52" fmla="*/ 306 w 311"/>
                <a:gd name="T53" fmla="*/ 185 h 1044"/>
                <a:gd name="T54" fmla="*/ 257 w 311"/>
                <a:gd name="T55" fmla="*/ 838 h 1044"/>
                <a:gd name="T56" fmla="*/ 258 w 311"/>
                <a:gd name="T57" fmla="*/ 834 h 1044"/>
                <a:gd name="T58" fmla="*/ 258 w 311"/>
                <a:gd name="T59" fmla="*/ 834 h 1044"/>
                <a:gd name="T60" fmla="*/ 257 w 311"/>
                <a:gd name="T61" fmla="*/ 838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1" h="1044">
                  <a:moveTo>
                    <a:pt x="306" y="185"/>
                  </a:moveTo>
                  <a:cubicBezTo>
                    <a:pt x="306" y="134"/>
                    <a:pt x="306" y="83"/>
                    <a:pt x="305" y="32"/>
                  </a:cubicBezTo>
                  <a:cubicBezTo>
                    <a:pt x="305" y="13"/>
                    <a:pt x="295" y="0"/>
                    <a:pt x="279" y="0"/>
                  </a:cubicBezTo>
                  <a:cubicBezTo>
                    <a:pt x="264" y="0"/>
                    <a:pt x="254" y="12"/>
                    <a:pt x="254" y="32"/>
                  </a:cubicBezTo>
                  <a:cubicBezTo>
                    <a:pt x="254" y="115"/>
                    <a:pt x="255" y="198"/>
                    <a:pt x="256" y="281"/>
                  </a:cubicBezTo>
                  <a:cubicBezTo>
                    <a:pt x="257" y="465"/>
                    <a:pt x="258" y="650"/>
                    <a:pt x="258" y="834"/>
                  </a:cubicBezTo>
                  <a:cubicBezTo>
                    <a:pt x="257" y="834"/>
                    <a:pt x="256" y="834"/>
                    <a:pt x="254" y="834"/>
                  </a:cubicBezTo>
                  <a:cubicBezTo>
                    <a:pt x="193" y="640"/>
                    <a:pt x="132" y="446"/>
                    <a:pt x="71" y="252"/>
                  </a:cubicBezTo>
                  <a:cubicBezTo>
                    <a:pt x="65" y="235"/>
                    <a:pt x="60" y="217"/>
                    <a:pt x="54" y="200"/>
                  </a:cubicBezTo>
                  <a:cubicBezTo>
                    <a:pt x="50" y="187"/>
                    <a:pt x="38" y="181"/>
                    <a:pt x="26" y="183"/>
                  </a:cubicBezTo>
                  <a:cubicBezTo>
                    <a:pt x="14" y="184"/>
                    <a:pt x="6" y="193"/>
                    <a:pt x="4" y="206"/>
                  </a:cubicBezTo>
                  <a:cubicBezTo>
                    <a:pt x="4" y="211"/>
                    <a:pt x="4" y="217"/>
                    <a:pt x="4" y="222"/>
                  </a:cubicBezTo>
                  <a:cubicBezTo>
                    <a:pt x="4" y="281"/>
                    <a:pt x="3" y="340"/>
                    <a:pt x="3" y="399"/>
                  </a:cubicBezTo>
                  <a:cubicBezTo>
                    <a:pt x="2" y="604"/>
                    <a:pt x="1" y="808"/>
                    <a:pt x="0" y="1013"/>
                  </a:cubicBezTo>
                  <a:cubicBezTo>
                    <a:pt x="0" y="1030"/>
                    <a:pt x="11" y="1042"/>
                    <a:pt x="26" y="1042"/>
                  </a:cubicBezTo>
                  <a:cubicBezTo>
                    <a:pt x="41" y="1042"/>
                    <a:pt x="51" y="1030"/>
                    <a:pt x="51" y="1014"/>
                  </a:cubicBezTo>
                  <a:cubicBezTo>
                    <a:pt x="52" y="921"/>
                    <a:pt x="53" y="828"/>
                    <a:pt x="53" y="734"/>
                  </a:cubicBezTo>
                  <a:cubicBezTo>
                    <a:pt x="54" y="625"/>
                    <a:pt x="54" y="515"/>
                    <a:pt x="54" y="405"/>
                  </a:cubicBezTo>
                  <a:cubicBezTo>
                    <a:pt x="54" y="399"/>
                    <a:pt x="55" y="394"/>
                    <a:pt x="55" y="388"/>
                  </a:cubicBezTo>
                  <a:cubicBezTo>
                    <a:pt x="57" y="388"/>
                    <a:pt x="58" y="388"/>
                    <a:pt x="59" y="388"/>
                  </a:cubicBezTo>
                  <a:cubicBezTo>
                    <a:pt x="60" y="390"/>
                    <a:pt x="61" y="392"/>
                    <a:pt x="61" y="394"/>
                  </a:cubicBezTo>
                  <a:cubicBezTo>
                    <a:pt x="108" y="543"/>
                    <a:pt x="155" y="692"/>
                    <a:pt x="202" y="841"/>
                  </a:cubicBezTo>
                  <a:cubicBezTo>
                    <a:pt x="222" y="902"/>
                    <a:pt x="241" y="962"/>
                    <a:pt x="260" y="1022"/>
                  </a:cubicBezTo>
                  <a:cubicBezTo>
                    <a:pt x="263" y="1034"/>
                    <a:pt x="270" y="1042"/>
                    <a:pt x="283" y="1043"/>
                  </a:cubicBezTo>
                  <a:cubicBezTo>
                    <a:pt x="300" y="1044"/>
                    <a:pt x="311" y="1033"/>
                    <a:pt x="311" y="1013"/>
                  </a:cubicBezTo>
                  <a:cubicBezTo>
                    <a:pt x="310" y="893"/>
                    <a:pt x="309" y="773"/>
                    <a:pt x="308" y="653"/>
                  </a:cubicBezTo>
                  <a:cubicBezTo>
                    <a:pt x="308" y="497"/>
                    <a:pt x="307" y="341"/>
                    <a:pt x="306" y="185"/>
                  </a:cubicBezTo>
                  <a:close/>
                  <a:moveTo>
                    <a:pt x="257" y="838"/>
                  </a:moveTo>
                  <a:cubicBezTo>
                    <a:pt x="258" y="837"/>
                    <a:pt x="258" y="835"/>
                    <a:pt x="258" y="834"/>
                  </a:cubicBezTo>
                  <a:cubicBezTo>
                    <a:pt x="258" y="834"/>
                    <a:pt x="258" y="834"/>
                    <a:pt x="258" y="834"/>
                  </a:cubicBezTo>
                  <a:cubicBezTo>
                    <a:pt x="258" y="835"/>
                    <a:pt x="258" y="837"/>
                    <a:pt x="257" y="83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2B6A00F2-B69E-ED32-1987-990207FC3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2600" y="3771900"/>
              <a:ext cx="390525" cy="1236663"/>
            </a:xfrm>
            <a:custGeom>
              <a:avLst/>
              <a:gdLst>
                <a:gd name="T0" fmla="*/ 294 w 317"/>
                <a:gd name="T1" fmla="*/ 2 h 1006"/>
                <a:gd name="T2" fmla="*/ 267 w 317"/>
                <a:gd name="T3" fmla="*/ 20 h 1006"/>
                <a:gd name="T4" fmla="*/ 265 w 317"/>
                <a:gd name="T5" fmla="*/ 41 h 1006"/>
                <a:gd name="T6" fmla="*/ 265 w 317"/>
                <a:gd name="T7" fmla="*/ 785 h 1006"/>
                <a:gd name="T8" fmla="*/ 262 w 317"/>
                <a:gd name="T9" fmla="*/ 785 h 1006"/>
                <a:gd name="T10" fmla="*/ 87 w 317"/>
                <a:gd name="T11" fmla="*/ 239 h 1006"/>
                <a:gd name="T12" fmla="*/ 54 w 317"/>
                <a:gd name="T13" fmla="*/ 139 h 1006"/>
                <a:gd name="T14" fmla="*/ 18 w 317"/>
                <a:gd name="T15" fmla="*/ 121 h 1006"/>
                <a:gd name="T16" fmla="*/ 3 w 317"/>
                <a:gd name="T17" fmla="*/ 150 h 1006"/>
                <a:gd name="T18" fmla="*/ 1 w 317"/>
                <a:gd name="T19" fmla="*/ 528 h 1006"/>
                <a:gd name="T20" fmla="*/ 0 w 317"/>
                <a:gd name="T21" fmla="*/ 849 h 1006"/>
                <a:gd name="T22" fmla="*/ 1 w 317"/>
                <a:gd name="T23" fmla="*/ 978 h 1006"/>
                <a:gd name="T24" fmla="*/ 26 w 317"/>
                <a:gd name="T25" fmla="*/ 1005 h 1006"/>
                <a:gd name="T26" fmla="*/ 52 w 317"/>
                <a:gd name="T27" fmla="*/ 980 h 1006"/>
                <a:gd name="T28" fmla="*/ 52 w 317"/>
                <a:gd name="T29" fmla="*/ 970 h 1006"/>
                <a:gd name="T30" fmla="*/ 52 w 317"/>
                <a:gd name="T31" fmla="*/ 829 h 1006"/>
                <a:gd name="T32" fmla="*/ 54 w 317"/>
                <a:gd name="T33" fmla="*/ 354 h 1006"/>
                <a:gd name="T34" fmla="*/ 54 w 317"/>
                <a:gd name="T35" fmla="*/ 320 h 1006"/>
                <a:gd name="T36" fmla="*/ 57 w 317"/>
                <a:gd name="T37" fmla="*/ 319 h 1006"/>
                <a:gd name="T38" fmla="*/ 62 w 317"/>
                <a:gd name="T39" fmla="*/ 330 h 1006"/>
                <a:gd name="T40" fmla="*/ 86 w 317"/>
                <a:gd name="T41" fmla="*/ 405 h 1006"/>
                <a:gd name="T42" fmla="*/ 264 w 317"/>
                <a:gd name="T43" fmla="*/ 957 h 1006"/>
                <a:gd name="T44" fmla="*/ 295 w 317"/>
                <a:gd name="T45" fmla="*/ 983 h 1006"/>
                <a:gd name="T46" fmla="*/ 316 w 317"/>
                <a:gd name="T47" fmla="*/ 948 h 1006"/>
                <a:gd name="T48" fmla="*/ 316 w 317"/>
                <a:gd name="T49" fmla="*/ 37 h 1006"/>
                <a:gd name="T50" fmla="*/ 316 w 317"/>
                <a:gd name="T51" fmla="*/ 25 h 1006"/>
                <a:gd name="T52" fmla="*/ 294 w 317"/>
                <a:gd name="T53" fmla="*/ 2 h 10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7" h="1006">
                  <a:moveTo>
                    <a:pt x="294" y="2"/>
                  </a:moveTo>
                  <a:cubicBezTo>
                    <a:pt x="280" y="0"/>
                    <a:pt x="270" y="7"/>
                    <a:pt x="267" y="20"/>
                  </a:cubicBezTo>
                  <a:cubicBezTo>
                    <a:pt x="265" y="27"/>
                    <a:pt x="265" y="34"/>
                    <a:pt x="265" y="41"/>
                  </a:cubicBezTo>
                  <a:cubicBezTo>
                    <a:pt x="265" y="289"/>
                    <a:pt x="265" y="537"/>
                    <a:pt x="265" y="785"/>
                  </a:cubicBezTo>
                  <a:cubicBezTo>
                    <a:pt x="264" y="785"/>
                    <a:pt x="263" y="785"/>
                    <a:pt x="262" y="785"/>
                  </a:cubicBezTo>
                  <a:cubicBezTo>
                    <a:pt x="204" y="603"/>
                    <a:pt x="145" y="421"/>
                    <a:pt x="87" y="239"/>
                  </a:cubicBezTo>
                  <a:cubicBezTo>
                    <a:pt x="76" y="206"/>
                    <a:pt x="65" y="172"/>
                    <a:pt x="54" y="139"/>
                  </a:cubicBezTo>
                  <a:cubicBezTo>
                    <a:pt x="48" y="121"/>
                    <a:pt x="33" y="114"/>
                    <a:pt x="18" y="121"/>
                  </a:cubicBezTo>
                  <a:cubicBezTo>
                    <a:pt x="6" y="127"/>
                    <a:pt x="3" y="137"/>
                    <a:pt x="3" y="150"/>
                  </a:cubicBezTo>
                  <a:cubicBezTo>
                    <a:pt x="2" y="276"/>
                    <a:pt x="2" y="402"/>
                    <a:pt x="1" y="528"/>
                  </a:cubicBezTo>
                  <a:cubicBezTo>
                    <a:pt x="1" y="635"/>
                    <a:pt x="1" y="742"/>
                    <a:pt x="0" y="849"/>
                  </a:cubicBezTo>
                  <a:cubicBezTo>
                    <a:pt x="0" y="892"/>
                    <a:pt x="0" y="935"/>
                    <a:pt x="1" y="978"/>
                  </a:cubicBezTo>
                  <a:cubicBezTo>
                    <a:pt x="1" y="994"/>
                    <a:pt x="12" y="1005"/>
                    <a:pt x="26" y="1005"/>
                  </a:cubicBezTo>
                  <a:cubicBezTo>
                    <a:pt x="39" y="1006"/>
                    <a:pt x="50" y="995"/>
                    <a:pt x="52" y="980"/>
                  </a:cubicBezTo>
                  <a:cubicBezTo>
                    <a:pt x="52" y="977"/>
                    <a:pt x="52" y="973"/>
                    <a:pt x="52" y="970"/>
                  </a:cubicBezTo>
                  <a:cubicBezTo>
                    <a:pt x="52" y="923"/>
                    <a:pt x="52" y="876"/>
                    <a:pt x="52" y="829"/>
                  </a:cubicBezTo>
                  <a:cubicBezTo>
                    <a:pt x="53" y="670"/>
                    <a:pt x="53" y="512"/>
                    <a:pt x="54" y="354"/>
                  </a:cubicBezTo>
                  <a:cubicBezTo>
                    <a:pt x="54" y="343"/>
                    <a:pt x="54" y="331"/>
                    <a:pt x="54" y="320"/>
                  </a:cubicBezTo>
                  <a:cubicBezTo>
                    <a:pt x="55" y="320"/>
                    <a:pt x="56" y="320"/>
                    <a:pt x="57" y="319"/>
                  </a:cubicBezTo>
                  <a:cubicBezTo>
                    <a:pt x="59" y="323"/>
                    <a:pt x="60" y="327"/>
                    <a:pt x="62" y="330"/>
                  </a:cubicBezTo>
                  <a:cubicBezTo>
                    <a:pt x="70" y="355"/>
                    <a:pt x="78" y="380"/>
                    <a:pt x="86" y="405"/>
                  </a:cubicBezTo>
                  <a:cubicBezTo>
                    <a:pt x="145" y="589"/>
                    <a:pt x="204" y="773"/>
                    <a:pt x="264" y="957"/>
                  </a:cubicBezTo>
                  <a:cubicBezTo>
                    <a:pt x="270" y="978"/>
                    <a:pt x="279" y="985"/>
                    <a:pt x="295" y="983"/>
                  </a:cubicBezTo>
                  <a:cubicBezTo>
                    <a:pt x="310" y="981"/>
                    <a:pt x="316" y="971"/>
                    <a:pt x="316" y="948"/>
                  </a:cubicBezTo>
                  <a:cubicBezTo>
                    <a:pt x="316" y="644"/>
                    <a:pt x="316" y="340"/>
                    <a:pt x="316" y="37"/>
                  </a:cubicBezTo>
                  <a:cubicBezTo>
                    <a:pt x="316" y="33"/>
                    <a:pt x="317" y="29"/>
                    <a:pt x="316" y="25"/>
                  </a:cubicBezTo>
                  <a:cubicBezTo>
                    <a:pt x="315" y="12"/>
                    <a:pt x="306" y="3"/>
                    <a:pt x="294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413EDDCE-2DCE-7864-93D2-8A744E0B35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83225" y="3930650"/>
              <a:ext cx="555625" cy="1052513"/>
            </a:xfrm>
            <a:custGeom>
              <a:avLst/>
              <a:gdLst>
                <a:gd name="T0" fmla="*/ 408 w 452"/>
                <a:gd name="T1" fmla="*/ 658 h 857"/>
                <a:gd name="T2" fmla="*/ 377 w 452"/>
                <a:gd name="T3" fmla="*/ 659 h 857"/>
                <a:gd name="T4" fmla="*/ 358 w 452"/>
                <a:gd name="T5" fmla="*/ 643 h 857"/>
                <a:gd name="T6" fmla="*/ 256 w 452"/>
                <a:gd name="T7" fmla="*/ 52 h 857"/>
                <a:gd name="T8" fmla="*/ 248 w 452"/>
                <a:gd name="T9" fmla="*/ 17 h 857"/>
                <a:gd name="T10" fmla="*/ 224 w 452"/>
                <a:gd name="T11" fmla="*/ 0 h 857"/>
                <a:gd name="T12" fmla="*/ 201 w 452"/>
                <a:gd name="T13" fmla="*/ 17 h 857"/>
                <a:gd name="T14" fmla="*/ 197 w 452"/>
                <a:gd name="T15" fmla="*/ 30 h 857"/>
                <a:gd name="T16" fmla="*/ 64 w 452"/>
                <a:gd name="T17" fmla="*/ 571 h 857"/>
                <a:gd name="T18" fmla="*/ 5 w 452"/>
                <a:gd name="T19" fmla="*/ 815 h 857"/>
                <a:gd name="T20" fmla="*/ 21 w 452"/>
                <a:gd name="T21" fmla="*/ 853 h 857"/>
                <a:gd name="T22" fmla="*/ 55 w 452"/>
                <a:gd name="T23" fmla="*/ 828 h 857"/>
                <a:gd name="T24" fmla="*/ 71 w 452"/>
                <a:gd name="T25" fmla="*/ 758 h 857"/>
                <a:gd name="T26" fmla="*/ 91 w 452"/>
                <a:gd name="T27" fmla="*/ 743 h 857"/>
                <a:gd name="T28" fmla="*/ 311 w 452"/>
                <a:gd name="T29" fmla="*/ 745 h 857"/>
                <a:gd name="T30" fmla="*/ 326 w 452"/>
                <a:gd name="T31" fmla="*/ 758 h 857"/>
                <a:gd name="T32" fmla="*/ 340 w 452"/>
                <a:gd name="T33" fmla="*/ 834 h 857"/>
                <a:gd name="T34" fmla="*/ 363 w 452"/>
                <a:gd name="T35" fmla="*/ 856 h 857"/>
                <a:gd name="T36" fmla="*/ 388 w 452"/>
                <a:gd name="T37" fmla="*/ 840 h 857"/>
                <a:gd name="T38" fmla="*/ 389 w 452"/>
                <a:gd name="T39" fmla="*/ 817 h 857"/>
                <a:gd name="T40" fmla="*/ 378 w 452"/>
                <a:gd name="T41" fmla="*/ 759 h 857"/>
                <a:gd name="T42" fmla="*/ 390 w 452"/>
                <a:gd name="T43" fmla="*/ 746 h 857"/>
                <a:gd name="T44" fmla="*/ 409 w 452"/>
                <a:gd name="T45" fmla="*/ 746 h 857"/>
                <a:gd name="T46" fmla="*/ 451 w 452"/>
                <a:gd name="T47" fmla="*/ 702 h 857"/>
                <a:gd name="T48" fmla="*/ 408 w 452"/>
                <a:gd name="T49" fmla="*/ 658 h 857"/>
                <a:gd name="T50" fmla="*/ 97 w 452"/>
                <a:gd name="T51" fmla="*/ 655 h 857"/>
                <a:gd name="T52" fmla="*/ 218 w 452"/>
                <a:gd name="T53" fmla="*/ 161 h 857"/>
                <a:gd name="T54" fmla="*/ 222 w 452"/>
                <a:gd name="T55" fmla="*/ 161 h 857"/>
                <a:gd name="T56" fmla="*/ 308 w 452"/>
                <a:gd name="T57" fmla="*/ 655 h 857"/>
                <a:gd name="T58" fmla="*/ 97 w 452"/>
                <a:gd name="T59" fmla="*/ 655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52" h="857">
                  <a:moveTo>
                    <a:pt x="408" y="658"/>
                  </a:moveTo>
                  <a:cubicBezTo>
                    <a:pt x="397" y="658"/>
                    <a:pt x="387" y="657"/>
                    <a:pt x="377" y="659"/>
                  </a:cubicBezTo>
                  <a:cubicBezTo>
                    <a:pt x="364" y="660"/>
                    <a:pt x="360" y="655"/>
                    <a:pt x="358" y="643"/>
                  </a:cubicBezTo>
                  <a:cubicBezTo>
                    <a:pt x="324" y="446"/>
                    <a:pt x="290" y="249"/>
                    <a:pt x="256" y="52"/>
                  </a:cubicBezTo>
                  <a:cubicBezTo>
                    <a:pt x="254" y="40"/>
                    <a:pt x="252" y="28"/>
                    <a:pt x="248" y="17"/>
                  </a:cubicBezTo>
                  <a:cubicBezTo>
                    <a:pt x="245" y="5"/>
                    <a:pt x="236" y="0"/>
                    <a:pt x="224" y="0"/>
                  </a:cubicBezTo>
                  <a:cubicBezTo>
                    <a:pt x="212" y="1"/>
                    <a:pt x="204" y="7"/>
                    <a:pt x="201" y="17"/>
                  </a:cubicBezTo>
                  <a:cubicBezTo>
                    <a:pt x="199" y="21"/>
                    <a:pt x="198" y="26"/>
                    <a:pt x="197" y="30"/>
                  </a:cubicBezTo>
                  <a:cubicBezTo>
                    <a:pt x="153" y="210"/>
                    <a:pt x="109" y="391"/>
                    <a:pt x="64" y="571"/>
                  </a:cubicBezTo>
                  <a:cubicBezTo>
                    <a:pt x="44" y="653"/>
                    <a:pt x="24" y="734"/>
                    <a:pt x="5" y="815"/>
                  </a:cubicBezTo>
                  <a:cubicBezTo>
                    <a:pt x="0" y="835"/>
                    <a:pt x="6" y="849"/>
                    <a:pt x="21" y="853"/>
                  </a:cubicBezTo>
                  <a:cubicBezTo>
                    <a:pt x="37" y="857"/>
                    <a:pt x="50" y="847"/>
                    <a:pt x="55" y="828"/>
                  </a:cubicBezTo>
                  <a:cubicBezTo>
                    <a:pt x="60" y="805"/>
                    <a:pt x="67" y="781"/>
                    <a:pt x="71" y="758"/>
                  </a:cubicBezTo>
                  <a:cubicBezTo>
                    <a:pt x="74" y="746"/>
                    <a:pt x="79" y="743"/>
                    <a:pt x="91" y="743"/>
                  </a:cubicBezTo>
                  <a:cubicBezTo>
                    <a:pt x="164" y="744"/>
                    <a:pt x="238" y="745"/>
                    <a:pt x="311" y="745"/>
                  </a:cubicBezTo>
                  <a:cubicBezTo>
                    <a:pt x="321" y="745"/>
                    <a:pt x="325" y="748"/>
                    <a:pt x="326" y="758"/>
                  </a:cubicBezTo>
                  <a:cubicBezTo>
                    <a:pt x="330" y="783"/>
                    <a:pt x="335" y="809"/>
                    <a:pt x="340" y="834"/>
                  </a:cubicBezTo>
                  <a:cubicBezTo>
                    <a:pt x="342" y="847"/>
                    <a:pt x="351" y="855"/>
                    <a:pt x="363" y="856"/>
                  </a:cubicBezTo>
                  <a:cubicBezTo>
                    <a:pt x="375" y="856"/>
                    <a:pt x="384" y="851"/>
                    <a:pt x="388" y="840"/>
                  </a:cubicBezTo>
                  <a:cubicBezTo>
                    <a:pt x="391" y="833"/>
                    <a:pt x="390" y="825"/>
                    <a:pt x="389" y="817"/>
                  </a:cubicBezTo>
                  <a:cubicBezTo>
                    <a:pt x="386" y="798"/>
                    <a:pt x="382" y="778"/>
                    <a:pt x="378" y="759"/>
                  </a:cubicBezTo>
                  <a:cubicBezTo>
                    <a:pt x="376" y="748"/>
                    <a:pt x="380" y="745"/>
                    <a:pt x="390" y="746"/>
                  </a:cubicBezTo>
                  <a:cubicBezTo>
                    <a:pt x="396" y="746"/>
                    <a:pt x="403" y="746"/>
                    <a:pt x="409" y="746"/>
                  </a:cubicBezTo>
                  <a:cubicBezTo>
                    <a:pt x="433" y="744"/>
                    <a:pt x="451" y="725"/>
                    <a:pt x="451" y="702"/>
                  </a:cubicBezTo>
                  <a:cubicBezTo>
                    <a:pt x="452" y="678"/>
                    <a:pt x="432" y="658"/>
                    <a:pt x="408" y="658"/>
                  </a:cubicBezTo>
                  <a:close/>
                  <a:moveTo>
                    <a:pt x="97" y="655"/>
                  </a:moveTo>
                  <a:cubicBezTo>
                    <a:pt x="138" y="489"/>
                    <a:pt x="178" y="325"/>
                    <a:pt x="218" y="161"/>
                  </a:cubicBezTo>
                  <a:cubicBezTo>
                    <a:pt x="219" y="161"/>
                    <a:pt x="221" y="161"/>
                    <a:pt x="222" y="161"/>
                  </a:cubicBezTo>
                  <a:cubicBezTo>
                    <a:pt x="251" y="325"/>
                    <a:pt x="279" y="489"/>
                    <a:pt x="308" y="655"/>
                  </a:cubicBezTo>
                  <a:cubicBezTo>
                    <a:pt x="237" y="655"/>
                    <a:pt x="169" y="655"/>
                    <a:pt x="97" y="6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C5F7C003-4E46-1ECD-A993-6AC12C4273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65588" y="3922713"/>
              <a:ext cx="554038" cy="1060450"/>
            </a:xfrm>
            <a:custGeom>
              <a:avLst/>
              <a:gdLst>
                <a:gd name="T0" fmla="*/ 406 w 451"/>
                <a:gd name="T1" fmla="*/ 663 h 864"/>
                <a:gd name="T2" fmla="*/ 373 w 451"/>
                <a:gd name="T3" fmla="*/ 663 h 864"/>
                <a:gd name="T4" fmla="*/ 358 w 451"/>
                <a:gd name="T5" fmla="*/ 650 h 864"/>
                <a:gd name="T6" fmla="*/ 299 w 451"/>
                <a:gd name="T7" fmla="*/ 308 h 864"/>
                <a:gd name="T8" fmla="*/ 274 w 451"/>
                <a:gd name="T9" fmla="*/ 165 h 864"/>
                <a:gd name="T10" fmla="*/ 249 w 451"/>
                <a:gd name="T11" fmla="*/ 27 h 864"/>
                <a:gd name="T12" fmla="*/ 214 w 451"/>
                <a:gd name="T13" fmla="*/ 6 h 864"/>
                <a:gd name="T14" fmla="*/ 197 w 451"/>
                <a:gd name="T15" fmla="*/ 31 h 864"/>
                <a:gd name="T16" fmla="*/ 49 w 451"/>
                <a:gd name="T17" fmla="*/ 635 h 864"/>
                <a:gd name="T18" fmla="*/ 3 w 451"/>
                <a:gd name="T19" fmla="*/ 821 h 864"/>
                <a:gd name="T20" fmla="*/ 11 w 451"/>
                <a:gd name="T21" fmla="*/ 852 h 864"/>
                <a:gd name="T22" fmla="*/ 53 w 451"/>
                <a:gd name="T23" fmla="*/ 836 h 864"/>
                <a:gd name="T24" fmla="*/ 70 w 451"/>
                <a:gd name="T25" fmla="*/ 762 h 864"/>
                <a:gd name="T26" fmla="*/ 89 w 451"/>
                <a:gd name="T27" fmla="*/ 748 h 864"/>
                <a:gd name="T28" fmla="*/ 306 w 451"/>
                <a:gd name="T29" fmla="*/ 749 h 864"/>
                <a:gd name="T30" fmla="*/ 326 w 451"/>
                <a:gd name="T31" fmla="*/ 767 h 864"/>
                <a:gd name="T32" fmla="*/ 338 w 451"/>
                <a:gd name="T33" fmla="*/ 837 h 864"/>
                <a:gd name="T34" fmla="*/ 366 w 451"/>
                <a:gd name="T35" fmla="*/ 860 h 864"/>
                <a:gd name="T36" fmla="*/ 389 w 451"/>
                <a:gd name="T37" fmla="*/ 837 h 864"/>
                <a:gd name="T38" fmla="*/ 388 w 451"/>
                <a:gd name="T39" fmla="*/ 824 h 864"/>
                <a:gd name="T40" fmla="*/ 376 w 451"/>
                <a:gd name="T41" fmla="*/ 750 h 864"/>
                <a:gd name="T42" fmla="*/ 408 w 451"/>
                <a:gd name="T43" fmla="*/ 750 h 864"/>
                <a:gd name="T44" fmla="*/ 450 w 451"/>
                <a:gd name="T45" fmla="*/ 704 h 864"/>
                <a:gd name="T46" fmla="*/ 406 w 451"/>
                <a:gd name="T47" fmla="*/ 663 h 864"/>
                <a:gd name="T48" fmla="*/ 96 w 451"/>
                <a:gd name="T49" fmla="*/ 659 h 864"/>
                <a:gd name="T50" fmla="*/ 217 w 451"/>
                <a:gd name="T51" fmla="*/ 164 h 864"/>
                <a:gd name="T52" fmla="*/ 221 w 451"/>
                <a:gd name="T53" fmla="*/ 164 h 864"/>
                <a:gd name="T54" fmla="*/ 307 w 451"/>
                <a:gd name="T55" fmla="*/ 659 h 864"/>
                <a:gd name="T56" fmla="*/ 96 w 451"/>
                <a:gd name="T57" fmla="*/ 659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1" h="864">
                  <a:moveTo>
                    <a:pt x="406" y="663"/>
                  </a:moveTo>
                  <a:cubicBezTo>
                    <a:pt x="395" y="663"/>
                    <a:pt x="384" y="662"/>
                    <a:pt x="373" y="663"/>
                  </a:cubicBezTo>
                  <a:cubicBezTo>
                    <a:pt x="364" y="663"/>
                    <a:pt x="360" y="660"/>
                    <a:pt x="358" y="650"/>
                  </a:cubicBezTo>
                  <a:cubicBezTo>
                    <a:pt x="339" y="536"/>
                    <a:pt x="319" y="422"/>
                    <a:pt x="299" y="308"/>
                  </a:cubicBezTo>
                  <a:cubicBezTo>
                    <a:pt x="290" y="261"/>
                    <a:pt x="282" y="213"/>
                    <a:pt x="274" y="165"/>
                  </a:cubicBezTo>
                  <a:cubicBezTo>
                    <a:pt x="266" y="119"/>
                    <a:pt x="258" y="73"/>
                    <a:pt x="249" y="27"/>
                  </a:cubicBezTo>
                  <a:cubicBezTo>
                    <a:pt x="246" y="9"/>
                    <a:pt x="230" y="0"/>
                    <a:pt x="214" y="6"/>
                  </a:cubicBezTo>
                  <a:cubicBezTo>
                    <a:pt x="203" y="11"/>
                    <a:pt x="199" y="21"/>
                    <a:pt x="197" y="31"/>
                  </a:cubicBezTo>
                  <a:cubicBezTo>
                    <a:pt x="148" y="233"/>
                    <a:pt x="98" y="434"/>
                    <a:pt x="49" y="635"/>
                  </a:cubicBezTo>
                  <a:cubicBezTo>
                    <a:pt x="34" y="697"/>
                    <a:pt x="19" y="759"/>
                    <a:pt x="3" y="821"/>
                  </a:cubicBezTo>
                  <a:cubicBezTo>
                    <a:pt x="0" y="833"/>
                    <a:pt x="1" y="844"/>
                    <a:pt x="11" y="852"/>
                  </a:cubicBezTo>
                  <a:cubicBezTo>
                    <a:pt x="26" y="864"/>
                    <a:pt x="47" y="856"/>
                    <a:pt x="53" y="836"/>
                  </a:cubicBezTo>
                  <a:cubicBezTo>
                    <a:pt x="59" y="811"/>
                    <a:pt x="65" y="787"/>
                    <a:pt x="70" y="762"/>
                  </a:cubicBezTo>
                  <a:cubicBezTo>
                    <a:pt x="73" y="750"/>
                    <a:pt x="78" y="747"/>
                    <a:pt x="89" y="748"/>
                  </a:cubicBezTo>
                  <a:cubicBezTo>
                    <a:pt x="162" y="749"/>
                    <a:pt x="234" y="749"/>
                    <a:pt x="306" y="749"/>
                  </a:cubicBezTo>
                  <a:cubicBezTo>
                    <a:pt x="320" y="749"/>
                    <a:pt x="325" y="753"/>
                    <a:pt x="326" y="767"/>
                  </a:cubicBezTo>
                  <a:cubicBezTo>
                    <a:pt x="329" y="790"/>
                    <a:pt x="334" y="814"/>
                    <a:pt x="338" y="837"/>
                  </a:cubicBezTo>
                  <a:cubicBezTo>
                    <a:pt x="341" y="852"/>
                    <a:pt x="353" y="861"/>
                    <a:pt x="366" y="860"/>
                  </a:cubicBezTo>
                  <a:cubicBezTo>
                    <a:pt x="378" y="859"/>
                    <a:pt x="388" y="849"/>
                    <a:pt x="389" y="837"/>
                  </a:cubicBezTo>
                  <a:cubicBezTo>
                    <a:pt x="390" y="833"/>
                    <a:pt x="389" y="828"/>
                    <a:pt x="388" y="824"/>
                  </a:cubicBezTo>
                  <a:cubicBezTo>
                    <a:pt x="384" y="800"/>
                    <a:pt x="380" y="776"/>
                    <a:pt x="376" y="750"/>
                  </a:cubicBezTo>
                  <a:cubicBezTo>
                    <a:pt x="388" y="750"/>
                    <a:pt x="398" y="750"/>
                    <a:pt x="408" y="750"/>
                  </a:cubicBezTo>
                  <a:cubicBezTo>
                    <a:pt x="433" y="749"/>
                    <a:pt x="451" y="729"/>
                    <a:pt x="450" y="704"/>
                  </a:cubicBezTo>
                  <a:cubicBezTo>
                    <a:pt x="449" y="680"/>
                    <a:pt x="430" y="662"/>
                    <a:pt x="406" y="663"/>
                  </a:cubicBezTo>
                  <a:close/>
                  <a:moveTo>
                    <a:pt x="96" y="659"/>
                  </a:moveTo>
                  <a:cubicBezTo>
                    <a:pt x="137" y="492"/>
                    <a:pt x="177" y="328"/>
                    <a:pt x="217" y="164"/>
                  </a:cubicBezTo>
                  <a:cubicBezTo>
                    <a:pt x="219" y="164"/>
                    <a:pt x="220" y="164"/>
                    <a:pt x="221" y="164"/>
                  </a:cubicBezTo>
                  <a:cubicBezTo>
                    <a:pt x="250" y="328"/>
                    <a:pt x="278" y="493"/>
                    <a:pt x="307" y="659"/>
                  </a:cubicBezTo>
                  <a:cubicBezTo>
                    <a:pt x="237" y="659"/>
                    <a:pt x="168" y="659"/>
                    <a:pt x="96" y="6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33DA6AAC-AE24-4A6D-DFE3-BA91EBF7E9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19963" y="3983038"/>
              <a:ext cx="555625" cy="1054100"/>
            </a:xfrm>
            <a:custGeom>
              <a:avLst/>
              <a:gdLst>
                <a:gd name="T0" fmla="*/ 406 w 452"/>
                <a:gd name="T1" fmla="*/ 657 h 858"/>
                <a:gd name="T2" fmla="*/ 372 w 452"/>
                <a:gd name="T3" fmla="*/ 658 h 858"/>
                <a:gd name="T4" fmla="*/ 358 w 452"/>
                <a:gd name="T5" fmla="*/ 645 h 858"/>
                <a:gd name="T6" fmla="*/ 273 w 452"/>
                <a:gd name="T7" fmla="*/ 150 h 858"/>
                <a:gd name="T8" fmla="*/ 251 w 452"/>
                <a:gd name="T9" fmla="*/ 24 h 858"/>
                <a:gd name="T10" fmla="*/ 227 w 452"/>
                <a:gd name="T11" fmla="*/ 1 h 858"/>
                <a:gd name="T12" fmla="*/ 200 w 452"/>
                <a:gd name="T13" fmla="*/ 21 h 858"/>
                <a:gd name="T14" fmla="*/ 198 w 452"/>
                <a:gd name="T15" fmla="*/ 30 h 858"/>
                <a:gd name="T16" fmla="*/ 5 w 452"/>
                <a:gd name="T17" fmla="*/ 817 h 858"/>
                <a:gd name="T18" fmla="*/ 23 w 452"/>
                <a:gd name="T19" fmla="*/ 854 h 858"/>
                <a:gd name="T20" fmla="*/ 55 w 452"/>
                <a:gd name="T21" fmla="*/ 830 h 858"/>
                <a:gd name="T22" fmla="*/ 73 w 452"/>
                <a:gd name="T23" fmla="*/ 757 h 858"/>
                <a:gd name="T24" fmla="*/ 80 w 452"/>
                <a:gd name="T25" fmla="*/ 745 h 858"/>
                <a:gd name="T26" fmla="*/ 106 w 452"/>
                <a:gd name="T27" fmla="*/ 745 h 858"/>
                <a:gd name="T28" fmla="*/ 303 w 452"/>
                <a:gd name="T29" fmla="*/ 746 h 858"/>
                <a:gd name="T30" fmla="*/ 326 w 452"/>
                <a:gd name="T31" fmla="*/ 766 h 858"/>
                <a:gd name="T32" fmla="*/ 337 w 452"/>
                <a:gd name="T33" fmla="*/ 826 h 858"/>
                <a:gd name="T34" fmla="*/ 365 w 452"/>
                <a:gd name="T35" fmla="*/ 846 h 858"/>
                <a:gd name="T36" fmla="*/ 386 w 452"/>
                <a:gd name="T37" fmla="*/ 820 h 858"/>
                <a:gd name="T38" fmla="*/ 384 w 452"/>
                <a:gd name="T39" fmla="*/ 805 h 858"/>
                <a:gd name="T40" fmla="*/ 376 w 452"/>
                <a:gd name="T41" fmla="*/ 747 h 858"/>
                <a:gd name="T42" fmla="*/ 405 w 452"/>
                <a:gd name="T43" fmla="*/ 747 h 858"/>
                <a:gd name="T44" fmla="*/ 451 w 452"/>
                <a:gd name="T45" fmla="*/ 703 h 858"/>
                <a:gd name="T46" fmla="*/ 406 w 452"/>
                <a:gd name="T47" fmla="*/ 657 h 858"/>
                <a:gd name="T48" fmla="*/ 98 w 452"/>
                <a:gd name="T49" fmla="*/ 655 h 858"/>
                <a:gd name="T50" fmla="*/ 219 w 452"/>
                <a:gd name="T51" fmla="*/ 161 h 858"/>
                <a:gd name="T52" fmla="*/ 222 w 452"/>
                <a:gd name="T53" fmla="*/ 161 h 858"/>
                <a:gd name="T54" fmla="*/ 307 w 452"/>
                <a:gd name="T55" fmla="*/ 655 h 858"/>
                <a:gd name="T56" fmla="*/ 98 w 452"/>
                <a:gd name="T57" fmla="*/ 655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2" h="858">
                  <a:moveTo>
                    <a:pt x="406" y="657"/>
                  </a:moveTo>
                  <a:cubicBezTo>
                    <a:pt x="395" y="657"/>
                    <a:pt x="383" y="657"/>
                    <a:pt x="372" y="658"/>
                  </a:cubicBezTo>
                  <a:cubicBezTo>
                    <a:pt x="362" y="658"/>
                    <a:pt x="359" y="654"/>
                    <a:pt x="358" y="645"/>
                  </a:cubicBezTo>
                  <a:cubicBezTo>
                    <a:pt x="329" y="480"/>
                    <a:pt x="301" y="315"/>
                    <a:pt x="273" y="150"/>
                  </a:cubicBezTo>
                  <a:cubicBezTo>
                    <a:pt x="265" y="108"/>
                    <a:pt x="258" y="66"/>
                    <a:pt x="251" y="24"/>
                  </a:cubicBezTo>
                  <a:cubicBezTo>
                    <a:pt x="248" y="9"/>
                    <a:pt x="240" y="1"/>
                    <a:pt x="227" y="1"/>
                  </a:cubicBezTo>
                  <a:cubicBezTo>
                    <a:pt x="214" y="0"/>
                    <a:pt x="205" y="7"/>
                    <a:pt x="200" y="21"/>
                  </a:cubicBezTo>
                  <a:cubicBezTo>
                    <a:pt x="199" y="24"/>
                    <a:pt x="199" y="27"/>
                    <a:pt x="198" y="30"/>
                  </a:cubicBezTo>
                  <a:cubicBezTo>
                    <a:pt x="134" y="292"/>
                    <a:pt x="69" y="555"/>
                    <a:pt x="5" y="817"/>
                  </a:cubicBezTo>
                  <a:cubicBezTo>
                    <a:pt x="0" y="836"/>
                    <a:pt x="7" y="849"/>
                    <a:pt x="23" y="854"/>
                  </a:cubicBezTo>
                  <a:cubicBezTo>
                    <a:pt x="37" y="858"/>
                    <a:pt x="50" y="848"/>
                    <a:pt x="55" y="830"/>
                  </a:cubicBezTo>
                  <a:cubicBezTo>
                    <a:pt x="61" y="806"/>
                    <a:pt x="66" y="781"/>
                    <a:pt x="73" y="757"/>
                  </a:cubicBezTo>
                  <a:cubicBezTo>
                    <a:pt x="74" y="752"/>
                    <a:pt x="78" y="749"/>
                    <a:pt x="80" y="745"/>
                  </a:cubicBezTo>
                  <a:cubicBezTo>
                    <a:pt x="89" y="745"/>
                    <a:pt x="97" y="745"/>
                    <a:pt x="106" y="745"/>
                  </a:cubicBezTo>
                  <a:cubicBezTo>
                    <a:pt x="172" y="745"/>
                    <a:pt x="238" y="745"/>
                    <a:pt x="303" y="746"/>
                  </a:cubicBezTo>
                  <a:cubicBezTo>
                    <a:pt x="323" y="746"/>
                    <a:pt x="323" y="746"/>
                    <a:pt x="326" y="766"/>
                  </a:cubicBezTo>
                  <a:cubicBezTo>
                    <a:pt x="330" y="786"/>
                    <a:pt x="333" y="806"/>
                    <a:pt x="337" y="826"/>
                  </a:cubicBezTo>
                  <a:cubicBezTo>
                    <a:pt x="340" y="840"/>
                    <a:pt x="351" y="847"/>
                    <a:pt x="365" y="846"/>
                  </a:cubicBezTo>
                  <a:cubicBezTo>
                    <a:pt x="378" y="844"/>
                    <a:pt x="386" y="836"/>
                    <a:pt x="386" y="820"/>
                  </a:cubicBezTo>
                  <a:cubicBezTo>
                    <a:pt x="386" y="815"/>
                    <a:pt x="385" y="810"/>
                    <a:pt x="384" y="805"/>
                  </a:cubicBezTo>
                  <a:cubicBezTo>
                    <a:pt x="381" y="786"/>
                    <a:pt x="379" y="768"/>
                    <a:pt x="376" y="747"/>
                  </a:cubicBezTo>
                  <a:cubicBezTo>
                    <a:pt x="387" y="747"/>
                    <a:pt x="396" y="747"/>
                    <a:pt x="405" y="747"/>
                  </a:cubicBezTo>
                  <a:cubicBezTo>
                    <a:pt x="432" y="746"/>
                    <a:pt x="451" y="729"/>
                    <a:pt x="451" y="703"/>
                  </a:cubicBezTo>
                  <a:cubicBezTo>
                    <a:pt x="452" y="678"/>
                    <a:pt x="433" y="658"/>
                    <a:pt x="406" y="657"/>
                  </a:cubicBezTo>
                  <a:close/>
                  <a:moveTo>
                    <a:pt x="98" y="655"/>
                  </a:moveTo>
                  <a:cubicBezTo>
                    <a:pt x="138" y="489"/>
                    <a:pt x="179" y="325"/>
                    <a:pt x="219" y="161"/>
                  </a:cubicBezTo>
                  <a:cubicBezTo>
                    <a:pt x="220" y="161"/>
                    <a:pt x="221" y="161"/>
                    <a:pt x="222" y="161"/>
                  </a:cubicBezTo>
                  <a:cubicBezTo>
                    <a:pt x="251" y="326"/>
                    <a:pt x="279" y="490"/>
                    <a:pt x="307" y="655"/>
                  </a:cubicBezTo>
                  <a:cubicBezTo>
                    <a:pt x="237" y="655"/>
                    <a:pt x="169" y="655"/>
                    <a:pt x="98" y="6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581F8FC0-F661-18E6-5BC7-057DB5787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6450" y="3135313"/>
              <a:ext cx="979488" cy="495300"/>
            </a:xfrm>
            <a:custGeom>
              <a:avLst/>
              <a:gdLst>
                <a:gd name="T0" fmla="*/ 763 w 795"/>
                <a:gd name="T1" fmla="*/ 319 h 402"/>
                <a:gd name="T2" fmla="*/ 655 w 795"/>
                <a:gd name="T3" fmla="*/ 146 h 402"/>
                <a:gd name="T4" fmla="*/ 430 w 795"/>
                <a:gd name="T5" fmla="*/ 11 h 402"/>
                <a:gd name="T6" fmla="*/ 312 w 795"/>
                <a:gd name="T7" fmla="*/ 7 h 402"/>
                <a:gd name="T8" fmla="*/ 175 w 795"/>
                <a:gd name="T9" fmla="*/ 83 h 402"/>
                <a:gd name="T10" fmla="*/ 85 w 795"/>
                <a:gd name="T11" fmla="*/ 202 h 402"/>
                <a:gd name="T12" fmla="*/ 0 w 795"/>
                <a:gd name="T13" fmla="*/ 388 h 402"/>
                <a:gd name="T14" fmla="*/ 57 w 795"/>
                <a:gd name="T15" fmla="*/ 399 h 402"/>
                <a:gd name="T16" fmla="*/ 96 w 795"/>
                <a:gd name="T17" fmla="*/ 380 h 402"/>
                <a:gd name="T18" fmla="*/ 114 w 795"/>
                <a:gd name="T19" fmla="*/ 347 h 402"/>
                <a:gd name="T20" fmla="*/ 163 w 795"/>
                <a:gd name="T21" fmla="*/ 239 h 402"/>
                <a:gd name="T22" fmla="*/ 546 w 795"/>
                <a:gd name="T23" fmla="*/ 161 h 402"/>
                <a:gd name="T24" fmla="*/ 631 w 795"/>
                <a:gd name="T25" fmla="*/ 270 h 402"/>
                <a:gd name="T26" fmla="*/ 690 w 795"/>
                <a:gd name="T27" fmla="*/ 391 h 402"/>
                <a:gd name="T28" fmla="*/ 700 w 795"/>
                <a:gd name="T29" fmla="*/ 401 h 402"/>
                <a:gd name="T30" fmla="*/ 765 w 795"/>
                <a:gd name="T31" fmla="*/ 401 h 402"/>
                <a:gd name="T32" fmla="*/ 795 w 795"/>
                <a:gd name="T33" fmla="*/ 393 h 402"/>
                <a:gd name="T34" fmla="*/ 763 w 795"/>
                <a:gd name="T35" fmla="*/ 319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95" h="402">
                  <a:moveTo>
                    <a:pt x="763" y="319"/>
                  </a:moveTo>
                  <a:cubicBezTo>
                    <a:pt x="740" y="253"/>
                    <a:pt x="702" y="196"/>
                    <a:pt x="655" y="146"/>
                  </a:cubicBezTo>
                  <a:cubicBezTo>
                    <a:pt x="593" y="79"/>
                    <a:pt x="520" y="31"/>
                    <a:pt x="430" y="11"/>
                  </a:cubicBezTo>
                  <a:cubicBezTo>
                    <a:pt x="391" y="2"/>
                    <a:pt x="351" y="0"/>
                    <a:pt x="312" y="7"/>
                  </a:cubicBezTo>
                  <a:cubicBezTo>
                    <a:pt x="258" y="16"/>
                    <a:pt x="214" y="45"/>
                    <a:pt x="175" y="83"/>
                  </a:cubicBezTo>
                  <a:cubicBezTo>
                    <a:pt x="138" y="118"/>
                    <a:pt x="110" y="159"/>
                    <a:pt x="85" y="202"/>
                  </a:cubicBezTo>
                  <a:cubicBezTo>
                    <a:pt x="51" y="260"/>
                    <a:pt x="26" y="322"/>
                    <a:pt x="0" y="388"/>
                  </a:cubicBezTo>
                  <a:cubicBezTo>
                    <a:pt x="20" y="392"/>
                    <a:pt x="39" y="396"/>
                    <a:pt x="57" y="399"/>
                  </a:cubicBezTo>
                  <a:cubicBezTo>
                    <a:pt x="74" y="401"/>
                    <a:pt x="87" y="394"/>
                    <a:pt x="96" y="380"/>
                  </a:cubicBezTo>
                  <a:cubicBezTo>
                    <a:pt x="103" y="369"/>
                    <a:pt x="109" y="358"/>
                    <a:pt x="114" y="347"/>
                  </a:cubicBezTo>
                  <a:cubicBezTo>
                    <a:pt x="131" y="311"/>
                    <a:pt x="145" y="274"/>
                    <a:pt x="163" y="239"/>
                  </a:cubicBezTo>
                  <a:cubicBezTo>
                    <a:pt x="240" y="91"/>
                    <a:pt x="424" y="69"/>
                    <a:pt x="546" y="161"/>
                  </a:cubicBezTo>
                  <a:cubicBezTo>
                    <a:pt x="584" y="190"/>
                    <a:pt x="610" y="229"/>
                    <a:pt x="631" y="270"/>
                  </a:cubicBezTo>
                  <a:cubicBezTo>
                    <a:pt x="652" y="310"/>
                    <a:pt x="670" y="351"/>
                    <a:pt x="690" y="391"/>
                  </a:cubicBezTo>
                  <a:cubicBezTo>
                    <a:pt x="692" y="395"/>
                    <a:pt x="697" y="401"/>
                    <a:pt x="700" y="401"/>
                  </a:cubicBezTo>
                  <a:cubicBezTo>
                    <a:pt x="722" y="402"/>
                    <a:pt x="744" y="402"/>
                    <a:pt x="765" y="401"/>
                  </a:cubicBezTo>
                  <a:cubicBezTo>
                    <a:pt x="776" y="400"/>
                    <a:pt x="785" y="396"/>
                    <a:pt x="795" y="393"/>
                  </a:cubicBezTo>
                  <a:cubicBezTo>
                    <a:pt x="783" y="366"/>
                    <a:pt x="771" y="343"/>
                    <a:pt x="763" y="3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0B06D4A2-468C-8CE4-1EA9-AE9EA8BA8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825" y="3938588"/>
              <a:ext cx="536575" cy="1266825"/>
            </a:xfrm>
            <a:custGeom>
              <a:avLst/>
              <a:gdLst>
                <a:gd name="T0" fmla="*/ 417 w 436"/>
                <a:gd name="T1" fmla="*/ 75 h 1032"/>
                <a:gd name="T2" fmla="*/ 429 w 436"/>
                <a:gd name="T3" fmla="*/ 28 h 1032"/>
                <a:gd name="T4" fmla="*/ 387 w 436"/>
                <a:gd name="T5" fmla="*/ 1 h 1032"/>
                <a:gd name="T6" fmla="*/ 262 w 436"/>
                <a:gd name="T7" fmla="*/ 0 h 1032"/>
                <a:gd name="T8" fmla="*/ 45 w 436"/>
                <a:gd name="T9" fmla="*/ 1 h 1032"/>
                <a:gd name="T10" fmla="*/ 0 w 436"/>
                <a:gd name="T11" fmla="*/ 43 h 1032"/>
                <a:gd name="T12" fmla="*/ 45 w 436"/>
                <a:gd name="T13" fmla="*/ 85 h 1032"/>
                <a:gd name="T14" fmla="*/ 181 w 436"/>
                <a:gd name="T15" fmla="*/ 85 h 1032"/>
                <a:gd name="T16" fmla="*/ 189 w 436"/>
                <a:gd name="T17" fmla="*/ 86 h 1032"/>
                <a:gd name="T18" fmla="*/ 190 w 436"/>
                <a:gd name="T19" fmla="*/ 98 h 1032"/>
                <a:gd name="T20" fmla="*/ 187 w 436"/>
                <a:gd name="T21" fmla="*/ 345 h 1032"/>
                <a:gd name="T22" fmla="*/ 184 w 436"/>
                <a:gd name="T23" fmla="*/ 621 h 1032"/>
                <a:gd name="T24" fmla="*/ 180 w 436"/>
                <a:gd name="T25" fmla="*/ 956 h 1032"/>
                <a:gd name="T26" fmla="*/ 180 w 436"/>
                <a:gd name="T27" fmla="*/ 1006 h 1032"/>
                <a:gd name="T28" fmla="*/ 202 w 436"/>
                <a:gd name="T29" fmla="*/ 1032 h 1032"/>
                <a:gd name="T30" fmla="*/ 226 w 436"/>
                <a:gd name="T31" fmla="*/ 1007 h 1032"/>
                <a:gd name="T32" fmla="*/ 227 w 436"/>
                <a:gd name="T33" fmla="*/ 988 h 1032"/>
                <a:gd name="T34" fmla="*/ 229 w 436"/>
                <a:gd name="T35" fmla="*/ 788 h 1032"/>
                <a:gd name="T36" fmla="*/ 232 w 436"/>
                <a:gd name="T37" fmla="*/ 442 h 1032"/>
                <a:gd name="T38" fmla="*/ 233 w 436"/>
                <a:gd name="T39" fmla="*/ 390 h 1032"/>
                <a:gd name="T40" fmla="*/ 233 w 436"/>
                <a:gd name="T41" fmla="*/ 379 h 1032"/>
                <a:gd name="T42" fmla="*/ 236 w 436"/>
                <a:gd name="T43" fmla="*/ 102 h 1032"/>
                <a:gd name="T44" fmla="*/ 252 w 436"/>
                <a:gd name="T45" fmla="*/ 85 h 1032"/>
                <a:gd name="T46" fmla="*/ 388 w 436"/>
                <a:gd name="T47" fmla="*/ 85 h 1032"/>
                <a:gd name="T48" fmla="*/ 417 w 436"/>
                <a:gd name="T49" fmla="*/ 75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36" h="1032">
                  <a:moveTo>
                    <a:pt x="417" y="75"/>
                  </a:moveTo>
                  <a:cubicBezTo>
                    <a:pt x="432" y="65"/>
                    <a:pt x="436" y="45"/>
                    <a:pt x="429" y="28"/>
                  </a:cubicBezTo>
                  <a:cubicBezTo>
                    <a:pt x="424" y="12"/>
                    <a:pt x="408" y="1"/>
                    <a:pt x="387" y="1"/>
                  </a:cubicBezTo>
                  <a:cubicBezTo>
                    <a:pt x="345" y="0"/>
                    <a:pt x="303" y="0"/>
                    <a:pt x="262" y="0"/>
                  </a:cubicBezTo>
                  <a:cubicBezTo>
                    <a:pt x="189" y="0"/>
                    <a:pt x="117" y="0"/>
                    <a:pt x="45" y="1"/>
                  </a:cubicBezTo>
                  <a:cubicBezTo>
                    <a:pt x="18" y="1"/>
                    <a:pt x="0" y="19"/>
                    <a:pt x="0" y="43"/>
                  </a:cubicBezTo>
                  <a:cubicBezTo>
                    <a:pt x="0" y="68"/>
                    <a:pt x="18" y="85"/>
                    <a:pt x="45" y="85"/>
                  </a:cubicBezTo>
                  <a:cubicBezTo>
                    <a:pt x="90" y="85"/>
                    <a:pt x="136" y="85"/>
                    <a:pt x="181" y="85"/>
                  </a:cubicBezTo>
                  <a:cubicBezTo>
                    <a:pt x="184" y="85"/>
                    <a:pt x="186" y="86"/>
                    <a:pt x="189" y="86"/>
                  </a:cubicBezTo>
                  <a:cubicBezTo>
                    <a:pt x="189" y="90"/>
                    <a:pt x="190" y="94"/>
                    <a:pt x="190" y="98"/>
                  </a:cubicBezTo>
                  <a:cubicBezTo>
                    <a:pt x="189" y="180"/>
                    <a:pt x="188" y="263"/>
                    <a:pt x="187" y="345"/>
                  </a:cubicBezTo>
                  <a:cubicBezTo>
                    <a:pt x="186" y="437"/>
                    <a:pt x="185" y="529"/>
                    <a:pt x="184" y="621"/>
                  </a:cubicBezTo>
                  <a:cubicBezTo>
                    <a:pt x="183" y="732"/>
                    <a:pt x="181" y="844"/>
                    <a:pt x="180" y="956"/>
                  </a:cubicBezTo>
                  <a:cubicBezTo>
                    <a:pt x="180" y="972"/>
                    <a:pt x="180" y="989"/>
                    <a:pt x="180" y="1006"/>
                  </a:cubicBezTo>
                  <a:cubicBezTo>
                    <a:pt x="180" y="1021"/>
                    <a:pt x="189" y="1031"/>
                    <a:pt x="202" y="1032"/>
                  </a:cubicBezTo>
                  <a:cubicBezTo>
                    <a:pt x="215" y="1032"/>
                    <a:pt x="225" y="1023"/>
                    <a:pt x="226" y="1007"/>
                  </a:cubicBezTo>
                  <a:cubicBezTo>
                    <a:pt x="227" y="1001"/>
                    <a:pt x="227" y="994"/>
                    <a:pt x="227" y="988"/>
                  </a:cubicBezTo>
                  <a:cubicBezTo>
                    <a:pt x="228" y="921"/>
                    <a:pt x="229" y="855"/>
                    <a:pt x="229" y="788"/>
                  </a:cubicBezTo>
                  <a:cubicBezTo>
                    <a:pt x="230" y="673"/>
                    <a:pt x="231" y="557"/>
                    <a:pt x="232" y="442"/>
                  </a:cubicBezTo>
                  <a:cubicBezTo>
                    <a:pt x="232" y="425"/>
                    <a:pt x="232" y="408"/>
                    <a:pt x="233" y="390"/>
                  </a:cubicBezTo>
                  <a:cubicBezTo>
                    <a:pt x="233" y="387"/>
                    <a:pt x="233" y="383"/>
                    <a:pt x="233" y="379"/>
                  </a:cubicBezTo>
                  <a:cubicBezTo>
                    <a:pt x="234" y="287"/>
                    <a:pt x="235" y="194"/>
                    <a:pt x="236" y="102"/>
                  </a:cubicBezTo>
                  <a:cubicBezTo>
                    <a:pt x="236" y="89"/>
                    <a:pt x="239" y="85"/>
                    <a:pt x="252" y="85"/>
                  </a:cubicBezTo>
                  <a:cubicBezTo>
                    <a:pt x="297" y="86"/>
                    <a:pt x="343" y="86"/>
                    <a:pt x="388" y="85"/>
                  </a:cubicBezTo>
                  <a:cubicBezTo>
                    <a:pt x="398" y="84"/>
                    <a:pt x="409" y="80"/>
                    <a:pt x="417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ADA979C3-B4AD-3AC7-0E27-F96BF9181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8613" y="3930650"/>
              <a:ext cx="57150" cy="1098550"/>
            </a:xfrm>
            <a:custGeom>
              <a:avLst/>
              <a:gdLst>
                <a:gd name="T0" fmla="*/ 46 w 47"/>
                <a:gd name="T1" fmla="*/ 22 h 894"/>
                <a:gd name="T2" fmla="*/ 24 w 47"/>
                <a:gd name="T3" fmla="*/ 0 h 894"/>
                <a:gd name="T4" fmla="*/ 1 w 47"/>
                <a:gd name="T5" fmla="*/ 21 h 894"/>
                <a:gd name="T6" fmla="*/ 0 w 47"/>
                <a:gd name="T7" fmla="*/ 33 h 894"/>
                <a:gd name="T8" fmla="*/ 0 w 47"/>
                <a:gd name="T9" fmla="*/ 859 h 894"/>
                <a:gd name="T10" fmla="*/ 1 w 47"/>
                <a:gd name="T11" fmla="*/ 875 h 894"/>
                <a:gd name="T12" fmla="*/ 23 w 47"/>
                <a:gd name="T13" fmla="*/ 894 h 894"/>
                <a:gd name="T14" fmla="*/ 46 w 47"/>
                <a:gd name="T15" fmla="*/ 875 h 894"/>
                <a:gd name="T16" fmla="*/ 46 w 47"/>
                <a:gd name="T17" fmla="*/ 859 h 894"/>
                <a:gd name="T18" fmla="*/ 46 w 47"/>
                <a:gd name="T19" fmla="*/ 448 h 894"/>
                <a:gd name="T20" fmla="*/ 46 w 47"/>
                <a:gd name="T21" fmla="*/ 35 h 894"/>
                <a:gd name="T22" fmla="*/ 46 w 47"/>
                <a:gd name="T23" fmla="*/ 22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" h="894">
                  <a:moveTo>
                    <a:pt x="46" y="22"/>
                  </a:moveTo>
                  <a:cubicBezTo>
                    <a:pt x="45" y="9"/>
                    <a:pt x="36" y="0"/>
                    <a:pt x="24" y="0"/>
                  </a:cubicBezTo>
                  <a:cubicBezTo>
                    <a:pt x="11" y="0"/>
                    <a:pt x="2" y="8"/>
                    <a:pt x="1" y="21"/>
                  </a:cubicBezTo>
                  <a:cubicBezTo>
                    <a:pt x="0" y="25"/>
                    <a:pt x="0" y="29"/>
                    <a:pt x="0" y="33"/>
                  </a:cubicBezTo>
                  <a:cubicBezTo>
                    <a:pt x="0" y="309"/>
                    <a:pt x="0" y="584"/>
                    <a:pt x="0" y="859"/>
                  </a:cubicBezTo>
                  <a:cubicBezTo>
                    <a:pt x="0" y="865"/>
                    <a:pt x="0" y="870"/>
                    <a:pt x="1" y="875"/>
                  </a:cubicBezTo>
                  <a:cubicBezTo>
                    <a:pt x="3" y="886"/>
                    <a:pt x="12" y="894"/>
                    <a:pt x="23" y="894"/>
                  </a:cubicBezTo>
                  <a:cubicBezTo>
                    <a:pt x="34" y="894"/>
                    <a:pt x="44" y="886"/>
                    <a:pt x="46" y="875"/>
                  </a:cubicBezTo>
                  <a:cubicBezTo>
                    <a:pt x="47" y="870"/>
                    <a:pt x="46" y="864"/>
                    <a:pt x="46" y="859"/>
                  </a:cubicBezTo>
                  <a:cubicBezTo>
                    <a:pt x="46" y="722"/>
                    <a:pt x="46" y="585"/>
                    <a:pt x="46" y="448"/>
                  </a:cubicBezTo>
                  <a:cubicBezTo>
                    <a:pt x="46" y="310"/>
                    <a:pt x="46" y="172"/>
                    <a:pt x="46" y="35"/>
                  </a:cubicBezTo>
                  <a:cubicBezTo>
                    <a:pt x="46" y="30"/>
                    <a:pt x="47" y="26"/>
                    <a:pt x="46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912D3045-3392-328E-7ABC-0F8A19B2D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5375" y="3351213"/>
              <a:ext cx="377825" cy="265113"/>
            </a:xfrm>
            <a:custGeom>
              <a:avLst/>
              <a:gdLst>
                <a:gd name="T0" fmla="*/ 21 w 307"/>
                <a:gd name="T1" fmla="*/ 213 h 216"/>
                <a:gd name="T2" fmla="*/ 83 w 307"/>
                <a:gd name="T3" fmla="*/ 178 h 216"/>
                <a:gd name="T4" fmla="*/ 125 w 307"/>
                <a:gd name="T5" fmla="*/ 141 h 216"/>
                <a:gd name="T6" fmla="*/ 189 w 307"/>
                <a:gd name="T7" fmla="*/ 144 h 216"/>
                <a:gd name="T8" fmla="*/ 234 w 307"/>
                <a:gd name="T9" fmla="*/ 198 h 216"/>
                <a:gd name="T10" fmla="*/ 267 w 307"/>
                <a:gd name="T11" fmla="*/ 214 h 216"/>
                <a:gd name="T12" fmla="*/ 307 w 307"/>
                <a:gd name="T13" fmla="*/ 204 h 216"/>
                <a:gd name="T14" fmla="*/ 280 w 307"/>
                <a:gd name="T15" fmla="*/ 153 h 216"/>
                <a:gd name="T16" fmla="*/ 245 w 307"/>
                <a:gd name="T17" fmla="*/ 75 h 216"/>
                <a:gd name="T18" fmla="*/ 107 w 307"/>
                <a:gd name="T19" fmla="*/ 45 h 216"/>
                <a:gd name="T20" fmla="*/ 8 w 307"/>
                <a:gd name="T21" fmla="*/ 161 h 216"/>
                <a:gd name="T22" fmla="*/ 0 w 307"/>
                <a:gd name="T23" fmla="*/ 197 h 216"/>
                <a:gd name="T24" fmla="*/ 21 w 307"/>
                <a:gd name="T25" fmla="*/ 21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7" h="216">
                  <a:moveTo>
                    <a:pt x="21" y="213"/>
                  </a:moveTo>
                  <a:cubicBezTo>
                    <a:pt x="46" y="209"/>
                    <a:pt x="65" y="194"/>
                    <a:pt x="83" y="178"/>
                  </a:cubicBezTo>
                  <a:cubicBezTo>
                    <a:pt x="96" y="165"/>
                    <a:pt x="110" y="152"/>
                    <a:pt x="125" y="141"/>
                  </a:cubicBezTo>
                  <a:cubicBezTo>
                    <a:pt x="145" y="128"/>
                    <a:pt x="174" y="129"/>
                    <a:pt x="189" y="144"/>
                  </a:cubicBezTo>
                  <a:cubicBezTo>
                    <a:pt x="205" y="161"/>
                    <a:pt x="222" y="178"/>
                    <a:pt x="234" y="198"/>
                  </a:cubicBezTo>
                  <a:cubicBezTo>
                    <a:pt x="243" y="211"/>
                    <a:pt x="252" y="215"/>
                    <a:pt x="267" y="214"/>
                  </a:cubicBezTo>
                  <a:cubicBezTo>
                    <a:pt x="281" y="212"/>
                    <a:pt x="295" y="212"/>
                    <a:pt x="307" y="204"/>
                  </a:cubicBezTo>
                  <a:cubicBezTo>
                    <a:pt x="298" y="186"/>
                    <a:pt x="288" y="170"/>
                    <a:pt x="280" y="153"/>
                  </a:cubicBezTo>
                  <a:cubicBezTo>
                    <a:pt x="268" y="127"/>
                    <a:pt x="258" y="100"/>
                    <a:pt x="245" y="75"/>
                  </a:cubicBezTo>
                  <a:cubicBezTo>
                    <a:pt x="218" y="26"/>
                    <a:pt x="163" y="0"/>
                    <a:pt x="107" y="45"/>
                  </a:cubicBezTo>
                  <a:cubicBezTo>
                    <a:pt x="66" y="77"/>
                    <a:pt x="34" y="117"/>
                    <a:pt x="8" y="161"/>
                  </a:cubicBezTo>
                  <a:cubicBezTo>
                    <a:pt x="2" y="171"/>
                    <a:pt x="0" y="185"/>
                    <a:pt x="0" y="197"/>
                  </a:cubicBezTo>
                  <a:cubicBezTo>
                    <a:pt x="0" y="213"/>
                    <a:pt x="6" y="216"/>
                    <a:pt x="21" y="2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</p:grpSp>
    </p:spTree>
    <p:extLst>
      <p:ext uri="{BB962C8B-B14F-4D97-AF65-F5344CB8AC3E}">
        <p14:creationId xmlns:p14="http://schemas.microsoft.com/office/powerpoint/2010/main" val="19402089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18017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9" imgW="413" imgH="416" progId="TCLayout.ActiveDocument.1">
                  <p:embed/>
                </p:oleObj>
              </mc:Choice>
              <mc:Fallback>
                <p:oleObj name="Diapositiva de think-cell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s-E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6" y="172212"/>
            <a:ext cx="11082528" cy="731520"/>
          </a:xfrm>
        </p:spPr>
        <p:txBody>
          <a:bodyPr vert="horz"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884725"/>
            <a:ext cx="110825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498754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" sz="800"/>
              <a:t>Fuente: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s-ES" err="1"/>
              <a:t>Add</a:t>
            </a:r>
            <a:r>
              <a:rPr lang="es-ES"/>
              <a:t> </a:t>
            </a:r>
            <a:r>
              <a:rPr lang="es-ES" err="1"/>
              <a:t>tracker</a:t>
            </a:r>
            <a:endParaRPr lang="es-ES"/>
          </a:p>
        </p:txBody>
      </p:sp>
      <p:pic>
        <p:nvPicPr>
          <p:cNvPr id="12" name="Picture 9" descr="Antamina-logomediano.png">
            <a:extLst>
              <a:ext uri="{FF2B5EF4-FFF2-40B4-BE49-F238E27FC236}">
                <a16:creationId xmlns:a16="http://schemas.microsoft.com/office/drawing/2014/main" id="{E308EA15-F763-4DF5-982A-7C3B9AA96198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83482" y="6574379"/>
            <a:ext cx="232553" cy="210061"/>
          </a:xfrm>
          <a:prstGeom prst="rect">
            <a:avLst/>
          </a:prstGeom>
        </p:spPr>
      </p:pic>
      <p:sp>
        <p:nvSpPr>
          <p:cNvPr id="16" name="Slide Number">
            <a:extLst>
              <a:ext uri="{FF2B5EF4-FFF2-40B4-BE49-F238E27FC236}">
                <a16:creationId xmlns:a16="http://schemas.microsoft.com/office/drawing/2014/main" id="{3728B73F-C0BF-48CE-A5DB-32EB6D839B4D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60742" y="6643710"/>
            <a:ext cx="242888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E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s-E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8052E960-7475-488B-A75B-FF40681CCB0E}"/>
              </a:ext>
            </a:extLst>
          </p:cNvPr>
          <p:cNvCxnSpPr>
            <a:cxnSpLocks/>
          </p:cNvCxnSpPr>
          <p:nvPr userDrawn="1"/>
        </p:nvCxnSpPr>
        <p:spPr>
          <a:xfrm flipV="1">
            <a:off x="333375" y="6649328"/>
            <a:ext cx="0" cy="208673"/>
          </a:xfrm>
          <a:prstGeom prst="line">
            <a:avLst/>
          </a:prstGeom>
          <a:ln w="6350" cap="flat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A213C6A9-4B27-4576-96A1-DDC97A862BCC}"/>
              </a:ext>
            </a:extLst>
          </p:cNvPr>
          <p:cNvSpPr txBox="1"/>
          <p:nvPr userDrawn="1"/>
        </p:nvSpPr>
        <p:spPr>
          <a:xfrm>
            <a:off x="597966" y="1719444"/>
            <a:ext cx="11100770" cy="176597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72A61985-911C-488D-BD73-E115FABB488A}"/>
              </a:ext>
            </a:extLst>
          </p:cNvPr>
          <p:cNvSpPr/>
          <p:nvPr userDrawn="1"/>
        </p:nvSpPr>
        <p:spPr>
          <a:xfrm>
            <a:off x="10277377" y="6612692"/>
            <a:ext cx="1592103" cy="194990"/>
          </a:xfrm>
          <a:prstGeom prst="rect">
            <a:avLst/>
          </a:prstGeom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sz="667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Source: Antamina PDN –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757596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. Green left arr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52" imgH="355" progId="TCLayout.ActiveDocument.1">
                  <p:embed/>
                </p:oleObj>
              </mc:Choice>
              <mc:Fallback>
                <p:oleObj name="Diapositiva de think-cell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14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3490A2"/>
              </a:gs>
              <a:gs pos="100000">
                <a:srgbClr val="276C7A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</p:spPr>
        <p:txBody>
          <a:bodyPr anchor="ctr" anchorCtr="0">
            <a:noAutofit/>
          </a:bodyPr>
          <a:lstStyle>
            <a:lvl1pPr>
              <a:defRPr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Trebuchet MS" panose="020B06030202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Copyright © 2018 by The Boston Consulting Group, Inc. All rights reserved.</a:t>
            </a:r>
          </a:p>
        </p:txBody>
      </p:sp>
      <p:sp>
        <p:nvSpPr>
          <p:cNvPr id="19" name="FooterSimple" hidden="1"/>
          <p:cNvSpPr txBox="1"/>
          <p:nvPr userDrawn="1">
            <p:custDataLst>
              <p:tags r:id="rId2"/>
            </p:custDataLst>
          </p:nvPr>
        </p:nvSpPr>
        <p:spPr>
          <a:xfrm rot="16200000">
            <a:off x="10561320" y="5117885"/>
            <a:ext cx="2743200" cy="9695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7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ANTAMINA - EWG - Session11 - 2023.04.13.pptx</a:t>
            </a:r>
            <a:endParaRPr lang="en-US" sz="700">
              <a:solidFill>
                <a:schemeClr val="bg1">
                  <a:lumMod val="50000"/>
                </a:schemeClr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4193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Green one third">
    <p:bg>
      <p:bgPr>
        <a:gradFill flip="none" rotWithShape="1">
          <a:gsLst>
            <a:gs pos="0">
              <a:srgbClr val="3490A2"/>
            </a:gs>
            <a:gs pos="100000">
              <a:srgbClr val="276C7A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52" imgH="355" progId="TCLayout.ActiveDocument.1">
                  <p:embed/>
                </p:oleObj>
              </mc:Choice>
              <mc:Fallback>
                <p:oleObj name="Diapositiva de think-cell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Copyright © 2018 by The Boston Consulting Group, Inc. All rights reserved.</a:t>
            </a:r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14" name="FooterSimple" hidden="1"/>
          <p:cNvSpPr txBox="1"/>
          <p:nvPr userDrawn="1">
            <p:custDataLst>
              <p:tags r:id="rId2"/>
            </p:custDataLst>
          </p:nvPr>
        </p:nvSpPr>
        <p:spPr>
          <a:xfrm rot="16200000">
            <a:off x="10561320" y="5117885"/>
            <a:ext cx="2743200" cy="9695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7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ANTAMINA - EWG - Session11 - 2023.04.13.pptx</a:t>
            </a:r>
            <a:endParaRPr lang="en-US" sz="700">
              <a:solidFill>
                <a:schemeClr val="bg1">
                  <a:lumMod val="50000"/>
                </a:schemeClr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2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0017"/>
            <a:ext cx="12192000" cy="608805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418932" y="6626727"/>
            <a:ext cx="0" cy="238615"/>
          </a:xfrm>
          <a:prstGeom prst="line">
            <a:avLst/>
          </a:prstGeom>
          <a:noFill/>
          <a:ln w="9525" cap="flat" cmpd="sng" algn="ctr">
            <a:solidFill>
              <a:srgbClr val="0E738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/>
        </p:nvCxnSpPr>
        <p:spPr>
          <a:xfrm>
            <a:off x="418932" y="6626727"/>
            <a:ext cx="0" cy="238615"/>
          </a:xfrm>
          <a:prstGeom prst="line">
            <a:avLst/>
          </a:prstGeom>
          <a:noFill/>
          <a:ln w="9525" cap="flat" cmpd="sng" algn="ctr">
            <a:solidFill>
              <a:srgbClr val="0E738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Rectangle 13"/>
          <p:cNvSpPr/>
          <p:nvPr/>
        </p:nvSpPr>
        <p:spPr>
          <a:xfrm>
            <a:off x="42736" y="6551642"/>
            <a:ext cx="389850" cy="256545"/>
          </a:xfrm>
          <a:prstGeom prst="rect">
            <a:avLst/>
          </a:prstGeom>
        </p:spPr>
        <p:txBody>
          <a:bodyPr wrap="none" lIns="91440" tIns="45720" rIns="91440" bIns="45720" anchor="ctr">
            <a:spAutoFit/>
          </a:bodyPr>
          <a:lstStyle/>
          <a:p>
            <a:pPr algn="r">
              <a:defRPr/>
            </a:pPr>
            <a:fld id="{FA5C85D5-09CE-0F41-BDFF-B75A9F63D378}" type="slidenum">
              <a:rPr lang="es-PE" sz="1067" smtClean="0">
                <a:solidFill>
                  <a:srgbClr val="647486"/>
                </a:solidFill>
                <a:latin typeface="Tahoma"/>
                <a:ea typeface="ＭＳ Ｐゴシック" charset="0"/>
              </a:rPr>
              <a:pPr algn="r">
                <a:defRPr/>
              </a:pPr>
              <a:t>‹#›</a:t>
            </a:fld>
            <a:endParaRPr lang="es-PE" sz="1067">
              <a:solidFill>
                <a:srgbClr val="647486"/>
              </a:solidFill>
              <a:latin typeface="Tahoma"/>
              <a:ea typeface="ＭＳ Ｐゴシック" charset="0"/>
            </a:endParaRPr>
          </a:p>
        </p:txBody>
      </p:sp>
      <p:sp>
        <p:nvSpPr>
          <p:cNvPr id="13" name="1 Marcador de título"/>
          <p:cNvSpPr>
            <a:spLocks noGrp="1"/>
          </p:cNvSpPr>
          <p:nvPr>
            <p:ph type="title" hasCustomPrompt="1"/>
          </p:nvPr>
        </p:nvSpPr>
        <p:spPr bwMode="auto">
          <a:xfrm>
            <a:off x="335281" y="66901"/>
            <a:ext cx="9217104" cy="5218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l">
              <a:defRPr lang="es-PE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algn="l"/>
            <a:r>
              <a:rPr lang="en-US"/>
              <a:t>Click to edit Master title style</a:t>
            </a:r>
            <a:endParaRPr lang="en-US" noProof="0"/>
          </a:p>
        </p:txBody>
      </p:sp>
      <p:pic>
        <p:nvPicPr>
          <p:cNvPr id="10" name="Picture 9" descr="Antamina-logomediano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48379" y="6518521"/>
            <a:ext cx="323488" cy="29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734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urquesa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0017"/>
            <a:ext cx="12192000" cy="608806"/>
          </a:xfrm>
          <a:prstGeom prst="rect">
            <a:avLst/>
          </a:prstGeom>
        </p:spPr>
      </p:pic>
      <p:sp>
        <p:nvSpPr>
          <p:cNvPr id="10" name="1 Marcador de título"/>
          <p:cNvSpPr>
            <a:spLocks noGrp="1"/>
          </p:cNvSpPr>
          <p:nvPr>
            <p:ph type="title" hasCustomPrompt="1"/>
          </p:nvPr>
        </p:nvSpPr>
        <p:spPr bwMode="auto">
          <a:xfrm>
            <a:off x="436507" y="35729"/>
            <a:ext cx="7309087" cy="5530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algn="l">
              <a:defRPr lang="es-PE" sz="2160" b="1" dirty="0">
                <a:solidFill>
                  <a:schemeClr val="bg1"/>
                </a:solidFill>
              </a:defRPr>
            </a:lvl1pPr>
          </a:lstStyle>
          <a:p>
            <a:pPr lvl="0" algn="l"/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14" name="Rectangle 13"/>
          <p:cNvSpPr/>
          <p:nvPr/>
        </p:nvSpPr>
        <p:spPr>
          <a:xfrm>
            <a:off x="-3754" y="6532183"/>
            <a:ext cx="436338" cy="29546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r">
              <a:defRPr/>
            </a:pPr>
            <a:fld id="{FA5C85D5-09CE-0F41-BDFF-B75A9F63D378}" type="slidenum">
              <a:rPr lang="es-PE" sz="1320" u="none" smtClean="0">
                <a:solidFill>
                  <a:srgbClr val="647486"/>
                </a:solidFill>
                <a:latin typeface="Tahoma"/>
              </a:rPr>
              <a:pPr algn="r">
                <a:defRPr/>
              </a:pPr>
              <a:t>‹#›</a:t>
            </a:fld>
            <a:endParaRPr lang="es-PE" sz="1320" u="none">
              <a:solidFill>
                <a:srgbClr val="647486"/>
              </a:solidFill>
              <a:latin typeface="Tahoma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418932" y="6626724"/>
            <a:ext cx="0" cy="238615"/>
          </a:xfrm>
          <a:prstGeom prst="line">
            <a:avLst/>
          </a:prstGeom>
          <a:noFill/>
          <a:ln w="9525" cap="flat" cmpd="sng" algn="ctr">
            <a:solidFill>
              <a:srgbClr val="0E738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7" name="Picture 6" descr="Antamina-logomediano.png"/>
          <p:cNvPicPr>
            <a:picLocks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2656" y="6410179"/>
            <a:ext cx="528000" cy="432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23392" y="764704"/>
            <a:ext cx="11425269" cy="50405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8598"/>
                </a:solidFill>
                <a:latin typeface="+mj-lt"/>
              </a:defRPr>
            </a:lvl1pPr>
            <a:lvl2pPr marL="891540" indent="-342900">
              <a:spcBef>
                <a:spcPts val="1440"/>
              </a:spcBef>
              <a:spcAft>
                <a:spcPts val="72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+mj-lt"/>
              </a:defRPr>
            </a:lvl2pPr>
            <a:lvl3pPr marL="1080136" indent="-215266">
              <a:spcBef>
                <a:spcPts val="720"/>
              </a:spcBef>
              <a:spcAft>
                <a:spcPts val="720"/>
              </a:spcAft>
              <a:buFont typeface="Calibri" pitchFamily="34" charset="0"/>
              <a:buChar char="−"/>
              <a:defRPr i="1">
                <a:solidFill>
                  <a:schemeClr val="tx1"/>
                </a:solidFill>
                <a:latin typeface="+mj-lt"/>
              </a:defRPr>
            </a:lvl3pPr>
            <a:lvl4pPr marL="1400176" indent="-320040">
              <a:spcBef>
                <a:spcPts val="720"/>
              </a:spcBef>
              <a:spcAft>
                <a:spcPts val="720"/>
              </a:spcAft>
              <a:buFont typeface="+mj-lt"/>
              <a:buAutoNum type="alphaLcPeriod"/>
              <a:defRPr>
                <a:solidFill>
                  <a:schemeClr val="tx1"/>
                </a:solidFill>
                <a:latin typeface="+mj-lt"/>
              </a:defRPr>
            </a:lvl4pPr>
            <a:lvl5pPr marL="1720216" indent="-320040">
              <a:spcBef>
                <a:spcPts val="720"/>
              </a:spcBef>
              <a:spcAft>
                <a:spcPts val="720"/>
              </a:spcAft>
              <a:buFont typeface="+mj-lt"/>
              <a:buAutoNum type="romanLcPeriod"/>
              <a:defRPr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9120597" y="6588339"/>
            <a:ext cx="2352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109728" tIns="54864" rIns="109728" bIns="54864" numCol="1" rtlCol="0" anchor="b" anchorCtr="0" compatLnSpc="1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080" b="0" i="1" u="none">
                <a:solidFill>
                  <a:prstClr val="white">
                    <a:lumMod val="65000"/>
                  </a:prstClr>
                </a:solidFill>
                <a:latin typeface="Calibri"/>
              </a:rPr>
              <a:t>Antamina - VP PDN –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0191123"/>
      </p:ext>
    </p:extLst>
  </p:cSld>
  <p:clrMapOvr>
    <a:masterClrMapping/>
  </p:clrMapOvr>
  <p:transition spd="slow">
    <p:wipe dir="r"/>
  </p:transition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Green half">
    <p:bg bwMode="grayWhite">
      <p:bgPr>
        <a:gradFill flip="none" rotWithShape="1">
          <a:gsLst>
            <a:gs pos="0">
              <a:srgbClr val="3490A2"/>
            </a:gs>
            <a:gs pos="100000">
              <a:srgbClr val="276C7A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52" imgH="355" progId="TCLayout.ActiveDocument.1">
                  <p:embed/>
                </p:oleObj>
              </mc:Choice>
              <mc:Fallback>
                <p:oleObj name="Diapositiva de think-cell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30000" y="1785600"/>
            <a:ext cx="4388400" cy="3286800"/>
          </a:xfrm>
          <a:prstGeom prst="rect">
            <a:avLst/>
          </a:prstGeom>
          <a:noFill/>
        </p:spPr>
        <p:txBody>
          <a:bodyPr wrap="square" lIns="0" tIns="0" rIns="320040" bIns="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>
              <a:solidFill>
                <a:schemeClr val="bg1">
                  <a:lumMod val="50000"/>
                </a:schemeClr>
              </a:solidFill>
              <a:latin typeface="Trebuchet MS" panose="020B06030202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Copyright © 2018 by The Boston Consulting Group, Inc. All rights reserved.</a:t>
            </a:r>
          </a:p>
        </p:txBody>
      </p:sp>
      <p:sp>
        <p:nvSpPr>
          <p:cNvPr id="17" name="FooterSimple" hidden="1"/>
          <p:cNvSpPr txBox="1"/>
          <p:nvPr userDrawn="1">
            <p:custDataLst>
              <p:tags r:id="rId2"/>
            </p:custDataLst>
          </p:nvPr>
        </p:nvSpPr>
        <p:spPr>
          <a:xfrm rot="16200000">
            <a:off x="10561320" y="5117885"/>
            <a:ext cx="2743200" cy="9695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7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ANTAMINA - EWG - Session11 - 2023.04.13.pptx</a:t>
            </a:r>
            <a:endParaRPr lang="en-US" sz="700">
              <a:solidFill>
                <a:schemeClr val="bg1">
                  <a:lumMod val="50000"/>
                </a:schemeClr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791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een half">
    <p:bg bwMode="grayWhite">
      <p:bgPr>
        <a:gradFill flip="none" rotWithShape="1">
          <a:gsLst>
            <a:gs pos="0">
              <a:srgbClr val="3490A2"/>
            </a:gs>
            <a:gs pos="100000">
              <a:srgbClr val="276C7A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52" imgH="355" progId="TCLayout.ActiveDocument.1">
                  <p:embed/>
                </p:oleObj>
              </mc:Choice>
              <mc:Fallback>
                <p:oleObj name="Diapositiva de think-cell" r:id="rId4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30000" y="1785600"/>
            <a:ext cx="4388400" cy="3286800"/>
          </a:xfrm>
          <a:prstGeom prst="rect">
            <a:avLst/>
          </a:prstGeom>
          <a:noFill/>
        </p:spPr>
        <p:txBody>
          <a:bodyPr wrap="square" lIns="0" tIns="0" rIns="320040" bIns="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>
              <a:solidFill>
                <a:schemeClr val="bg1">
                  <a:lumMod val="50000"/>
                </a:schemeClr>
              </a:solidFill>
              <a:latin typeface="Trebuchet MS" panose="020B06030202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Copyright © 2018 by The Boston Consulting Group, Inc. All rights reserved.</a:t>
            </a:r>
          </a:p>
        </p:txBody>
      </p:sp>
      <p:sp>
        <p:nvSpPr>
          <p:cNvPr id="17" name="FooterSimple" hidden="1"/>
          <p:cNvSpPr txBox="1"/>
          <p:nvPr userDrawn="1">
            <p:custDataLst>
              <p:tags r:id="rId2"/>
            </p:custDataLst>
          </p:nvPr>
        </p:nvSpPr>
        <p:spPr>
          <a:xfrm rot="16200000">
            <a:off x="10561320" y="5117885"/>
            <a:ext cx="2743200" cy="9695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7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ANTAMINA - EWG - Session11 - 2023.04.13.pptx</a:t>
            </a:r>
            <a:endParaRPr lang="en-US" sz="700">
              <a:solidFill>
                <a:schemeClr val="bg1">
                  <a:lumMod val="50000"/>
                </a:schemeClr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42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ivos Turques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418932" y="6626724"/>
            <a:ext cx="0" cy="238615"/>
          </a:xfrm>
          <a:prstGeom prst="line">
            <a:avLst/>
          </a:prstGeom>
          <a:noFill/>
          <a:ln w="9525" cap="flat" cmpd="sng" algn="ctr">
            <a:solidFill>
              <a:srgbClr val="CC4E0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9" descr="Antamina-logomediano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92" y="6345324"/>
            <a:ext cx="628629" cy="43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3666" y="6557484"/>
            <a:ext cx="440809" cy="261610"/>
          </a:xfrm>
          <a:prstGeom prst="rect">
            <a:avLst/>
          </a:prstGeom>
        </p:spPr>
        <p:txBody>
          <a:bodyPr wrap="none" anchor="ctr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FA5C85D5-09CE-0F41-BDFF-B75A9F63D378}" type="slidenum">
              <a:rPr lang="es-PE" sz="1320" b="0" u="none" smtClean="0">
                <a:solidFill>
                  <a:srgbClr val="647486"/>
                </a:solidFill>
                <a:latin typeface="Tahoma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s-PE" sz="1320" b="0" u="none">
              <a:solidFill>
                <a:srgbClr val="647486"/>
              </a:solidFill>
              <a:latin typeface="Tahoma"/>
            </a:endParaRP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418932" y="6626724"/>
            <a:ext cx="0" cy="238615"/>
          </a:xfrm>
          <a:prstGeom prst="line">
            <a:avLst/>
          </a:prstGeom>
          <a:noFill/>
          <a:ln w="9525" cap="flat" cmpd="sng" algn="ctr">
            <a:solidFill>
              <a:srgbClr val="CC4E0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Rectangle 19"/>
          <p:cNvSpPr/>
          <p:nvPr userDrawn="1"/>
        </p:nvSpPr>
        <p:spPr>
          <a:xfrm>
            <a:off x="23666" y="6557484"/>
            <a:ext cx="440809" cy="261610"/>
          </a:xfrm>
          <a:prstGeom prst="rect">
            <a:avLst/>
          </a:prstGeom>
        </p:spPr>
        <p:txBody>
          <a:bodyPr wrap="none" anchor="ctr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FA5C85D5-09CE-0F41-BDFF-B75A9F63D378}" type="slidenum">
              <a:rPr lang="es-PE" sz="1320" b="0" u="none" smtClean="0">
                <a:solidFill>
                  <a:srgbClr val="647486"/>
                </a:solidFill>
                <a:latin typeface="Tahoma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s-PE" sz="1320" b="0" u="none">
              <a:solidFill>
                <a:srgbClr val="647486"/>
              </a:solidFill>
              <a:latin typeface="Tahoma"/>
            </a:endParaRPr>
          </a:p>
        </p:txBody>
      </p:sp>
      <p:pic>
        <p:nvPicPr>
          <p:cNvPr id="19" name="Picture 8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0017"/>
            <a:ext cx="12192000" cy="608806"/>
          </a:xfrm>
          <a:prstGeom prst="rect">
            <a:avLst/>
          </a:prstGeom>
        </p:spPr>
      </p:pic>
      <p:sp>
        <p:nvSpPr>
          <p:cNvPr id="21" name="1 Marcador de título"/>
          <p:cNvSpPr>
            <a:spLocks noGrp="1"/>
          </p:cNvSpPr>
          <p:nvPr>
            <p:ph type="title" hasCustomPrompt="1"/>
          </p:nvPr>
        </p:nvSpPr>
        <p:spPr bwMode="auto">
          <a:xfrm>
            <a:off x="406402" y="76200"/>
            <a:ext cx="9145983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 algn="l">
              <a:defRPr lang="es-PE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algn="l"/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210451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urques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59E9232F-0EE7-48FE-AE67-85D6E2B1D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5892276"/>
              </p:ext>
            </p:extLst>
          </p:nvPr>
        </p:nvGraphicFramePr>
        <p:xfrm>
          <a:off x="1620" y="1620"/>
          <a:ext cx="1620" cy="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95" imgH="396" progId="TCLayout.ActiveDocument.1">
                  <p:embed/>
                </p:oleObj>
              </mc:Choice>
              <mc:Fallback>
                <p:oleObj name="Diapositiva de think-cell" r:id="rId4" imgW="395" imgH="39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59E9232F-0EE7-48FE-AE67-85D6E2B1D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0" y="1620"/>
                        <a:ext cx="1620" cy="1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9FE93D2-9375-476D-8BE9-97AB39D701D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000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-20637"/>
            <a:ext cx="12192000" cy="609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27483" y="6545946"/>
            <a:ext cx="404318" cy="26692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r">
              <a:defRPr/>
            </a:pPr>
            <a:fld id="{2CA39CFC-0F38-4520-8D1B-71673580156B}" type="slidenum">
              <a:rPr lang="es-PE" sz="1100">
                <a:solidFill>
                  <a:srgbClr val="647486"/>
                </a:solidFill>
                <a:latin typeface="Tahoma"/>
                <a:ea typeface="ＭＳ Ｐゴシック" charset="0"/>
                <a:cs typeface="ＭＳ Ｐゴシック" charset="0"/>
              </a:rPr>
              <a:pPr algn="r">
                <a:defRPr/>
              </a:pPr>
              <a:t>‹#›</a:t>
            </a:fld>
            <a:endParaRPr lang="es-PE" sz="1100">
              <a:solidFill>
                <a:srgbClr val="647486"/>
              </a:solidFill>
              <a:latin typeface="Tahoma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5" name="Straight Connector 8"/>
          <p:cNvCxnSpPr>
            <a:cxnSpLocks noChangeShapeType="1"/>
          </p:cNvCxnSpPr>
          <p:nvPr userDrawn="1"/>
        </p:nvCxnSpPr>
        <p:spPr bwMode="auto">
          <a:xfrm>
            <a:off x="419100" y="6626226"/>
            <a:ext cx="0" cy="239713"/>
          </a:xfrm>
          <a:prstGeom prst="line">
            <a:avLst/>
          </a:prstGeom>
          <a:noFill/>
          <a:ln w="9525" algn="ctr">
            <a:solidFill>
              <a:srgbClr val="0E738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" name="Picture 9" descr="Antamina-logomediano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62786" y="6197600"/>
            <a:ext cx="628649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1 Marcador de título"/>
          <p:cNvSpPr>
            <a:spLocks noGrp="1"/>
          </p:cNvSpPr>
          <p:nvPr>
            <p:ph type="title"/>
          </p:nvPr>
        </p:nvSpPr>
        <p:spPr bwMode="auto">
          <a:xfrm>
            <a:off x="436507" y="142284"/>
            <a:ext cx="7309086" cy="307747"/>
          </a:xfrm>
          <a:prstGeom prst="rect">
            <a:avLst/>
          </a:prstGeom>
          <a:extLst>
            <a:ext uri="{FAA26D3D-D897-4be2-8F04-BA451C77F1D7}"/>
          </a:extLst>
        </p:spPr>
        <p:txBody>
          <a:bodyPr/>
          <a:lstStyle>
            <a:lvl1pPr>
              <a:defRPr lang="es-PE" sz="20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699351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atul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2" imgH="355" progId="TCLayout.ActiveDocument.1">
                  <p:embed/>
                </p:oleObj>
              </mc:Choice>
              <mc:Fallback>
                <p:oleObj name="Diapositiva de think-cell" r:id="rId3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1000" y="0"/>
            <a:ext cx="9293371" cy="3033363"/>
          </a:xfrm>
          <a:prstGeom prst="rect">
            <a:avLst/>
          </a:prstGeom>
        </p:spPr>
      </p:pic>
      <p:pic>
        <p:nvPicPr>
          <p:cNvPr id="17" name="Picture 16" descr="Cover-bajo-34.png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3121891"/>
            <a:ext cx="5646803" cy="2611120"/>
          </a:xfrm>
          <a:prstGeom prst="rect">
            <a:avLst/>
          </a:prstGeom>
        </p:spPr>
      </p:pic>
      <p:pic>
        <p:nvPicPr>
          <p:cNvPr id="32" name="Picture 31" descr="Antamina-logomediano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3082" y="439874"/>
            <a:ext cx="1726444" cy="1716558"/>
          </a:xfrm>
          <a:prstGeom prst="rect">
            <a:avLst/>
          </a:prstGeom>
        </p:spPr>
      </p:pic>
      <p:pic>
        <p:nvPicPr>
          <p:cNvPr id="34" name="Picture 33" descr="Cover-bajo-34.png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365291"/>
            <a:ext cx="7553325" cy="3492709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086600" y="3948113"/>
            <a:ext cx="3919307" cy="111918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 defTabSz="820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333" b="1" kern="1200" baseline="0" dirty="0">
                <a:solidFill>
                  <a:srgbClr val="0C64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7086601" y="5156200"/>
            <a:ext cx="2468873" cy="685800"/>
          </a:xfrm>
          <a:prstGeom prst="rect">
            <a:avLst/>
          </a:prstGeom>
        </p:spPr>
        <p:txBody>
          <a:bodyPr anchor="ctr" anchorCtr="0"/>
          <a:lstStyle>
            <a:lvl1pPr marL="0" indent="0" algn="l" defTabSz="820354" rtl="0" eaLnBrk="1" latinLnBrk="0" hangingPunct="1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Tx/>
              <a:buFontTx/>
              <a:buNone/>
              <a:defRPr lang="en-US" sz="1600" kern="1200" baseline="0" dirty="0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Rectangle 16"/>
          <p:cNvSpPr/>
          <p:nvPr/>
        </p:nvSpPr>
        <p:spPr>
          <a:xfrm>
            <a:off x="10073287" y="6582453"/>
            <a:ext cx="1592103" cy="194990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r>
              <a:rPr lang="en-US" sz="667">
                <a:solidFill>
                  <a:prstClr val="white">
                    <a:lumMod val="50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Source: Antamina PDN – Confidential</a:t>
            </a:r>
          </a:p>
        </p:txBody>
      </p:sp>
      <p:pic>
        <p:nvPicPr>
          <p:cNvPr id="16" name="Picture 15" descr="Collage.png"/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723382"/>
            <a:ext cx="9155385" cy="760715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 bwMode="auto">
          <a:xfrm>
            <a:off x="1" y="3470756"/>
            <a:ext cx="9155385" cy="30000"/>
          </a:xfrm>
          <a:prstGeom prst="rect">
            <a:avLst/>
          </a:prstGeom>
          <a:gradFill flip="none" rotWithShape="1">
            <a:gsLst>
              <a:gs pos="0">
                <a:srgbClr val="822B1C"/>
              </a:gs>
              <a:gs pos="100000">
                <a:srgbClr val="822B1C"/>
              </a:gs>
              <a:gs pos="16000">
                <a:srgbClr val="D3644E"/>
              </a:gs>
              <a:gs pos="83000">
                <a:srgbClr val="D3644E"/>
              </a:gs>
              <a:gs pos="28000">
                <a:srgbClr val="C14E30"/>
              </a:gs>
              <a:gs pos="68000">
                <a:srgbClr val="C14E30"/>
              </a:gs>
              <a:gs pos="49000">
                <a:srgbClr val="822B1C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377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</a:pPr>
            <a:endParaRPr kumimoji="0" lang="es-PE" sz="20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pic>
        <p:nvPicPr>
          <p:cNvPr id="33" name="Picture 32" descr="Collage.png"/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723384"/>
            <a:ext cx="12222760" cy="101558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 bwMode="auto">
          <a:xfrm>
            <a:off x="0" y="3718406"/>
            <a:ext cx="12214371" cy="48000"/>
          </a:xfrm>
          <a:prstGeom prst="rect">
            <a:avLst/>
          </a:prstGeom>
          <a:gradFill flip="none" rotWithShape="1">
            <a:gsLst>
              <a:gs pos="0">
                <a:srgbClr val="822B1C"/>
              </a:gs>
              <a:gs pos="100000">
                <a:srgbClr val="822B1C"/>
              </a:gs>
              <a:gs pos="16000">
                <a:srgbClr val="D3644E"/>
              </a:gs>
              <a:gs pos="83000">
                <a:srgbClr val="D3644E"/>
              </a:gs>
              <a:gs pos="28000">
                <a:srgbClr val="C14E30"/>
              </a:gs>
              <a:gs pos="68000">
                <a:srgbClr val="C14E30"/>
              </a:gs>
              <a:gs pos="49000">
                <a:srgbClr val="822B1C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377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</a:pPr>
            <a:endParaRPr kumimoji="0" lang="es-PE" sz="20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-7856" y="2687947"/>
            <a:ext cx="12214371" cy="36000"/>
          </a:xfrm>
          <a:prstGeom prst="rect">
            <a:avLst/>
          </a:prstGeom>
          <a:gradFill flip="none" rotWithShape="1">
            <a:gsLst>
              <a:gs pos="0">
                <a:srgbClr val="822B1C"/>
              </a:gs>
              <a:gs pos="100000">
                <a:srgbClr val="822B1C"/>
              </a:gs>
              <a:gs pos="16000">
                <a:srgbClr val="D3644E"/>
              </a:gs>
              <a:gs pos="83000">
                <a:srgbClr val="D3644E"/>
              </a:gs>
              <a:gs pos="28000">
                <a:srgbClr val="C14E30"/>
              </a:gs>
              <a:gs pos="68000">
                <a:srgbClr val="C14E30"/>
              </a:gs>
              <a:gs pos="49000">
                <a:srgbClr val="822B1C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377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</a:pPr>
            <a:endParaRPr kumimoji="0" lang="es-PE" sz="20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013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0016"/>
            <a:ext cx="12192000" cy="6864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0017"/>
            <a:ext cx="12192000" cy="608805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418932" y="6626726"/>
            <a:ext cx="0" cy="238615"/>
          </a:xfrm>
          <a:prstGeom prst="line">
            <a:avLst/>
          </a:prstGeom>
          <a:noFill/>
          <a:ln w="9525" cap="flat" cmpd="sng" algn="ctr">
            <a:solidFill>
              <a:srgbClr val="0E738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/>
        </p:nvCxnSpPr>
        <p:spPr>
          <a:xfrm>
            <a:off x="418932" y="6626726"/>
            <a:ext cx="0" cy="238615"/>
          </a:xfrm>
          <a:prstGeom prst="line">
            <a:avLst/>
          </a:prstGeom>
          <a:noFill/>
          <a:ln w="9525" cap="flat" cmpd="sng" algn="ctr">
            <a:solidFill>
              <a:srgbClr val="0E738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Rectangle 13"/>
          <p:cNvSpPr/>
          <p:nvPr/>
        </p:nvSpPr>
        <p:spPr>
          <a:xfrm>
            <a:off x="-16577" y="6551642"/>
            <a:ext cx="449162" cy="256545"/>
          </a:xfrm>
          <a:prstGeom prst="rect">
            <a:avLst/>
          </a:prstGeom>
        </p:spPr>
        <p:txBody>
          <a:bodyPr wrap="none" lIns="91440" tIns="45720" rIns="91440" bIns="45720" anchor="ctr">
            <a:spAutoFit/>
          </a:bodyPr>
          <a:lstStyle/>
          <a:p>
            <a:pPr algn="r">
              <a:defRPr/>
            </a:pPr>
            <a:fld id="{FA5C85D5-09CE-0F41-BDFF-B75A9F63D378}" type="slidenum">
              <a:rPr lang="es-PE" sz="1067" smtClean="0">
                <a:solidFill>
                  <a:srgbClr val="647486"/>
                </a:solidFill>
                <a:latin typeface="Tahoma"/>
                <a:ea typeface="ＭＳ Ｐゴシック" charset="0"/>
              </a:rPr>
              <a:pPr algn="r">
                <a:defRPr/>
              </a:pPr>
              <a:t>‹#›</a:t>
            </a:fld>
            <a:endParaRPr lang="es-PE" sz="1067">
              <a:solidFill>
                <a:srgbClr val="647486"/>
              </a:solidFill>
              <a:latin typeface="Tahoma"/>
              <a:ea typeface="ＭＳ Ｐゴシック" charset="0"/>
            </a:endParaRPr>
          </a:p>
        </p:txBody>
      </p:sp>
      <p:sp>
        <p:nvSpPr>
          <p:cNvPr id="13" name="1 Marcador de título"/>
          <p:cNvSpPr>
            <a:spLocks noGrp="1"/>
          </p:cNvSpPr>
          <p:nvPr>
            <p:ph type="title" hasCustomPrompt="1"/>
          </p:nvPr>
        </p:nvSpPr>
        <p:spPr bwMode="auto">
          <a:xfrm>
            <a:off x="335281" y="66900"/>
            <a:ext cx="9217104" cy="5218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l">
              <a:defRPr lang="es-PE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algn="l"/>
            <a:r>
              <a:rPr lang="en-US"/>
              <a:t>Click to edit Master title style</a:t>
            </a:r>
            <a:endParaRPr lang="en-US" noProof="0"/>
          </a:p>
        </p:txBody>
      </p:sp>
      <p:pic>
        <p:nvPicPr>
          <p:cNvPr id="10" name="Picture 9" descr="Antamina-logomediano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48379" y="6518520"/>
            <a:ext cx="323488" cy="292201"/>
          </a:xfrm>
          <a:prstGeom prst="rect">
            <a:avLst/>
          </a:prstGeom>
        </p:spPr>
      </p:pic>
      <p:sp>
        <p:nvSpPr>
          <p:cNvPr id="12" name="Rectangle 16"/>
          <p:cNvSpPr/>
          <p:nvPr/>
        </p:nvSpPr>
        <p:spPr>
          <a:xfrm>
            <a:off x="10073287" y="6582453"/>
            <a:ext cx="1592103" cy="194990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r>
              <a:rPr lang="en-US" sz="667">
                <a:solidFill>
                  <a:prstClr val="white">
                    <a:lumMod val="50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Source: Antamina PDN – Confidential</a:t>
            </a:r>
          </a:p>
        </p:txBody>
      </p:sp>
    </p:spTree>
    <p:extLst>
      <p:ext uri="{BB962C8B-B14F-4D97-AF65-F5344CB8AC3E}">
        <p14:creationId xmlns:p14="http://schemas.microsoft.com/office/powerpoint/2010/main" val="9750646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Capitul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4252204"/>
            <a:ext cx="7918845" cy="0"/>
          </a:xfrm>
          <a:prstGeom prst="line">
            <a:avLst/>
          </a:prstGeom>
          <a:ln w="6350" cmpd="sng">
            <a:solidFill>
              <a:srgbClr val="0E73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3668" y="6557484"/>
            <a:ext cx="440809" cy="261611"/>
          </a:xfrm>
          <a:prstGeom prst="rect">
            <a:avLst/>
          </a:prstGeom>
        </p:spPr>
        <p:txBody>
          <a:bodyPr wrap="none" lIns="91440" tIns="45720" rIns="91440" bIns="45720" anchor="ctr">
            <a:noAutofit/>
          </a:bodyPr>
          <a:lstStyle/>
          <a:p>
            <a:pPr algn="r">
              <a:defRPr/>
            </a:pPr>
            <a:fld id="{FA5C85D5-09CE-0F41-BDFF-B75A9F63D378}" type="slidenum">
              <a:rPr lang="es-PE" sz="1333" smtClean="0">
                <a:solidFill>
                  <a:srgbClr val="647486"/>
                </a:solidFill>
                <a:latin typeface="Tahoma"/>
              </a:rPr>
              <a:pPr algn="r">
                <a:defRPr/>
              </a:pPr>
              <a:t>‹#›</a:t>
            </a:fld>
            <a:endParaRPr lang="es-PE" sz="1333">
              <a:solidFill>
                <a:srgbClr val="647486"/>
              </a:solidFill>
              <a:latin typeface="Tahoma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418932" y="6626726"/>
            <a:ext cx="0" cy="238615"/>
          </a:xfrm>
          <a:prstGeom prst="line">
            <a:avLst/>
          </a:prstGeom>
          <a:noFill/>
          <a:ln w="9525" cap="flat" cmpd="sng" algn="ctr">
            <a:solidFill>
              <a:srgbClr val="0E738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/>
        </p:nvCxnSpPr>
        <p:spPr>
          <a:xfrm>
            <a:off x="0" y="4252204"/>
            <a:ext cx="7918845" cy="0"/>
          </a:xfrm>
          <a:prstGeom prst="line">
            <a:avLst/>
          </a:prstGeom>
          <a:ln w="6350" cmpd="sng">
            <a:solidFill>
              <a:srgbClr val="0E73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18932" y="6626726"/>
            <a:ext cx="0" cy="238615"/>
          </a:xfrm>
          <a:prstGeom prst="line">
            <a:avLst/>
          </a:prstGeom>
          <a:noFill/>
          <a:ln w="9525" cap="flat" cmpd="sng" algn="ctr">
            <a:solidFill>
              <a:srgbClr val="0E738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575734" y="3683424"/>
            <a:ext cx="10599205" cy="492443"/>
          </a:xfrm>
          <a:prstGeom prst="rect">
            <a:avLst/>
          </a:prstGeom>
          <a:noFill/>
          <a:ln>
            <a:noFill/>
          </a:ln>
        </p:spPr>
        <p:txBody>
          <a:bodyPr lIns="90000" tIns="36000" bIns="36000" anchor="ctr" anchorCtr="0">
            <a:noAutofit/>
          </a:bodyPr>
          <a:lstStyle>
            <a:lvl1pPr>
              <a:defRPr lang="en-US" sz="2667" b="1" noProof="0" dirty="0">
                <a:solidFill>
                  <a:srgbClr val="0C64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5" name="Marcador de texto 34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3" y="4319937"/>
            <a:ext cx="8178800" cy="457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133" b="1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9" descr="Antamina-logomedian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48379" y="6518520"/>
            <a:ext cx="323488" cy="292201"/>
          </a:xfrm>
          <a:prstGeom prst="rect">
            <a:avLst/>
          </a:prstGeom>
        </p:spPr>
      </p:pic>
      <p:sp>
        <p:nvSpPr>
          <p:cNvPr id="20" name="Rectangle 16"/>
          <p:cNvSpPr/>
          <p:nvPr/>
        </p:nvSpPr>
        <p:spPr>
          <a:xfrm>
            <a:off x="10073287" y="6582453"/>
            <a:ext cx="1592103" cy="194990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r>
              <a:rPr lang="en-US" sz="667">
                <a:solidFill>
                  <a:prstClr val="white">
                    <a:lumMod val="50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Source: Antamina PDN –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83721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06">
          <p15:clr>
            <a:srgbClr val="FBAE40"/>
          </p15:clr>
        </p15:guide>
        <p15:guide id="2" pos="27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Cierre ">
    <p:bg>
      <p:bgPr>
        <a:solidFill>
          <a:srgbClr val="0E7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 preferRelativeResize="0"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0135" y="6482294"/>
            <a:ext cx="316299" cy="339621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0" y="4252913"/>
            <a:ext cx="7918451" cy="0"/>
          </a:xfrm>
          <a:prstGeom prst="line">
            <a:avLst/>
          </a:prstGeom>
          <a:ln w="635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8"/>
          <p:cNvCxnSpPr>
            <a:cxnSpLocks noChangeShapeType="1"/>
          </p:cNvCxnSpPr>
          <p:nvPr/>
        </p:nvCxnSpPr>
        <p:spPr bwMode="auto">
          <a:xfrm>
            <a:off x="419100" y="6626228"/>
            <a:ext cx="0" cy="239713"/>
          </a:xfrm>
          <a:prstGeom prst="line">
            <a:avLst/>
          </a:prstGeom>
          <a:noFill/>
          <a:ln w="9525" algn="ctr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1 Marcador de título"/>
          <p:cNvSpPr>
            <a:spLocks noGrp="1"/>
          </p:cNvSpPr>
          <p:nvPr>
            <p:ph type="title"/>
          </p:nvPr>
        </p:nvSpPr>
        <p:spPr bwMode="auto">
          <a:xfrm>
            <a:off x="575734" y="3691467"/>
            <a:ext cx="7342717" cy="494061"/>
          </a:xfrm>
          <a:prstGeom prst="rect">
            <a:avLst/>
          </a:prstGeom>
          <a:noFill/>
          <a:ln>
            <a:noFill/>
          </a:ln>
          <a:extLst>
            <a:ext uri="{FAA26D3D-D897-4be2-8F04-BA451C77F1D7}"/>
          </a:extLst>
        </p:spPr>
        <p:txBody>
          <a:bodyPr lIns="90000" tIns="36000" bIns="36000" anchor="ctr" anchorCtr="0">
            <a:noAutofit/>
          </a:bodyPr>
          <a:lstStyle>
            <a:lvl1pPr algn="l">
              <a:defRPr sz="2667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s-PE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4252913"/>
            <a:ext cx="7918451" cy="0"/>
          </a:xfrm>
          <a:prstGeom prst="line">
            <a:avLst/>
          </a:prstGeom>
          <a:ln w="635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8"/>
          <p:cNvCxnSpPr>
            <a:cxnSpLocks noChangeShapeType="1"/>
          </p:cNvCxnSpPr>
          <p:nvPr/>
        </p:nvCxnSpPr>
        <p:spPr bwMode="auto">
          <a:xfrm>
            <a:off x="419100" y="6626228"/>
            <a:ext cx="0" cy="239713"/>
          </a:xfrm>
          <a:prstGeom prst="line">
            <a:avLst/>
          </a:prstGeom>
          <a:noFill/>
          <a:ln w="9525" algn="ctr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Rectangle 13"/>
          <p:cNvSpPr/>
          <p:nvPr/>
        </p:nvSpPr>
        <p:spPr>
          <a:xfrm>
            <a:off x="-16577" y="6551642"/>
            <a:ext cx="449162" cy="256545"/>
          </a:xfrm>
          <a:prstGeom prst="rect">
            <a:avLst/>
          </a:prstGeom>
        </p:spPr>
        <p:txBody>
          <a:bodyPr wrap="none" lIns="91440" tIns="45720" rIns="91440" bIns="45720" anchor="ctr">
            <a:spAutoFit/>
          </a:bodyPr>
          <a:lstStyle/>
          <a:p>
            <a:pPr algn="r">
              <a:defRPr/>
            </a:pPr>
            <a:fld id="{FA5C85D5-09CE-0F41-BDFF-B75A9F63D378}" type="slidenum">
              <a:rPr lang="es-PE" sz="1067" smtClean="0">
                <a:solidFill>
                  <a:schemeClr val="bg1"/>
                </a:solidFill>
                <a:latin typeface="Tahoma"/>
                <a:ea typeface="ＭＳ Ｐゴシック" charset="0"/>
              </a:rPr>
              <a:pPr algn="r">
                <a:defRPr/>
              </a:pPr>
              <a:t>‹#›</a:t>
            </a:fld>
            <a:endParaRPr lang="es-PE" sz="1067">
              <a:solidFill>
                <a:schemeClr val="bg1"/>
              </a:solidFill>
              <a:latin typeface="Tahoma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788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06">
          <p15:clr>
            <a:srgbClr val="FBAE40"/>
          </p15:clr>
        </p15:guide>
        <p15:guide id="2" pos="27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/>
          <p:cNvSpPr/>
          <p:nvPr/>
        </p:nvSpPr>
        <p:spPr>
          <a:xfrm>
            <a:off x="23668" y="6557484"/>
            <a:ext cx="440809" cy="261611"/>
          </a:xfrm>
          <a:prstGeom prst="rect">
            <a:avLst/>
          </a:prstGeom>
        </p:spPr>
        <p:txBody>
          <a:bodyPr wrap="none" lIns="91440" tIns="45720" rIns="91440" bIns="45720" anchor="ctr">
            <a:noAutofit/>
          </a:bodyPr>
          <a:lstStyle/>
          <a:p>
            <a:pPr algn="r">
              <a:defRPr/>
            </a:pPr>
            <a:fld id="{FA5C85D5-09CE-0F41-BDFF-B75A9F63D378}" type="slidenum">
              <a:rPr lang="es-PE" sz="1333" smtClean="0">
                <a:solidFill>
                  <a:srgbClr val="647486"/>
                </a:solidFill>
                <a:latin typeface="Tahoma"/>
              </a:rPr>
              <a:pPr algn="r">
                <a:defRPr/>
              </a:pPr>
              <a:t>‹#›</a:t>
            </a:fld>
            <a:endParaRPr lang="es-PE" sz="1333">
              <a:solidFill>
                <a:srgbClr val="647486"/>
              </a:solidFill>
              <a:latin typeface="Tahoma"/>
            </a:endParaRPr>
          </a:p>
        </p:txBody>
      </p:sp>
      <p:pic>
        <p:nvPicPr>
          <p:cNvPr id="9" name="Picture 9" descr="Antamina-logomedian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48379" y="6518520"/>
            <a:ext cx="323488" cy="292201"/>
          </a:xfrm>
          <a:prstGeom prst="rect">
            <a:avLst/>
          </a:prstGeom>
        </p:spPr>
      </p:pic>
      <p:sp>
        <p:nvSpPr>
          <p:cNvPr id="10" name="Rectangle 16"/>
          <p:cNvSpPr/>
          <p:nvPr/>
        </p:nvSpPr>
        <p:spPr>
          <a:xfrm>
            <a:off x="10073287" y="6582453"/>
            <a:ext cx="1592103" cy="194990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r>
              <a:rPr lang="en-US" sz="667">
                <a:solidFill>
                  <a:prstClr val="white">
                    <a:lumMod val="50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Source: Antamina PDN –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888896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átula Mo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6753539" y="4502907"/>
            <a:ext cx="4596288" cy="952464"/>
          </a:xfrm>
          <a:ln/>
        </p:spPr>
        <p:txBody>
          <a:bodyPr anchor="b"/>
          <a:lstStyle>
            <a:lvl1pPr algn="l" defTabSz="820375">
              <a:defRPr sz="2500" b="1" baseline="0">
                <a:solidFill>
                  <a:schemeClr val="tx2"/>
                </a:solidFill>
                <a:latin typeface="Tahoma"/>
                <a:cs typeface="Tahoma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6753537" y="5490330"/>
            <a:ext cx="3291831" cy="292388"/>
          </a:xfrm>
        </p:spPr>
        <p:txBody>
          <a:bodyPr wrap="square" anchor="t">
            <a:spAutoFit/>
          </a:bodyPr>
          <a:lstStyle>
            <a:lvl1pPr marL="0" indent="0" algn="l" defTabSz="820375">
              <a:spcBef>
                <a:spcPct val="0"/>
              </a:spcBef>
              <a:buClrTx/>
              <a:buFontTx/>
              <a:buNone/>
              <a:defRPr sz="1300" baseline="0">
                <a:solidFill>
                  <a:schemeClr val="bg1">
                    <a:lumMod val="50000"/>
                  </a:schemeClr>
                </a:solidFill>
                <a:latin typeface="Tahoma"/>
                <a:cs typeface="Tahoma"/>
              </a:defRPr>
            </a:lvl1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754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urques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571614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0017"/>
            <a:ext cx="12192000" cy="608805"/>
          </a:xfrm>
          <a:prstGeom prst="rect">
            <a:avLst/>
          </a:prstGeom>
        </p:spPr>
      </p:pic>
      <p:sp>
        <p:nvSpPr>
          <p:cNvPr id="10" name="1 Marcador de título"/>
          <p:cNvSpPr>
            <a:spLocks noGrp="1"/>
          </p:cNvSpPr>
          <p:nvPr>
            <p:ph type="title" hasCustomPrompt="1"/>
          </p:nvPr>
        </p:nvSpPr>
        <p:spPr bwMode="auto">
          <a:xfrm>
            <a:off x="335361" y="44451"/>
            <a:ext cx="9217023" cy="5048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>
            <a:noAutofit/>
          </a:bodyPr>
          <a:lstStyle>
            <a:lvl1pPr algn="l">
              <a:defRPr lang="es-PE" sz="2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algn="l"/>
            <a:r>
              <a:rPr lang="es-ES"/>
              <a:t>Haga clic para modificar el estilo de título del patrón</a:t>
            </a:r>
            <a:endParaRPr lang="es-PE"/>
          </a:p>
        </p:txBody>
      </p:sp>
      <p:cxnSp>
        <p:nvCxnSpPr>
          <p:cNvPr id="13" name="Straight Connector 12"/>
          <p:cNvCxnSpPr/>
          <p:nvPr/>
        </p:nvCxnSpPr>
        <p:spPr>
          <a:xfrm>
            <a:off x="418932" y="6626724"/>
            <a:ext cx="0" cy="238615"/>
          </a:xfrm>
          <a:prstGeom prst="line">
            <a:avLst/>
          </a:prstGeom>
          <a:noFill/>
          <a:ln w="9525" cap="flat" cmpd="sng" algn="ctr">
            <a:solidFill>
              <a:srgbClr val="0E738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23665" y="6557484"/>
            <a:ext cx="440809" cy="261610"/>
          </a:xfrm>
          <a:prstGeom prst="rect">
            <a:avLst/>
          </a:prstGeom>
        </p:spPr>
        <p:txBody>
          <a:bodyPr wrap="none" anchor="ctr">
            <a:noAutofit/>
          </a:bodyPr>
          <a:lstStyle/>
          <a:p>
            <a:pPr algn="r">
              <a:defRPr/>
            </a:pPr>
            <a:fld id="{FA5C85D5-09CE-0F41-BDFF-B75A9F63D378}" type="slidenum">
              <a:rPr lang="es-PE" sz="1100" smtClean="0">
                <a:solidFill>
                  <a:srgbClr val="647486"/>
                </a:solidFill>
                <a:latin typeface="Tahoma"/>
              </a:rPr>
              <a:pPr algn="r">
                <a:defRPr/>
              </a:pPr>
              <a:t>‹#›</a:t>
            </a:fld>
            <a:endParaRPr lang="es-PE" sz="1100">
              <a:solidFill>
                <a:srgbClr val="647486"/>
              </a:solidFill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7055082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Green left arr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7517283"/>
              </p:ext>
            </p:extLst>
          </p:nvPr>
        </p:nvGraphicFramePr>
        <p:xfrm>
          <a:off x="1589" y="1590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352" imgH="355" progId="TCLayout.ActiveDocument.1">
                  <p:embed/>
                </p:oleObj>
              </mc:Choice>
              <mc:Fallback>
                <p:oleObj name="Diapositiva de think-cell" r:id="rId5" imgW="352" imgH="355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B810FADF-B7AE-4E11-B0C4-C617A53E88F4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" y="1"/>
            <a:ext cx="211667" cy="19050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spcCol="0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097253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</a:pPr>
            <a:endParaRPr kumimoji="0" lang="en-US" sz="288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16" name="Freeform 14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3490A2"/>
              </a:gs>
              <a:gs pos="100000">
                <a:srgbClr val="276C7A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900"/>
              </a:spcAft>
            </a:pPr>
            <a:endParaRPr lang="en-US" sz="1080">
              <a:solidFill>
                <a:prstClr val="white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30002" y="3502138"/>
            <a:ext cx="2478639" cy="13143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80" baseline="0">
                <a:solidFill>
                  <a:srgbClr val="FFFFFF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Copyright" hidden="1"/>
          <p:cNvSpPr txBox="1"/>
          <p:nvPr/>
        </p:nvSpPr>
        <p:spPr>
          <a:xfrm rot="16200000">
            <a:off x="9486901" y="3927402"/>
            <a:ext cx="5133976" cy="871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540"/>
              </a:spcAft>
            </a:pPr>
            <a:r>
              <a:rPr lang="en-US" sz="629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Copyright © 2018 by The Boston Consulting Group, Inc. All rights reserved.</a:t>
            </a:r>
          </a:p>
        </p:txBody>
      </p:sp>
      <p:sp>
        <p:nvSpPr>
          <p:cNvPr id="17" name="FooterSimple" hidden="1"/>
          <p:cNvSpPr txBox="1"/>
          <p:nvPr>
            <p:custDataLst>
              <p:tags r:id="rId3"/>
            </p:custDataLst>
          </p:nvPr>
        </p:nvSpPr>
        <p:spPr>
          <a:xfrm rot="16200000">
            <a:off x="10561320" y="5122791"/>
            <a:ext cx="2743200" cy="871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540"/>
              </a:spcAft>
            </a:pPr>
            <a:r>
              <a:rPr lang="en-US" sz="629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ANTAMINA - EWG - Session11 - 2023.04.13.pptx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1" y="3402828"/>
            <a:ext cx="2694667" cy="3461747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pic>
        <p:nvPicPr>
          <p:cNvPr id="10" name="Picture 9" descr="Antamina-logomediano.png">
            <a:extLst>
              <a:ext uri="{FF2B5EF4-FFF2-40B4-BE49-F238E27FC236}">
                <a16:creationId xmlns:a16="http://schemas.microsoft.com/office/drawing/2014/main" id="{B7A7BAF3-541C-4206-8217-DF4904B6B11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61072" y="6423109"/>
            <a:ext cx="392149" cy="35422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28E203-47E3-4211-B489-A8CDAD0E99F8}"/>
              </a:ext>
            </a:extLst>
          </p:cNvPr>
          <p:cNvSpPr/>
          <p:nvPr/>
        </p:nvSpPr>
        <p:spPr>
          <a:xfrm>
            <a:off x="9715101" y="6556180"/>
            <a:ext cx="1669942" cy="173122"/>
          </a:xfrm>
          <a:prstGeom prst="rect">
            <a:avLst/>
          </a:prstGeom>
        </p:spPr>
        <p:txBody>
          <a:bodyPr wrap="none" lIns="61721" tIns="30860" rIns="61721" bIns="30860">
            <a:spAutoFit/>
          </a:bodyPr>
          <a:lstStyle/>
          <a:p>
            <a:r>
              <a:rPr lang="en-US" sz="720">
                <a:solidFill>
                  <a:prstClr val="white">
                    <a:lumMod val="50000"/>
                  </a:prstClr>
                </a:solidFill>
              </a:rPr>
              <a:t>Source: Antamina PDN – Confidential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07DEBA-90CB-4D67-A405-A1F66C8097D9}"/>
              </a:ext>
            </a:extLst>
          </p:cNvPr>
          <p:cNvCxnSpPr/>
          <p:nvPr/>
        </p:nvCxnSpPr>
        <p:spPr>
          <a:xfrm>
            <a:off x="418932" y="6626731"/>
            <a:ext cx="0" cy="238615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168C0D0-A36B-4FAD-B5C4-5E5C2A1C05B8}"/>
              </a:ext>
            </a:extLst>
          </p:cNvPr>
          <p:cNvSpPr/>
          <p:nvPr/>
        </p:nvSpPr>
        <p:spPr>
          <a:xfrm>
            <a:off x="-3754" y="6532184"/>
            <a:ext cx="436338" cy="29546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r">
              <a:defRPr/>
            </a:pPr>
            <a:fld id="{FA5C85D5-09CE-0F41-BDFF-B75A9F63D378}" type="slidenum">
              <a:rPr lang="es-PE" sz="1320" smtClean="0">
                <a:solidFill>
                  <a:schemeClr val="bg1"/>
                </a:solidFill>
                <a:latin typeface="Tahoma"/>
                <a:ea typeface="ＭＳ Ｐゴシック" charset="0"/>
              </a:rPr>
              <a:pPr algn="r">
                <a:defRPr/>
              </a:pPr>
              <a:t>‹#›</a:t>
            </a:fld>
            <a:endParaRPr lang="es-PE" sz="1320">
              <a:solidFill>
                <a:schemeClr val="bg1"/>
              </a:solidFill>
              <a:latin typeface="Tahoma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06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urques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D64F7BE-AD65-4ED3-B00E-27E63075E7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81" imgH="381" progId="TCLayout.ActiveDocument.1">
                  <p:embed/>
                </p:oleObj>
              </mc:Choice>
              <mc:Fallback>
                <p:oleObj name="Diapositiva de think-cell" r:id="rId4" imgW="381" imgH="38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D64F7BE-AD65-4ED3-B00E-27E63075E7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4AB99DF-E10D-4C91-99C9-D8DACF19B5F9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211667" cy="211667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spcCol="0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2191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</a:pPr>
            <a:endParaRPr kumimoji="0" lang="es-ES" sz="2667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rebuchet MS" panose="020B0603020202020204" pitchFamily="34" charset="0"/>
              <a:ea typeface="Tahoma" panose="020B0604030504040204" pitchFamily="34" charset="0"/>
              <a:cs typeface="Tahoma" panose="020B0604030504040204" pitchFamily="34" charset="0"/>
              <a:sym typeface="Trebuchet MS" panose="020B0603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0017"/>
            <a:ext cx="12192000" cy="6088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0018"/>
            <a:ext cx="12192000" cy="801068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418932" y="6626726"/>
            <a:ext cx="0" cy="238615"/>
          </a:xfrm>
          <a:prstGeom prst="line">
            <a:avLst/>
          </a:prstGeom>
          <a:noFill/>
          <a:ln w="9525" cap="flat" cmpd="sng" algn="ctr">
            <a:solidFill>
              <a:srgbClr val="0E738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/>
        </p:nvCxnSpPr>
        <p:spPr>
          <a:xfrm>
            <a:off x="418932" y="6626726"/>
            <a:ext cx="0" cy="238615"/>
          </a:xfrm>
          <a:prstGeom prst="line">
            <a:avLst/>
          </a:prstGeom>
          <a:noFill/>
          <a:ln w="9525" cap="flat" cmpd="sng" algn="ctr">
            <a:solidFill>
              <a:srgbClr val="0E738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Rectangle 13"/>
          <p:cNvSpPr/>
          <p:nvPr/>
        </p:nvSpPr>
        <p:spPr>
          <a:xfrm>
            <a:off x="-32608" y="6520866"/>
            <a:ext cx="465192" cy="31810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r">
              <a:defRPr/>
            </a:pPr>
            <a:fld id="{FA5C85D5-09CE-0F41-BDFF-B75A9F63D378}" type="slidenum">
              <a:rPr lang="es-PE" sz="1467" smtClean="0">
                <a:solidFill>
                  <a:srgbClr val="647486"/>
                </a:solidFill>
                <a:latin typeface="Tahoma"/>
                <a:ea typeface="ＭＳ Ｐゴシック" charset="0"/>
              </a:rPr>
              <a:pPr algn="r">
                <a:defRPr/>
              </a:pPr>
              <a:t>‹#›</a:t>
            </a:fld>
            <a:endParaRPr lang="es-PE" sz="1467">
              <a:solidFill>
                <a:srgbClr val="647486"/>
              </a:solidFill>
              <a:latin typeface="Tahoma"/>
              <a:ea typeface="ＭＳ Ｐゴシック" charset="0"/>
            </a:endParaRPr>
          </a:p>
        </p:txBody>
      </p:sp>
      <p:sp>
        <p:nvSpPr>
          <p:cNvPr id="13" name="1 Marcador de título"/>
          <p:cNvSpPr>
            <a:spLocks noGrp="1"/>
          </p:cNvSpPr>
          <p:nvPr>
            <p:ph type="title" hasCustomPrompt="1"/>
          </p:nvPr>
        </p:nvSpPr>
        <p:spPr bwMode="auto">
          <a:xfrm>
            <a:off x="406407" y="76200"/>
            <a:ext cx="9145983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 algn="l">
              <a:defRPr lang="es-PE" sz="2667" b="1" dirty="0">
                <a:solidFill>
                  <a:schemeClr val="bg1"/>
                </a:solidFill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algn="l"/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16" name="Rectangle 15"/>
          <p:cNvSpPr/>
          <p:nvPr/>
        </p:nvSpPr>
        <p:spPr>
          <a:xfrm>
            <a:off x="9121553" y="6561324"/>
            <a:ext cx="2156360" cy="2358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33">
                <a:solidFill>
                  <a:prstClr val="white">
                    <a:lumMod val="50000"/>
                  </a:prstClr>
                </a:solidFill>
                <a:latin typeface="Trebuchet MS" panose="020B0603020202020204" pitchFamily="34" charset="0"/>
              </a:rPr>
              <a:t>Source: Antamina PDN – Confidential</a:t>
            </a:r>
          </a:p>
        </p:txBody>
      </p:sp>
      <p:pic>
        <p:nvPicPr>
          <p:cNvPr id="17" name="Picture 16" descr="Antamina-logomediano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87174" y="6452318"/>
            <a:ext cx="413671" cy="34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33929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A62C211-8C9F-F646-9952-4D46A5C8E9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Redondear rectángulo de una esquina 4">
            <a:extLst>
              <a:ext uri="{FF2B5EF4-FFF2-40B4-BE49-F238E27FC236}">
                <a16:creationId xmlns:a16="http://schemas.microsoft.com/office/drawing/2014/main" id="{EE103626-1D57-DA49-B39E-52B2A755064E}"/>
              </a:ext>
            </a:extLst>
          </p:cNvPr>
          <p:cNvSpPr/>
          <p:nvPr userDrawn="1"/>
        </p:nvSpPr>
        <p:spPr>
          <a:xfrm flipV="1">
            <a:off x="-1" y="-1"/>
            <a:ext cx="11271183" cy="5596033"/>
          </a:xfrm>
          <a:prstGeom prst="round1Rect">
            <a:avLst>
              <a:gd name="adj" fmla="val 8768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dondear rectángulo de una esquina 9">
            <a:extLst>
              <a:ext uri="{FF2B5EF4-FFF2-40B4-BE49-F238E27FC236}">
                <a16:creationId xmlns:a16="http://schemas.microsoft.com/office/drawing/2014/main" id="{7D161C08-73DA-CD4B-9D66-4DDAFE7269C7}"/>
              </a:ext>
            </a:extLst>
          </p:cNvPr>
          <p:cNvSpPr/>
          <p:nvPr userDrawn="1"/>
        </p:nvSpPr>
        <p:spPr>
          <a:xfrm rot="10800000" flipV="1">
            <a:off x="10674417" y="2618072"/>
            <a:ext cx="1517582" cy="4239928"/>
          </a:xfrm>
          <a:prstGeom prst="round1Rect">
            <a:avLst>
              <a:gd name="adj" fmla="val 43652"/>
            </a:avLst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Marcador de texto 16">
            <a:extLst>
              <a:ext uri="{FF2B5EF4-FFF2-40B4-BE49-F238E27FC236}">
                <a16:creationId xmlns:a16="http://schemas.microsoft.com/office/drawing/2014/main" id="{7D1894F6-AB4B-4F44-AB42-A315E995D7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5872617" cy="1069594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Marcador de texto 16">
            <a:extLst>
              <a:ext uri="{FF2B5EF4-FFF2-40B4-BE49-F238E27FC236}">
                <a16:creationId xmlns:a16="http://schemas.microsoft.com/office/drawing/2014/main" id="{4A154408-9D36-DE40-AAD6-B39FC4D057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440075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211DBCC-D098-F64C-86A2-87EA2C244F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7009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345FB5D-C37C-F740-B77C-1ADE2506CB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Redondear rectángulo de una esquina 4">
            <a:extLst>
              <a:ext uri="{FF2B5EF4-FFF2-40B4-BE49-F238E27FC236}">
                <a16:creationId xmlns:a16="http://schemas.microsoft.com/office/drawing/2014/main" id="{EE103626-1D57-DA49-B39E-52B2A755064E}"/>
              </a:ext>
            </a:extLst>
          </p:cNvPr>
          <p:cNvSpPr/>
          <p:nvPr userDrawn="1"/>
        </p:nvSpPr>
        <p:spPr>
          <a:xfrm flipV="1">
            <a:off x="-1" y="-1"/>
            <a:ext cx="11271183" cy="5596033"/>
          </a:xfrm>
          <a:prstGeom prst="round1Rect">
            <a:avLst>
              <a:gd name="adj" fmla="val 8768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dondear rectángulo de una esquina 9">
            <a:extLst>
              <a:ext uri="{FF2B5EF4-FFF2-40B4-BE49-F238E27FC236}">
                <a16:creationId xmlns:a16="http://schemas.microsoft.com/office/drawing/2014/main" id="{7D161C08-73DA-CD4B-9D66-4DDAFE7269C7}"/>
              </a:ext>
            </a:extLst>
          </p:cNvPr>
          <p:cNvSpPr/>
          <p:nvPr userDrawn="1"/>
        </p:nvSpPr>
        <p:spPr>
          <a:xfrm rot="10800000" flipV="1">
            <a:off x="10674417" y="2618072"/>
            <a:ext cx="1517582" cy="4239928"/>
          </a:xfrm>
          <a:prstGeom prst="round1Rect">
            <a:avLst>
              <a:gd name="adj" fmla="val 43652"/>
            </a:avLst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Marcador de texto 16">
            <a:extLst>
              <a:ext uri="{FF2B5EF4-FFF2-40B4-BE49-F238E27FC236}">
                <a16:creationId xmlns:a16="http://schemas.microsoft.com/office/drawing/2014/main" id="{7D1894F6-AB4B-4F44-AB42-A315E995D7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5872617" cy="1069594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Marcador de texto 16">
            <a:extLst>
              <a:ext uri="{FF2B5EF4-FFF2-40B4-BE49-F238E27FC236}">
                <a16:creationId xmlns:a16="http://schemas.microsoft.com/office/drawing/2014/main" id="{4A154408-9D36-DE40-AAD6-B39FC4D057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440075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211DBCC-D098-F64C-86A2-87EA2C244F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80938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5C0A057-FD11-BD43-BCC1-15AB26BB2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Redondear rectángulo de una esquina 6">
            <a:extLst>
              <a:ext uri="{FF2B5EF4-FFF2-40B4-BE49-F238E27FC236}">
                <a16:creationId xmlns:a16="http://schemas.microsoft.com/office/drawing/2014/main" id="{A77EEB0A-C116-2F40-B186-6B556DF6E5E0}"/>
              </a:ext>
            </a:extLst>
          </p:cNvPr>
          <p:cNvSpPr/>
          <p:nvPr userDrawn="1"/>
        </p:nvSpPr>
        <p:spPr>
          <a:xfrm flipV="1">
            <a:off x="-1" y="-1"/>
            <a:ext cx="11271183" cy="5596033"/>
          </a:xfrm>
          <a:prstGeom prst="round1Rect">
            <a:avLst>
              <a:gd name="adj" fmla="val 8768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dondear rectángulo de una esquina 7">
            <a:extLst>
              <a:ext uri="{FF2B5EF4-FFF2-40B4-BE49-F238E27FC236}">
                <a16:creationId xmlns:a16="http://schemas.microsoft.com/office/drawing/2014/main" id="{E94EBDC0-620B-FF47-9534-9C70024D2F56}"/>
              </a:ext>
            </a:extLst>
          </p:cNvPr>
          <p:cNvSpPr/>
          <p:nvPr userDrawn="1"/>
        </p:nvSpPr>
        <p:spPr>
          <a:xfrm rot="10800000" flipV="1">
            <a:off x="10674417" y="2618072"/>
            <a:ext cx="1517582" cy="4239928"/>
          </a:xfrm>
          <a:prstGeom prst="round1Rect">
            <a:avLst>
              <a:gd name="adj" fmla="val 43652"/>
            </a:avLst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4F71A45B-F515-B642-9EED-CE87985A63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5872617" cy="1069594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Marcador de texto 16">
            <a:extLst>
              <a:ext uri="{FF2B5EF4-FFF2-40B4-BE49-F238E27FC236}">
                <a16:creationId xmlns:a16="http://schemas.microsoft.com/office/drawing/2014/main" id="{EDCC3DB2-8AB5-764D-9846-A2B2D4D3B8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440075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9C72ED7-11E1-9A4F-9B81-D0AA880DDE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9300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5C0A057-FD11-BD43-BCC1-15AB26BB28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8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Redondear rectángulo de una esquina 6">
            <a:extLst>
              <a:ext uri="{FF2B5EF4-FFF2-40B4-BE49-F238E27FC236}">
                <a16:creationId xmlns:a16="http://schemas.microsoft.com/office/drawing/2014/main" id="{A77EEB0A-C116-2F40-B186-6B556DF6E5E0}"/>
              </a:ext>
            </a:extLst>
          </p:cNvPr>
          <p:cNvSpPr/>
          <p:nvPr userDrawn="1"/>
        </p:nvSpPr>
        <p:spPr>
          <a:xfrm flipV="1">
            <a:off x="-1" y="-1"/>
            <a:ext cx="11271183" cy="5596033"/>
          </a:xfrm>
          <a:prstGeom prst="round1Rect">
            <a:avLst>
              <a:gd name="adj" fmla="val 8768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dondear rectángulo de una esquina 7">
            <a:extLst>
              <a:ext uri="{FF2B5EF4-FFF2-40B4-BE49-F238E27FC236}">
                <a16:creationId xmlns:a16="http://schemas.microsoft.com/office/drawing/2014/main" id="{E94EBDC0-620B-FF47-9534-9C70024D2F56}"/>
              </a:ext>
            </a:extLst>
          </p:cNvPr>
          <p:cNvSpPr/>
          <p:nvPr userDrawn="1"/>
        </p:nvSpPr>
        <p:spPr>
          <a:xfrm rot="10800000" flipV="1">
            <a:off x="10674417" y="2618072"/>
            <a:ext cx="1517582" cy="4239928"/>
          </a:xfrm>
          <a:prstGeom prst="round1Rect">
            <a:avLst>
              <a:gd name="adj" fmla="val 43652"/>
            </a:avLst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4F71A45B-F515-B642-9EED-CE87985A63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5872617" cy="1069594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Marcador de texto 16">
            <a:extLst>
              <a:ext uri="{FF2B5EF4-FFF2-40B4-BE49-F238E27FC236}">
                <a16:creationId xmlns:a16="http://schemas.microsoft.com/office/drawing/2014/main" id="{EDCC3DB2-8AB5-764D-9846-A2B2D4D3B8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440075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9C72ED7-11E1-9A4F-9B81-D0AA880DDE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317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4FCA036-287C-F945-9162-9579AC782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6" y="0"/>
            <a:ext cx="12188388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Redondear rectángulo de una esquina 6">
            <a:extLst>
              <a:ext uri="{FF2B5EF4-FFF2-40B4-BE49-F238E27FC236}">
                <a16:creationId xmlns:a16="http://schemas.microsoft.com/office/drawing/2014/main" id="{58B00510-E795-BF45-9C65-9A587BA9040C}"/>
              </a:ext>
            </a:extLst>
          </p:cNvPr>
          <p:cNvSpPr/>
          <p:nvPr userDrawn="1"/>
        </p:nvSpPr>
        <p:spPr>
          <a:xfrm flipV="1">
            <a:off x="-1" y="-1"/>
            <a:ext cx="11271183" cy="5596033"/>
          </a:xfrm>
          <a:prstGeom prst="round1Rect">
            <a:avLst>
              <a:gd name="adj" fmla="val 8768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dondear rectángulo de una esquina 7">
            <a:extLst>
              <a:ext uri="{FF2B5EF4-FFF2-40B4-BE49-F238E27FC236}">
                <a16:creationId xmlns:a16="http://schemas.microsoft.com/office/drawing/2014/main" id="{5FB9DDCA-1C48-3B45-874D-2EC7539E9720}"/>
              </a:ext>
            </a:extLst>
          </p:cNvPr>
          <p:cNvSpPr/>
          <p:nvPr userDrawn="1"/>
        </p:nvSpPr>
        <p:spPr>
          <a:xfrm rot="10800000" flipV="1">
            <a:off x="10674417" y="2618072"/>
            <a:ext cx="1517582" cy="4239928"/>
          </a:xfrm>
          <a:prstGeom prst="round1Rect">
            <a:avLst>
              <a:gd name="adj" fmla="val 43652"/>
            </a:avLst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88A2E650-8B95-AF43-8EBB-E728A07D29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5872617" cy="1069594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Marcador de texto 16">
            <a:extLst>
              <a:ext uri="{FF2B5EF4-FFF2-40B4-BE49-F238E27FC236}">
                <a16:creationId xmlns:a16="http://schemas.microsoft.com/office/drawing/2014/main" id="{3CB2F0D8-AFCB-DA4A-8F72-CFEB3B7CCC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440075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02D529B-928F-BA4F-80E8-7332A2D4C2C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6990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4FCA036-287C-F945-9162-9579AC782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6" y="0"/>
            <a:ext cx="12188388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Redondear rectángulo de una esquina 6">
            <a:extLst>
              <a:ext uri="{FF2B5EF4-FFF2-40B4-BE49-F238E27FC236}">
                <a16:creationId xmlns:a16="http://schemas.microsoft.com/office/drawing/2014/main" id="{58B00510-E795-BF45-9C65-9A587BA9040C}"/>
              </a:ext>
            </a:extLst>
          </p:cNvPr>
          <p:cNvSpPr/>
          <p:nvPr userDrawn="1"/>
        </p:nvSpPr>
        <p:spPr>
          <a:xfrm flipV="1">
            <a:off x="-1" y="-1"/>
            <a:ext cx="11271183" cy="5596033"/>
          </a:xfrm>
          <a:prstGeom prst="round1Rect">
            <a:avLst>
              <a:gd name="adj" fmla="val 8768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dondear rectángulo de una esquina 7">
            <a:extLst>
              <a:ext uri="{FF2B5EF4-FFF2-40B4-BE49-F238E27FC236}">
                <a16:creationId xmlns:a16="http://schemas.microsoft.com/office/drawing/2014/main" id="{5FB9DDCA-1C48-3B45-874D-2EC7539E9720}"/>
              </a:ext>
            </a:extLst>
          </p:cNvPr>
          <p:cNvSpPr/>
          <p:nvPr userDrawn="1"/>
        </p:nvSpPr>
        <p:spPr>
          <a:xfrm rot="10800000" flipV="1">
            <a:off x="10674417" y="2618072"/>
            <a:ext cx="1517582" cy="4239928"/>
          </a:xfrm>
          <a:prstGeom prst="round1Rect">
            <a:avLst>
              <a:gd name="adj" fmla="val 43652"/>
            </a:avLst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88A2E650-8B95-AF43-8EBB-E728A07D29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5872617" cy="1069594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Marcador de texto 16">
            <a:extLst>
              <a:ext uri="{FF2B5EF4-FFF2-40B4-BE49-F238E27FC236}">
                <a16:creationId xmlns:a16="http://schemas.microsoft.com/office/drawing/2014/main" id="{3CB2F0D8-AFCB-DA4A-8F72-CFEB3B7CCC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440075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02D529B-928F-BA4F-80E8-7332A2D4C2C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24429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7C1BA71-3E3E-9F4C-8108-5AF1E07F0C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6" y="0"/>
            <a:ext cx="12188388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Redondear rectángulo de una esquina 6">
            <a:extLst>
              <a:ext uri="{FF2B5EF4-FFF2-40B4-BE49-F238E27FC236}">
                <a16:creationId xmlns:a16="http://schemas.microsoft.com/office/drawing/2014/main" id="{12E9B4AA-0997-B241-9264-2F2D1AF0BDC1}"/>
              </a:ext>
            </a:extLst>
          </p:cNvPr>
          <p:cNvSpPr/>
          <p:nvPr userDrawn="1"/>
        </p:nvSpPr>
        <p:spPr>
          <a:xfrm flipV="1">
            <a:off x="-1" y="-1"/>
            <a:ext cx="11271183" cy="5596033"/>
          </a:xfrm>
          <a:prstGeom prst="round1Rect">
            <a:avLst>
              <a:gd name="adj" fmla="val 8768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dondear rectángulo de una esquina 7">
            <a:extLst>
              <a:ext uri="{FF2B5EF4-FFF2-40B4-BE49-F238E27FC236}">
                <a16:creationId xmlns:a16="http://schemas.microsoft.com/office/drawing/2014/main" id="{96001631-46BE-3E46-9F9D-ACCA76ED34BC}"/>
              </a:ext>
            </a:extLst>
          </p:cNvPr>
          <p:cNvSpPr/>
          <p:nvPr userDrawn="1"/>
        </p:nvSpPr>
        <p:spPr>
          <a:xfrm rot="10800000" flipV="1">
            <a:off x="10674417" y="2618072"/>
            <a:ext cx="1517582" cy="4239928"/>
          </a:xfrm>
          <a:prstGeom prst="round1Rect">
            <a:avLst>
              <a:gd name="adj" fmla="val 43652"/>
            </a:avLst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128620F6-223C-A74A-8440-2DF20B3C45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5872617" cy="1069594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Marcador de texto 16">
            <a:extLst>
              <a:ext uri="{FF2B5EF4-FFF2-40B4-BE49-F238E27FC236}">
                <a16:creationId xmlns:a16="http://schemas.microsoft.com/office/drawing/2014/main" id="{DE398990-C3D9-E34F-8E76-E59CB74974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440075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F130B7D-D5A5-5F4B-9FE8-58D7B9974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09094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7C1BA71-3E3E-9F4C-8108-5AF1E07F0C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6" y="0"/>
            <a:ext cx="12188388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Redondear rectángulo de una esquina 6">
            <a:extLst>
              <a:ext uri="{FF2B5EF4-FFF2-40B4-BE49-F238E27FC236}">
                <a16:creationId xmlns:a16="http://schemas.microsoft.com/office/drawing/2014/main" id="{12E9B4AA-0997-B241-9264-2F2D1AF0BDC1}"/>
              </a:ext>
            </a:extLst>
          </p:cNvPr>
          <p:cNvSpPr/>
          <p:nvPr userDrawn="1"/>
        </p:nvSpPr>
        <p:spPr>
          <a:xfrm flipV="1">
            <a:off x="-1" y="-1"/>
            <a:ext cx="11271183" cy="5596033"/>
          </a:xfrm>
          <a:prstGeom prst="round1Rect">
            <a:avLst>
              <a:gd name="adj" fmla="val 8768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dondear rectángulo de una esquina 7">
            <a:extLst>
              <a:ext uri="{FF2B5EF4-FFF2-40B4-BE49-F238E27FC236}">
                <a16:creationId xmlns:a16="http://schemas.microsoft.com/office/drawing/2014/main" id="{96001631-46BE-3E46-9F9D-ACCA76ED34BC}"/>
              </a:ext>
            </a:extLst>
          </p:cNvPr>
          <p:cNvSpPr/>
          <p:nvPr userDrawn="1"/>
        </p:nvSpPr>
        <p:spPr>
          <a:xfrm rot="10800000" flipV="1">
            <a:off x="10674417" y="2618072"/>
            <a:ext cx="1517582" cy="4239928"/>
          </a:xfrm>
          <a:prstGeom prst="round1Rect">
            <a:avLst>
              <a:gd name="adj" fmla="val 43652"/>
            </a:avLst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128620F6-223C-A74A-8440-2DF20B3C45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5872617" cy="1069594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Marcador de texto 16">
            <a:extLst>
              <a:ext uri="{FF2B5EF4-FFF2-40B4-BE49-F238E27FC236}">
                <a16:creationId xmlns:a16="http://schemas.microsoft.com/office/drawing/2014/main" id="{DE398990-C3D9-E34F-8E76-E59CB74974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440075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F130B7D-D5A5-5F4B-9FE8-58D7B9974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76896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60185D9-A1A3-464C-B2C7-E2AC5989D7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7"/>
          <a:stretch/>
        </p:blipFill>
        <p:spPr>
          <a:xfrm>
            <a:off x="1" y="0"/>
            <a:ext cx="12191998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Redondear rectángulo de una esquina 6">
            <a:extLst>
              <a:ext uri="{FF2B5EF4-FFF2-40B4-BE49-F238E27FC236}">
                <a16:creationId xmlns:a16="http://schemas.microsoft.com/office/drawing/2014/main" id="{69A9174D-AC82-554B-BE89-96EDF95E4E5F}"/>
              </a:ext>
            </a:extLst>
          </p:cNvPr>
          <p:cNvSpPr/>
          <p:nvPr userDrawn="1"/>
        </p:nvSpPr>
        <p:spPr>
          <a:xfrm flipV="1">
            <a:off x="-1" y="-1"/>
            <a:ext cx="11271183" cy="5596033"/>
          </a:xfrm>
          <a:prstGeom prst="round1Rect">
            <a:avLst>
              <a:gd name="adj" fmla="val 8768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dondear rectángulo de una esquina 7">
            <a:extLst>
              <a:ext uri="{FF2B5EF4-FFF2-40B4-BE49-F238E27FC236}">
                <a16:creationId xmlns:a16="http://schemas.microsoft.com/office/drawing/2014/main" id="{FBC5C0E4-4BA1-E540-A78F-5F1066C2B181}"/>
              </a:ext>
            </a:extLst>
          </p:cNvPr>
          <p:cNvSpPr/>
          <p:nvPr userDrawn="1"/>
        </p:nvSpPr>
        <p:spPr>
          <a:xfrm rot="10800000" flipV="1">
            <a:off x="10674417" y="2618072"/>
            <a:ext cx="1517582" cy="4239928"/>
          </a:xfrm>
          <a:prstGeom prst="round1Rect">
            <a:avLst>
              <a:gd name="adj" fmla="val 43652"/>
            </a:avLst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ABBE6DB6-B085-204D-A29D-1CE2CC5188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5872617" cy="1069594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Marcador de texto 16">
            <a:extLst>
              <a:ext uri="{FF2B5EF4-FFF2-40B4-BE49-F238E27FC236}">
                <a16:creationId xmlns:a16="http://schemas.microsoft.com/office/drawing/2014/main" id="{1434CA97-73C6-CF45-B2C0-41D65A0011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440075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CC94E50-96DE-4148-B035-6C68AC3C7C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2875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60185D9-A1A3-464C-B2C7-E2AC5989D7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Redondear rectángulo de una esquina 6">
            <a:extLst>
              <a:ext uri="{FF2B5EF4-FFF2-40B4-BE49-F238E27FC236}">
                <a16:creationId xmlns:a16="http://schemas.microsoft.com/office/drawing/2014/main" id="{69A9174D-AC82-554B-BE89-96EDF95E4E5F}"/>
              </a:ext>
            </a:extLst>
          </p:cNvPr>
          <p:cNvSpPr/>
          <p:nvPr userDrawn="1"/>
        </p:nvSpPr>
        <p:spPr>
          <a:xfrm flipV="1">
            <a:off x="-1" y="-1"/>
            <a:ext cx="11271183" cy="5596033"/>
          </a:xfrm>
          <a:prstGeom prst="round1Rect">
            <a:avLst>
              <a:gd name="adj" fmla="val 8768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dondear rectángulo de una esquina 7">
            <a:extLst>
              <a:ext uri="{FF2B5EF4-FFF2-40B4-BE49-F238E27FC236}">
                <a16:creationId xmlns:a16="http://schemas.microsoft.com/office/drawing/2014/main" id="{FBC5C0E4-4BA1-E540-A78F-5F1066C2B181}"/>
              </a:ext>
            </a:extLst>
          </p:cNvPr>
          <p:cNvSpPr/>
          <p:nvPr userDrawn="1"/>
        </p:nvSpPr>
        <p:spPr>
          <a:xfrm rot="10800000" flipV="1">
            <a:off x="10674417" y="2618072"/>
            <a:ext cx="1517582" cy="4239928"/>
          </a:xfrm>
          <a:prstGeom prst="round1Rect">
            <a:avLst>
              <a:gd name="adj" fmla="val 43652"/>
            </a:avLst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ABBE6DB6-B085-204D-A29D-1CE2CC5188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5872617" cy="1069594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Marcador de texto 16">
            <a:extLst>
              <a:ext uri="{FF2B5EF4-FFF2-40B4-BE49-F238E27FC236}">
                <a16:creationId xmlns:a16="http://schemas.microsoft.com/office/drawing/2014/main" id="{1434CA97-73C6-CF45-B2C0-41D65A0011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440075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CC94E50-96DE-4148-B035-6C68AC3C7C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7416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BBD6B62C-9E8D-D644-B667-5E870CA675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008" cy="6854096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E55B1213-8DFC-D541-835C-C2A2FF552697}"/>
              </a:ext>
            </a:extLst>
          </p:cNvPr>
          <p:cNvSpPr/>
          <p:nvPr userDrawn="1"/>
        </p:nvSpPr>
        <p:spPr>
          <a:xfrm>
            <a:off x="-991" y="0"/>
            <a:ext cx="12192000" cy="6858000"/>
          </a:xfrm>
          <a:prstGeom prst="rect">
            <a:avLst/>
          </a:prstGeom>
          <a:solidFill>
            <a:srgbClr val="00778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E24A469F-0B9B-F944-820A-E31736E293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FB3D27C5-C67A-EC4A-8FCB-047C651343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79339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72D8665F-2338-B346-88FC-50B466EC2C0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022803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C7DEA5A0-F599-CB43-8B13-7C509BC237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91166"/>
            <a:ext cx="3021812" cy="2275668"/>
          </a:xfrm>
          <a:custGeom>
            <a:avLst/>
            <a:gdLst>
              <a:gd name="connsiteX0" fmla="*/ 0 w 3021812"/>
              <a:gd name="connsiteY0" fmla="*/ 0 h 2275668"/>
              <a:gd name="connsiteX1" fmla="*/ 3021812 w 3021812"/>
              <a:gd name="connsiteY1" fmla="*/ 0 h 2275668"/>
              <a:gd name="connsiteX2" fmla="*/ 3021812 w 3021812"/>
              <a:gd name="connsiteY2" fmla="*/ 2275668 h 2275668"/>
              <a:gd name="connsiteX3" fmla="*/ 0 w 3021812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812" h="2275668">
                <a:moveTo>
                  <a:pt x="0" y="0"/>
                </a:moveTo>
                <a:lnTo>
                  <a:pt x="3021812" y="0"/>
                </a:lnTo>
                <a:lnTo>
                  <a:pt x="3021812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C37430D8-900B-7349-8895-0F6C8DB23B5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35319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073968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B8C404AD-CC1D-FA4E-8D6A-31B33E4C50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961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285ACF55-C90B-DF44-AE38-8634CE20E3FE}"/>
              </a:ext>
            </a:extLst>
          </p:cNvPr>
          <p:cNvSpPr/>
          <p:nvPr userDrawn="1"/>
        </p:nvSpPr>
        <p:spPr>
          <a:xfrm>
            <a:off x="-991" y="0"/>
            <a:ext cx="12192000" cy="6858000"/>
          </a:xfrm>
          <a:prstGeom prst="rect">
            <a:avLst/>
          </a:prstGeom>
          <a:solidFill>
            <a:srgbClr val="00778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E24A469F-0B9B-F944-820A-E31736E293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FB3D27C5-C67A-EC4A-8FCB-047C651343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79339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72D8665F-2338-B346-88FC-50B466EC2C0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22803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C7DEA5A0-F599-CB43-8B13-7C509BC237B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91166"/>
            <a:ext cx="3021812" cy="2275668"/>
          </a:xfrm>
          <a:custGeom>
            <a:avLst/>
            <a:gdLst>
              <a:gd name="connsiteX0" fmla="*/ 0 w 3021812"/>
              <a:gd name="connsiteY0" fmla="*/ 0 h 2275668"/>
              <a:gd name="connsiteX1" fmla="*/ 3021812 w 3021812"/>
              <a:gd name="connsiteY1" fmla="*/ 0 h 2275668"/>
              <a:gd name="connsiteX2" fmla="*/ 3021812 w 3021812"/>
              <a:gd name="connsiteY2" fmla="*/ 2275668 h 2275668"/>
              <a:gd name="connsiteX3" fmla="*/ 0 w 3021812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812" h="2275668">
                <a:moveTo>
                  <a:pt x="0" y="0"/>
                </a:moveTo>
                <a:lnTo>
                  <a:pt x="3021812" y="0"/>
                </a:lnTo>
                <a:lnTo>
                  <a:pt x="3021812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C37430D8-900B-7349-8895-0F6C8DB23B5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35319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3961053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BBD6B62C-9E8D-D644-B667-5E870CA675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80" y="1"/>
            <a:ext cx="12181450" cy="6854096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E55B1213-8DFC-D541-835C-C2A2FF55269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8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E24A469F-0B9B-F944-820A-E31736E293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FB3D27C5-C67A-EC4A-8FCB-047C651343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7895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72D8665F-2338-B346-88FC-50B466EC2C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22803" y="2287263"/>
            <a:ext cx="3056681" cy="2275667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C7DEA5A0-F599-CB43-8B13-7C509BC237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91166"/>
            <a:ext cx="3021812" cy="2275668"/>
          </a:xfrm>
          <a:custGeom>
            <a:avLst/>
            <a:gdLst>
              <a:gd name="connsiteX0" fmla="*/ 0 w 3021812"/>
              <a:gd name="connsiteY0" fmla="*/ 0 h 2275668"/>
              <a:gd name="connsiteX1" fmla="*/ 3021812 w 3021812"/>
              <a:gd name="connsiteY1" fmla="*/ 0 h 2275668"/>
              <a:gd name="connsiteX2" fmla="*/ 3021812 w 3021812"/>
              <a:gd name="connsiteY2" fmla="*/ 2275668 h 2275668"/>
              <a:gd name="connsiteX3" fmla="*/ 0 w 3021812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812" h="2275668">
                <a:moveTo>
                  <a:pt x="0" y="0"/>
                </a:moveTo>
                <a:lnTo>
                  <a:pt x="3021812" y="0"/>
                </a:lnTo>
                <a:lnTo>
                  <a:pt x="3021812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C37430D8-900B-7349-8895-0F6C8DB23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76175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4826818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BBD6B62C-9E8D-D644-B667-5E870CA675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81" y="1"/>
            <a:ext cx="12192990" cy="6854096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E55B1213-8DFC-D541-835C-C2A2FF552697}"/>
              </a:ext>
            </a:extLst>
          </p:cNvPr>
          <p:cNvSpPr/>
          <p:nvPr userDrawn="1"/>
        </p:nvSpPr>
        <p:spPr>
          <a:xfrm>
            <a:off x="-991" y="0"/>
            <a:ext cx="12192000" cy="6858000"/>
          </a:xfrm>
          <a:prstGeom prst="rect">
            <a:avLst/>
          </a:prstGeom>
          <a:solidFill>
            <a:srgbClr val="00778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E24A469F-0B9B-F944-820A-E31736E293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FB3D27C5-C67A-EC4A-8FCB-047C651343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79339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72D8665F-2338-B346-88FC-50B466EC2C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22803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C7DEA5A0-F599-CB43-8B13-7C509BC237B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91166"/>
            <a:ext cx="3021812" cy="2275668"/>
          </a:xfrm>
          <a:custGeom>
            <a:avLst/>
            <a:gdLst>
              <a:gd name="connsiteX0" fmla="*/ 0 w 3021812"/>
              <a:gd name="connsiteY0" fmla="*/ 0 h 2275668"/>
              <a:gd name="connsiteX1" fmla="*/ 3021812 w 3021812"/>
              <a:gd name="connsiteY1" fmla="*/ 0 h 2275668"/>
              <a:gd name="connsiteX2" fmla="*/ 3021812 w 3021812"/>
              <a:gd name="connsiteY2" fmla="*/ 2275668 h 2275668"/>
              <a:gd name="connsiteX3" fmla="*/ 0 w 3021812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812" h="2275668">
                <a:moveTo>
                  <a:pt x="0" y="0"/>
                </a:moveTo>
                <a:lnTo>
                  <a:pt x="3021812" y="0"/>
                </a:lnTo>
                <a:lnTo>
                  <a:pt x="3021812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C37430D8-900B-7349-8895-0F6C8DB23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33482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7143464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arát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BBD6B62C-9E8D-D644-B667-5E870CA675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008" cy="6854096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E55B1213-8DFC-D541-835C-C2A2FF552697}"/>
              </a:ext>
            </a:extLst>
          </p:cNvPr>
          <p:cNvSpPr/>
          <p:nvPr userDrawn="1"/>
        </p:nvSpPr>
        <p:spPr>
          <a:xfrm>
            <a:off x="-991" y="0"/>
            <a:ext cx="12192000" cy="6858000"/>
          </a:xfrm>
          <a:prstGeom prst="rect">
            <a:avLst/>
          </a:prstGeom>
          <a:solidFill>
            <a:srgbClr val="00778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E24A469F-0B9B-F944-820A-E31736E293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822" y="5919537"/>
            <a:ext cx="672835" cy="614957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FB3D27C5-C67A-EC4A-8FCB-047C651343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79339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72D8665F-2338-B346-88FC-50B466EC2C0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22803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C7DEA5A0-F599-CB43-8B13-7C509BC237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91166"/>
            <a:ext cx="3021812" cy="2275668"/>
          </a:xfrm>
          <a:custGeom>
            <a:avLst/>
            <a:gdLst>
              <a:gd name="connsiteX0" fmla="*/ 0 w 3021812"/>
              <a:gd name="connsiteY0" fmla="*/ 0 h 2275668"/>
              <a:gd name="connsiteX1" fmla="*/ 3021812 w 3021812"/>
              <a:gd name="connsiteY1" fmla="*/ 0 h 2275668"/>
              <a:gd name="connsiteX2" fmla="*/ 3021812 w 3021812"/>
              <a:gd name="connsiteY2" fmla="*/ 2275668 h 2275668"/>
              <a:gd name="connsiteX3" fmla="*/ 0 w 3021812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812" h="2275668">
                <a:moveTo>
                  <a:pt x="0" y="0"/>
                </a:moveTo>
                <a:lnTo>
                  <a:pt x="3021812" y="0"/>
                </a:lnTo>
                <a:lnTo>
                  <a:pt x="3021812" y="2275668"/>
                </a:lnTo>
                <a:lnTo>
                  <a:pt x="0" y="2275668"/>
                </a:lnTo>
                <a:close/>
              </a:path>
            </a:pathLst>
          </a:cu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C37430D8-900B-7349-8895-0F6C8DB23B5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35319" y="2291166"/>
            <a:ext cx="3056681" cy="2275668"/>
          </a:xfrm>
          <a:custGeom>
            <a:avLst/>
            <a:gdLst>
              <a:gd name="connsiteX0" fmla="*/ 0 w 3056681"/>
              <a:gd name="connsiteY0" fmla="*/ 0 h 2275668"/>
              <a:gd name="connsiteX1" fmla="*/ 3056681 w 3056681"/>
              <a:gd name="connsiteY1" fmla="*/ 0 h 2275668"/>
              <a:gd name="connsiteX2" fmla="*/ 3056681 w 3056681"/>
              <a:gd name="connsiteY2" fmla="*/ 2275668 h 2275668"/>
              <a:gd name="connsiteX3" fmla="*/ 0 w 3056681"/>
              <a:gd name="connsiteY3" fmla="*/ 2275668 h 227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6681" h="2275668">
                <a:moveTo>
                  <a:pt x="0" y="0"/>
                </a:moveTo>
                <a:lnTo>
                  <a:pt x="3056681" y="0"/>
                </a:lnTo>
                <a:lnTo>
                  <a:pt x="3056681" y="2275668"/>
                </a:lnTo>
                <a:lnTo>
                  <a:pt x="0" y="227566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6954656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418F4751-8DE3-FBFC-7F17-6ADDF87CB8F0}"/>
              </a:ext>
            </a:extLst>
          </p:cNvPr>
          <p:cNvSpPr txBox="1">
            <a:spLocks/>
          </p:cNvSpPr>
          <p:nvPr userDrawn="1"/>
        </p:nvSpPr>
        <p:spPr>
          <a:xfrm>
            <a:off x="11601400" y="6459999"/>
            <a:ext cx="511628" cy="365125"/>
          </a:xfrm>
          <a:prstGeom prst="rect">
            <a:avLst/>
          </a:prstGeom>
        </p:spPr>
        <p:txBody>
          <a:bodyPr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C141E98-0D91-5142-B85C-035B4CEE9641}" type="slidenum">
              <a:rPr lang="es-PE" sz="1400" smtClean="0">
                <a:solidFill>
                  <a:srgbClr val="027582"/>
                </a:solidFill>
              </a:rPr>
              <a:pPr algn="ctr"/>
              <a:t>‹#›</a:t>
            </a:fld>
            <a:endParaRPr lang="es-PE" sz="1400">
              <a:solidFill>
                <a:srgbClr val="027582"/>
              </a:solidFill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A490F3A-F3B2-CF14-D210-A66FB7888D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5842" y="1361758"/>
            <a:ext cx="4499856" cy="47607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s-MX"/>
              <a:t>Agenda</a:t>
            </a:r>
            <a:endParaRPr lang="es-PE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0953935-966A-477F-305F-6EB32F71CB9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75843" y="2519839"/>
            <a:ext cx="1626530" cy="677332"/>
          </a:xfrm>
        </p:spPr>
        <p:txBody>
          <a:bodyPr anchor="b">
            <a:normAutofit/>
          </a:bodyPr>
          <a:lstStyle>
            <a:lvl1pPr marL="0" indent="0">
              <a:buNone/>
              <a:defRPr sz="4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01</a:t>
            </a: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88A7442C-ACA0-E6F4-B8F5-F63788D9962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252229" y="2671974"/>
            <a:ext cx="2805918" cy="476073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  <a:lvl2pPr marL="457200" indent="0">
              <a:buNone/>
              <a:defRPr sz="2000">
                <a:solidFill>
                  <a:srgbClr val="027582"/>
                </a:solidFill>
              </a:defRPr>
            </a:lvl2pPr>
          </a:lstStyle>
          <a:p>
            <a:pPr lvl="1"/>
            <a:r>
              <a:rPr lang="es-MX"/>
              <a:t>Sección</a:t>
            </a:r>
            <a:endParaRPr lang="es-PE"/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563FA0C1-F062-5018-DDA8-43A56D51ACB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275843" y="3626150"/>
            <a:ext cx="1626530" cy="677332"/>
          </a:xfrm>
        </p:spPr>
        <p:txBody>
          <a:bodyPr anchor="b">
            <a:normAutofit/>
          </a:bodyPr>
          <a:lstStyle>
            <a:lvl1pPr marL="0" indent="0">
              <a:buNone/>
              <a:defRPr sz="4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02</a:t>
            </a:r>
          </a:p>
        </p:txBody>
      </p:sp>
      <p:sp>
        <p:nvSpPr>
          <p:cNvPr id="24" name="Marcador de contenido 3">
            <a:extLst>
              <a:ext uri="{FF2B5EF4-FFF2-40B4-BE49-F238E27FC236}">
                <a16:creationId xmlns:a16="http://schemas.microsoft.com/office/drawing/2014/main" id="{1EDB175A-F23A-5EB9-B2C1-1DB5E1B0A63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2252229" y="3778285"/>
            <a:ext cx="2805918" cy="476073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  <a:lvl2pPr marL="457200" indent="0">
              <a:buNone/>
              <a:defRPr sz="2000">
                <a:solidFill>
                  <a:srgbClr val="027582"/>
                </a:solidFill>
              </a:defRPr>
            </a:lvl2pPr>
          </a:lstStyle>
          <a:p>
            <a:pPr lvl="1"/>
            <a:r>
              <a:rPr lang="es-MX"/>
              <a:t>Sección</a:t>
            </a:r>
            <a:endParaRPr lang="es-PE"/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2BDEE242-2119-945B-F3B0-7AEC0776478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275843" y="4777616"/>
            <a:ext cx="1626530" cy="677332"/>
          </a:xfrm>
        </p:spPr>
        <p:txBody>
          <a:bodyPr anchor="b">
            <a:normAutofit/>
          </a:bodyPr>
          <a:lstStyle>
            <a:lvl1pPr marL="0" indent="0">
              <a:buNone/>
              <a:defRPr sz="4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03</a:t>
            </a:r>
          </a:p>
        </p:txBody>
      </p:sp>
      <p:sp>
        <p:nvSpPr>
          <p:cNvPr id="26" name="Marcador de contenido 3">
            <a:extLst>
              <a:ext uri="{FF2B5EF4-FFF2-40B4-BE49-F238E27FC236}">
                <a16:creationId xmlns:a16="http://schemas.microsoft.com/office/drawing/2014/main" id="{3FECE149-38CB-17F0-2930-DE0C20AC730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252229" y="4929751"/>
            <a:ext cx="2805918" cy="476073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  <a:lvl2pPr marL="457200" indent="0">
              <a:buNone/>
              <a:defRPr sz="2000">
                <a:solidFill>
                  <a:srgbClr val="027582"/>
                </a:solidFill>
              </a:defRPr>
            </a:lvl2pPr>
          </a:lstStyle>
          <a:p>
            <a:pPr lvl="1"/>
            <a:r>
              <a:rPr lang="es-MX"/>
              <a:t>Sección</a:t>
            </a:r>
            <a:endParaRPr lang="es-PE"/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0A66ECE8-A709-237A-BA0C-3E81B6CEB2EF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8110" y="2519839"/>
            <a:ext cx="1626530" cy="677332"/>
          </a:xfrm>
        </p:spPr>
        <p:txBody>
          <a:bodyPr anchor="b">
            <a:normAutofit/>
          </a:bodyPr>
          <a:lstStyle>
            <a:lvl1pPr marL="0" indent="0">
              <a:buNone/>
              <a:defRPr sz="4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04</a:t>
            </a:r>
          </a:p>
        </p:txBody>
      </p:sp>
      <p:sp>
        <p:nvSpPr>
          <p:cNvPr id="28" name="Marcador de contenido 3">
            <a:extLst>
              <a:ext uri="{FF2B5EF4-FFF2-40B4-BE49-F238E27FC236}">
                <a16:creationId xmlns:a16="http://schemas.microsoft.com/office/drawing/2014/main" id="{C652F822-548C-AB6C-9A28-30DFBA44B44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64496" y="2671974"/>
            <a:ext cx="2805918" cy="476073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  <a:lvl2pPr marL="457200" indent="0">
              <a:buNone/>
              <a:defRPr sz="2000">
                <a:solidFill>
                  <a:srgbClr val="027582"/>
                </a:solidFill>
              </a:defRPr>
            </a:lvl2pPr>
          </a:lstStyle>
          <a:p>
            <a:pPr lvl="1"/>
            <a:r>
              <a:rPr lang="es-MX"/>
              <a:t>Sección</a:t>
            </a:r>
            <a:endParaRPr lang="es-PE"/>
          </a:p>
        </p:txBody>
      </p:sp>
      <p:sp>
        <p:nvSpPr>
          <p:cNvPr id="29" name="Marcador de texto 2">
            <a:extLst>
              <a:ext uri="{FF2B5EF4-FFF2-40B4-BE49-F238E27FC236}">
                <a16:creationId xmlns:a16="http://schemas.microsoft.com/office/drawing/2014/main" id="{964293DC-A195-38A2-7619-ECBCDEA0DB4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288110" y="3626150"/>
            <a:ext cx="1626530" cy="677332"/>
          </a:xfrm>
        </p:spPr>
        <p:txBody>
          <a:bodyPr anchor="b">
            <a:normAutofit/>
          </a:bodyPr>
          <a:lstStyle>
            <a:lvl1pPr marL="0" indent="0">
              <a:buNone/>
              <a:defRPr sz="4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05</a:t>
            </a:r>
          </a:p>
        </p:txBody>
      </p:sp>
      <p:sp>
        <p:nvSpPr>
          <p:cNvPr id="30" name="Marcador de contenido 3">
            <a:extLst>
              <a:ext uri="{FF2B5EF4-FFF2-40B4-BE49-F238E27FC236}">
                <a16:creationId xmlns:a16="http://schemas.microsoft.com/office/drawing/2014/main" id="{6E9568DB-A5F8-94F0-6AAF-D094AE47AEED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264496" y="3778285"/>
            <a:ext cx="2805918" cy="476073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  <a:lvl2pPr marL="457200" indent="0">
              <a:buNone/>
              <a:defRPr sz="2000">
                <a:solidFill>
                  <a:srgbClr val="027582"/>
                </a:solidFill>
              </a:defRPr>
            </a:lvl2pPr>
          </a:lstStyle>
          <a:p>
            <a:pPr lvl="1"/>
            <a:r>
              <a:rPr lang="es-MX"/>
              <a:t>Sección</a:t>
            </a:r>
            <a:endParaRPr lang="es-PE"/>
          </a:p>
        </p:txBody>
      </p:sp>
      <p:sp>
        <p:nvSpPr>
          <p:cNvPr id="31" name="Marcador de texto 2">
            <a:extLst>
              <a:ext uri="{FF2B5EF4-FFF2-40B4-BE49-F238E27FC236}">
                <a16:creationId xmlns:a16="http://schemas.microsoft.com/office/drawing/2014/main" id="{612A7326-3628-441E-E1E7-3311B486652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288110" y="4777616"/>
            <a:ext cx="1626530" cy="677332"/>
          </a:xfrm>
        </p:spPr>
        <p:txBody>
          <a:bodyPr anchor="b">
            <a:normAutofit/>
          </a:bodyPr>
          <a:lstStyle>
            <a:lvl1pPr marL="0" indent="0">
              <a:buNone/>
              <a:defRPr sz="4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06</a:t>
            </a:r>
          </a:p>
        </p:txBody>
      </p:sp>
      <p:sp>
        <p:nvSpPr>
          <p:cNvPr id="32" name="Marcador de contenido 3">
            <a:extLst>
              <a:ext uri="{FF2B5EF4-FFF2-40B4-BE49-F238E27FC236}">
                <a16:creationId xmlns:a16="http://schemas.microsoft.com/office/drawing/2014/main" id="{5119F40D-CDF6-3008-9CF4-053A1DB6D324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264496" y="4929751"/>
            <a:ext cx="2805918" cy="476073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  <a:lvl2pPr marL="457200" indent="0">
              <a:buNone/>
              <a:defRPr sz="2000">
                <a:solidFill>
                  <a:srgbClr val="027582"/>
                </a:solidFill>
              </a:defRPr>
            </a:lvl2pPr>
          </a:lstStyle>
          <a:p>
            <a:pPr lvl="1"/>
            <a:r>
              <a:rPr lang="es-MX"/>
              <a:t>Sección</a:t>
            </a:r>
            <a:endParaRPr lang="es-PE"/>
          </a:p>
        </p:txBody>
      </p:sp>
      <p:grpSp>
        <p:nvGrpSpPr>
          <p:cNvPr id="18" name="Gráfico 10">
            <a:extLst>
              <a:ext uri="{FF2B5EF4-FFF2-40B4-BE49-F238E27FC236}">
                <a16:creationId xmlns:a16="http://schemas.microsoft.com/office/drawing/2014/main" id="{BB778986-CBF9-774A-9618-0B46BCD28E96}"/>
              </a:ext>
            </a:extLst>
          </p:cNvPr>
          <p:cNvGrpSpPr/>
          <p:nvPr userDrawn="1"/>
        </p:nvGrpSpPr>
        <p:grpSpPr>
          <a:xfrm>
            <a:off x="11615582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9" name="Gráfico 10">
              <a:extLst>
                <a:ext uri="{FF2B5EF4-FFF2-40B4-BE49-F238E27FC236}">
                  <a16:creationId xmlns:a16="http://schemas.microsoft.com/office/drawing/2014/main" id="{F59273F0-A6A2-4440-9A8A-F80740B09144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20" name="Gráfico 10">
              <a:extLst>
                <a:ext uri="{FF2B5EF4-FFF2-40B4-BE49-F238E27FC236}">
                  <a16:creationId xmlns:a16="http://schemas.microsoft.com/office/drawing/2014/main" id="{C62A0D35-6E42-2448-AE97-77AAD06AE36C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40440264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11">
            <a:extLst>
              <a:ext uri="{FF2B5EF4-FFF2-40B4-BE49-F238E27FC236}">
                <a16:creationId xmlns:a16="http://schemas.microsoft.com/office/drawing/2014/main" id="{FF98E9D7-C4BD-09A0-4840-5D6569DCC53E}"/>
              </a:ext>
            </a:extLst>
          </p:cNvPr>
          <p:cNvSpPr txBox="1">
            <a:spLocks/>
          </p:cNvSpPr>
          <p:nvPr userDrawn="1"/>
        </p:nvSpPr>
        <p:spPr>
          <a:xfrm>
            <a:off x="11601400" y="6459999"/>
            <a:ext cx="511628" cy="365125"/>
          </a:xfrm>
          <a:prstGeom prst="rect">
            <a:avLst/>
          </a:prstGeom>
        </p:spPr>
        <p:txBody>
          <a:bodyPr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C141E98-0D91-5142-B85C-035B4CEE9641}" type="slidenum">
              <a:rPr lang="es-PE" sz="1400" smtClean="0">
                <a:solidFill>
                  <a:srgbClr val="027582"/>
                </a:solidFill>
              </a:rPr>
              <a:pPr algn="ctr"/>
              <a:t>‹#›</a:t>
            </a:fld>
            <a:endParaRPr lang="es-PE" sz="1400">
              <a:solidFill>
                <a:srgbClr val="027582"/>
              </a:solidFill>
            </a:endParaRPr>
          </a:p>
        </p:txBody>
      </p:sp>
      <p:sp>
        <p:nvSpPr>
          <p:cNvPr id="8" name="Marcador de posición de imagen 10">
            <a:extLst>
              <a:ext uri="{FF2B5EF4-FFF2-40B4-BE49-F238E27FC236}">
                <a16:creationId xmlns:a16="http://schemas.microsoft.com/office/drawing/2014/main" id="{945F2389-3930-F8F8-694D-09B54F32D42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861785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s-MX"/>
              <a:t>Haz clic en el icono para agregar una imagen</a:t>
            </a:r>
            <a:endParaRPr lang="es-PE"/>
          </a:p>
        </p:txBody>
      </p:sp>
      <p:sp>
        <p:nvSpPr>
          <p:cNvPr id="10" name="Marcador de contenido 12">
            <a:extLst>
              <a:ext uri="{FF2B5EF4-FFF2-40B4-BE49-F238E27FC236}">
                <a16:creationId xmlns:a16="http://schemas.microsoft.com/office/drawing/2014/main" id="{7920EA1F-9C9D-0DEF-E469-B05CC84F7E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96000" y="1825099"/>
            <a:ext cx="5367688" cy="69840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67CE5CA7-48AD-7E27-876B-5007FFECF1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2666427"/>
            <a:ext cx="5367688" cy="379357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7503FDA7-666C-DBF9-E7C1-FC0672FE1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42115"/>
            <a:ext cx="5344323" cy="863173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grpSp>
        <p:nvGrpSpPr>
          <p:cNvPr id="11" name="Gráfico 10">
            <a:extLst>
              <a:ext uri="{FF2B5EF4-FFF2-40B4-BE49-F238E27FC236}">
                <a16:creationId xmlns:a16="http://schemas.microsoft.com/office/drawing/2014/main" id="{56B29798-8348-004C-95CB-6B68CF591E68}"/>
              </a:ext>
            </a:extLst>
          </p:cNvPr>
          <p:cNvGrpSpPr/>
          <p:nvPr userDrawn="1"/>
        </p:nvGrpSpPr>
        <p:grpSpPr>
          <a:xfrm>
            <a:off x="11615582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3" name="Gráfico 10">
              <a:extLst>
                <a:ext uri="{FF2B5EF4-FFF2-40B4-BE49-F238E27FC236}">
                  <a16:creationId xmlns:a16="http://schemas.microsoft.com/office/drawing/2014/main" id="{D18D6DBC-419D-B549-A897-00F44FD0975F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5" name="Gráfico 10">
              <a:extLst>
                <a:ext uri="{FF2B5EF4-FFF2-40B4-BE49-F238E27FC236}">
                  <a16:creationId xmlns:a16="http://schemas.microsoft.com/office/drawing/2014/main" id="{EFAF1B78-47F0-0245-8C9F-57E0623EA980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102057823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on 2 ima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11">
            <a:extLst>
              <a:ext uri="{FF2B5EF4-FFF2-40B4-BE49-F238E27FC236}">
                <a16:creationId xmlns:a16="http://schemas.microsoft.com/office/drawing/2014/main" id="{57C90760-2591-6AB6-C799-0DBCA1AD81AE}"/>
              </a:ext>
            </a:extLst>
          </p:cNvPr>
          <p:cNvSpPr txBox="1">
            <a:spLocks/>
          </p:cNvSpPr>
          <p:nvPr userDrawn="1"/>
        </p:nvSpPr>
        <p:spPr>
          <a:xfrm>
            <a:off x="11601400" y="6459999"/>
            <a:ext cx="511628" cy="365125"/>
          </a:xfrm>
          <a:prstGeom prst="rect">
            <a:avLst/>
          </a:prstGeom>
        </p:spPr>
        <p:txBody>
          <a:bodyPr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C141E98-0D91-5142-B85C-035B4CEE9641}" type="slidenum">
              <a:rPr lang="es-PE" sz="1400" smtClean="0">
                <a:solidFill>
                  <a:srgbClr val="027582"/>
                </a:solidFill>
              </a:rPr>
              <a:pPr algn="ctr"/>
              <a:t>‹#›</a:t>
            </a:fld>
            <a:endParaRPr lang="es-PE" sz="1400">
              <a:solidFill>
                <a:srgbClr val="027582"/>
              </a:solidFill>
            </a:endParaRPr>
          </a:p>
        </p:txBody>
      </p:sp>
      <p:sp>
        <p:nvSpPr>
          <p:cNvPr id="11" name="Marcador de texto 13">
            <a:extLst>
              <a:ext uri="{FF2B5EF4-FFF2-40B4-BE49-F238E27FC236}">
                <a16:creationId xmlns:a16="http://schemas.microsoft.com/office/drawing/2014/main" id="{D6E976CC-3CE4-6CD2-D96C-4F3CA475D5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6562" y="2481595"/>
            <a:ext cx="5586344" cy="98723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3" name="Marcador de posición de imagen 15">
            <a:extLst>
              <a:ext uri="{FF2B5EF4-FFF2-40B4-BE49-F238E27FC236}">
                <a16:creationId xmlns:a16="http://schemas.microsoft.com/office/drawing/2014/main" id="{F7C1CAA0-058F-3BAA-AE9F-61067FD2441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46562" y="3630257"/>
            <a:ext cx="5586344" cy="2829741"/>
          </a:xfrm>
        </p:spPr>
        <p:txBody>
          <a:bodyPr/>
          <a:lstStyle/>
          <a:p>
            <a:r>
              <a:rPr lang="es-MX"/>
              <a:t>Haz clic en el icono para agregar una imagen</a:t>
            </a:r>
            <a:endParaRPr lang="es-PE"/>
          </a:p>
        </p:txBody>
      </p:sp>
      <p:grpSp>
        <p:nvGrpSpPr>
          <p:cNvPr id="12" name="Gráfico 10">
            <a:extLst>
              <a:ext uri="{FF2B5EF4-FFF2-40B4-BE49-F238E27FC236}">
                <a16:creationId xmlns:a16="http://schemas.microsoft.com/office/drawing/2014/main" id="{35A0DB1B-5A92-624B-B5E6-6F277661CA70}"/>
              </a:ext>
            </a:extLst>
          </p:cNvPr>
          <p:cNvGrpSpPr/>
          <p:nvPr userDrawn="1"/>
        </p:nvGrpSpPr>
        <p:grpSpPr>
          <a:xfrm>
            <a:off x="11615582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4" name="Gráfico 10">
              <a:extLst>
                <a:ext uri="{FF2B5EF4-FFF2-40B4-BE49-F238E27FC236}">
                  <a16:creationId xmlns:a16="http://schemas.microsoft.com/office/drawing/2014/main" id="{AC4CA9CD-2B9E-9E45-926C-578C518C52F9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6" name="Gráfico 10">
              <a:extLst>
                <a:ext uri="{FF2B5EF4-FFF2-40B4-BE49-F238E27FC236}">
                  <a16:creationId xmlns:a16="http://schemas.microsoft.com/office/drawing/2014/main" id="{BAB71814-9F71-3341-B444-996D1FB7231E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  <p:sp>
        <p:nvSpPr>
          <p:cNvPr id="17" name="Marcador de contenido 12">
            <a:extLst>
              <a:ext uri="{FF2B5EF4-FFF2-40B4-BE49-F238E27FC236}">
                <a16:creationId xmlns:a16="http://schemas.microsoft.com/office/drawing/2014/main" id="{788267B8-D67E-414D-A578-E0C8846C459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6563" y="1568624"/>
            <a:ext cx="5586344" cy="75692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EF659513-2C5C-CD4A-A3CB-731589907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62" y="176989"/>
            <a:ext cx="5586345" cy="123558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22" name="Marcador de posición de imagen 15">
            <a:extLst>
              <a:ext uri="{FF2B5EF4-FFF2-40B4-BE49-F238E27FC236}">
                <a16:creationId xmlns:a16="http://schemas.microsoft.com/office/drawing/2014/main" id="{538C40BE-1A60-1D4F-90E7-F321EB4541A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31345" y="3630257"/>
            <a:ext cx="5586344" cy="2829741"/>
          </a:xfrm>
        </p:spPr>
        <p:txBody>
          <a:bodyPr/>
          <a:lstStyle/>
          <a:p>
            <a:r>
              <a:rPr lang="es-MX"/>
              <a:t>Haz clic en el icono para agregar una imagen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5232670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11">
            <a:extLst>
              <a:ext uri="{FF2B5EF4-FFF2-40B4-BE49-F238E27FC236}">
                <a16:creationId xmlns:a16="http://schemas.microsoft.com/office/drawing/2014/main" id="{7828CDC6-3657-A5B1-8F54-8159DFC24DC3}"/>
              </a:ext>
            </a:extLst>
          </p:cNvPr>
          <p:cNvSpPr txBox="1">
            <a:spLocks/>
          </p:cNvSpPr>
          <p:nvPr userDrawn="1"/>
        </p:nvSpPr>
        <p:spPr>
          <a:xfrm>
            <a:off x="11601400" y="6459999"/>
            <a:ext cx="511628" cy="365125"/>
          </a:xfrm>
          <a:prstGeom prst="rect">
            <a:avLst/>
          </a:prstGeom>
        </p:spPr>
        <p:txBody>
          <a:bodyPr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C141E98-0D91-5142-B85C-035B4CEE9641}" type="slidenum">
              <a:rPr lang="es-PE" sz="1400" smtClean="0">
                <a:solidFill>
                  <a:srgbClr val="027582"/>
                </a:solidFill>
              </a:rPr>
              <a:pPr algn="ctr"/>
              <a:t>‹#›</a:t>
            </a:fld>
            <a:endParaRPr lang="es-PE" sz="1400">
              <a:solidFill>
                <a:srgbClr val="027582"/>
              </a:solidFill>
            </a:endParaRPr>
          </a:p>
        </p:txBody>
      </p:sp>
      <p:sp>
        <p:nvSpPr>
          <p:cNvPr id="7" name="Marcador de texto 13">
            <a:extLst>
              <a:ext uri="{FF2B5EF4-FFF2-40B4-BE49-F238E27FC236}">
                <a16:creationId xmlns:a16="http://schemas.microsoft.com/office/drawing/2014/main" id="{DEEC395B-1C92-F405-1B3C-1C7A525B8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12897" y="4394523"/>
            <a:ext cx="2800695" cy="118408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1" name="Marcador de texto 13">
            <a:extLst>
              <a:ext uri="{FF2B5EF4-FFF2-40B4-BE49-F238E27FC236}">
                <a16:creationId xmlns:a16="http://schemas.microsoft.com/office/drawing/2014/main" id="{D0E29238-A60A-599A-C66F-8EEDFC8BC3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62872" y="4394523"/>
            <a:ext cx="2800695" cy="118408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Marcador de texto 13">
            <a:extLst>
              <a:ext uri="{FF2B5EF4-FFF2-40B4-BE49-F238E27FC236}">
                <a16:creationId xmlns:a16="http://schemas.microsoft.com/office/drawing/2014/main" id="{05A92F38-4BF7-5442-795E-38922950DE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12847" y="4394523"/>
            <a:ext cx="2800695" cy="118408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3" name="Marcador de texto 13">
            <a:extLst>
              <a:ext uri="{FF2B5EF4-FFF2-40B4-BE49-F238E27FC236}">
                <a16:creationId xmlns:a16="http://schemas.microsoft.com/office/drawing/2014/main" id="{AF3783D1-FD89-C267-8F48-BE9253E3DB4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12897" y="3722494"/>
            <a:ext cx="2800695" cy="638979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rgbClr val="027582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DBABC9EA-AA60-5B6E-ED6B-BD76BE4810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62872" y="3722494"/>
            <a:ext cx="2800695" cy="638979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rgbClr val="027582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Marcador de texto 13">
            <a:extLst>
              <a:ext uri="{FF2B5EF4-FFF2-40B4-BE49-F238E27FC236}">
                <a16:creationId xmlns:a16="http://schemas.microsoft.com/office/drawing/2014/main" id="{56AE61F3-7E4A-1F74-AAD2-9C81869E86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12847" y="3722494"/>
            <a:ext cx="2800695" cy="638979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rgbClr val="027582"/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7" name="Marcador de texto 13">
            <a:extLst>
              <a:ext uri="{FF2B5EF4-FFF2-40B4-BE49-F238E27FC236}">
                <a16:creationId xmlns:a16="http://schemas.microsoft.com/office/drawing/2014/main" id="{38B2F75E-968A-A9AB-0087-A1615A61817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12897" y="2929280"/>
            <a:ext cx="2800695" cy="638979"/>
          </a:xfrm>
        </p:spPr>
        <p:txBody>
          <a:bodyPr>
            <a:noAutofit/>
          </a:bodyPr>
          <a:lstStyle>
            <a:lvl1pPr marL="0" indent="0" algn="ctr">
              <a:buNone/>
              <a:defRPr sz="4000" b="1">
                <a:solidFill>
                  <a:srgbClr val="56C2B8"/>
                </a:solidFill>
              </a:defRPr>
            </a:lvl1pPr>
          </a:lstStyle>
          <a:p>
            <a:pPr lvl="0"/>
            <a:r>
              <a:rPr lang="es-MX"/>
              <a:t>01</a:t>
            </a:r>
            <a:endParaRPr lang="es-PE"/>
          </a:p>
        </p:txBody>
      </p:sp>
      <p:sp>
        <p:nvSpPr>
          <p:cNvPr id="28" name="Marcador de texto 13">
            <a:extLst>
              <a:ext uri="{FF2B5EF4-FFF2-40B4-BE49-F238E27FC236}">
                <a16:creationId xmlns:a16="http://schemas.microsoft.com/office/drawing/2014/main" id="{721933C4-E1FF-3648-F4BA-5A71E42F33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62872" y="2929280"/>
            <a:ext cx="2800695" cy="638979"/>
          </a:xfrm>
        </p:spPr>
        <p:txBody>
          <a:bodyPr>
            <a:noAutofit/>
          </a:bodyPr>
          <a:lstStyle>
            <a:lvl1pPr marL="0" indent="0" algn="ctr">
              <a:buNone/>
              <a:defRPr sz="4000" b="1">
                <a:solidFill>
                  <a:srgbClr val="56C2B8"/>
                </a:solidFill>
              </a:defRPr>
            </a:lvl1pPr>
          </a:lstStyle>
          <a:p>
            <a:pPr lvl="0"/>
            <a:r>
              <a:rPr lang="es-MX"/>
              <a:t>02</a:t>
            </a:r>
            <a:endParaRPr lang="es-PE"/>
          </a:p>
        </p:txBody>
      </p:sp>
      <p:sp>
        <p:nvSpPr>
          <p:cNvPr id="29" name="Marcador de texto 13">
            <a:extLst>
              <a:ext uri="{FF2B5EF4-FFF2-40B4-BE49-F238E27FC236}">
                <a16:creationId xmlns:a16="http://schemas.microsoft.com/office/drawing/2014/main" id="{DF1FC367-8799-4C2D-68AA-5A951943C0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12847" y="2929280"/>
            <a:ext cx="2800695" cy="638979"/>
          </a:xfrm>
        </p:spPr>
        <p:txBody>
          <a:bodyPr>
            <a:noAutofit/>
          </a:bodyPr>
          <a:lstStyle>
            <a:lvl1pPr marL="0" indent="0" algn="ctr">
              <a:buNone/>
              <a:defRPr sz="4000" b="1">
                <a:solidFill>
                  <a:srgbClr val="56C2B8"/>
                </a:solidFill>
              </a:defRPr>
            </a:lvl1pPr>
          </a:lstStyle>
          <a:p>
            <a:pPr lvl="0"/>
            <a:r>
              <a:rPr lang="es-MX"/>
              <a:t>03</a:t>
            </a:r>
            <a:endParaRPr lang="es-PE"/>
          </a:p>
        </p:txBody>
      </p:sp>
      <p:grpSp>
        <p:nvGrpSpPr>
          <p:cNvPr id="17" name="Gráfico 10">
            <a:extLst>
              <a:ext uri="{FF2B5EF4-FFF2-40B4-BE49-F238E27FC236}">
                <a16:creationId xmlns:a16="http://schemas.microsoft.com/office/drawing/2014/main" id="{41374B9A-645F-A247-ABE3-47DB67434534}"/>
              </a:ext>
            </a:extLst>
          </p:cNvPr>
          <p:cNvGrpSpPr/>
          <p:nvPr userDrawn="1"/>
        </p:nvGrpSpPr>
        <p:grpSpPr>
          <a:xfrm>
            <a:off x="11615582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8" name="Gráfico 10">
              <a:extLst>
                <a:ext uri="{FF2B5EF4-FFF2-40B4-BE49-F238E27FC236}">
                  <a16:creationId xmlns:a16="http://schemas.microsoft.com/office/drawing/2014/main" id="{EB492F88-CFCF-7043-A108-FBE6ECB59498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9" name="Gráfico 10">
              <a:extLst>
                <a:ext uri="{FF2B5EF4-FFF2-40B4-BE49-F238E27FC236}">
                  <a16:creationId xmlns:a16="http://schemas.microsoft.com/office/drawing/2014/main" id="{4B1C04A8-CFA3-1F48-8B8C-CC0C865E357B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  <p:sp>
        <p:nvSpPr>
          <p:cNvPr id="20" name="Marcador de contenido 12">
            <a:extLst>
              <a:ext uri="{FF2B5EF4-FFF2-40B4-BE49-F238E27FC236}">
                <a16:creationId xmlns:a16="http://schemas.microsoft.com/office/drawing/2014/main" id="{1D29542E-A1C3-1748-A02A-65CB4BE16D7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46563" y="1568624"/>
            <a:ext cx="5586344" cy="75692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85C6F8D5-A504-AE47-8908-1D15695BE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62" y="176989"/>
            <a:ext cx="5586345" cy="123558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7185624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árrafos d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1">
            <a:extLst>
              <a:ext uri="{FF2B5EF4-FFF2-40B4-BE49-F238E27FC236}">
                <a16:creationId xmlns:a16="http://schemas.microsoft.com/office/drawing/2014/main" id="{468F81F3-A6E6-DD43-873A-28DF7BCB6A4D}"/>
              </a:ext>
            </a:extLst>
          </p:cNvPr>
          <p:cNvSpPr txBox="1">
            <a:spLocks/>
          </p:cNvSpPr>
          <p:nvPr userDrawn="1"/>
        </p:nvSpPr>
        <p:spPr>
          <a:xfrm>
            <a:off x="11601400" y="6459999"/>
            <a:ext cx="511628" cy="365125"/>
          </a:xfrm>
          <a:prstGeom prst="rect">
            <a:avLst/>
          </a:prstGeom>
        </p:spPr>
        <p:txBody>
          <a:bodyPr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C141E98-0D91-5142-B85C-035B4CEE9641}" type="slidenum">
              <a:rPr lang="es-PE" sz="1400" smtClean="0">
                <a:solidFill>
                  <a:srgbClr val="027582"/>
                </a:solidFill>
              </a:rPr>
              <a:pPr algn="ctr"/>
              <a:t>‹#›</a:t>
            </a:fld>
            <a:endParaRPr lang="es-PE" sz="1400">
              <a:solidFill>
                <a:srgbClr val="027582"/>
              </a:solidFill>
            </a:endParaRPr>
          </a:p>
        </p:txBody>
      </p:sp>
      <p:sp>
        <p:nvSpPr>
          <p:cNvPr id="3" name="Marcador de texto 13">
            <a:extLst>
              <a:ext uri="{FF2B5EF4-FFF2-40B4-BE49-F238E27FC236}">
                <a16:creationId xmlns:a16="http://schemas.microsoft.com/office/drawing/2014/main" id="{1FF12FBA-3F69-2641-B247-FE48018162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6563" y="2481596"/>
            <a:ext cx="5586345" cy="3978403"/>
          </a:xfrm>
        </p:spPr>
        <p:txBody>
          <a:bodyPr>
            <a:normAutofit/>
          </a:bodyPr>
          <a:lstStyle>
            <a:lvl1pPr marL="285750" indent="-285750">
              <a:buClr>
                <a:srgbClr val="56C2B8"/>
              </a:buClr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contenido 12">
            <a:extLst>
              <a:ext uri="{FF2B5EF4-FFF2-40B4-BE49-F238E27FC236}">
                <a16:creationId xmlns:a16="http://schemas.microsoft.com/office/drawing/2014/main" id="{87D39020-6D95-EB4F-A31A-6E3E95CFE80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6563" y="1568624"/>
            <a:ext cx="5586344" cy="75692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9F941A0-D753-D24E-BD37-CCEC5324C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62" y="176989"/>
            <a:ext cx="5586345" cy="123558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grpSp>
        <p:nvGrpSpPr>
          <p:cNvPr id="12" name="Gráfico 10">
            <a:extLst>
              <a:ext uri="{FF2B5EF4-FFF2-40B4-BE49-F238E27FC236}">
                <a16:creationId xmlns:a16="http://schemas.microsoft.com/office/drawing/2014/main" id="{D3F97ED4-C52E-0245-AB6E-79C066F7B435}"/>
              </a:ext>
            </a:extLst>
          </p:cNvPr>
          <p:cNvGrpSpPr/>
          <p:nvPr/>
        </p:nvGrpSpPr>
        <p:grpSpPr>
          <a:xfrm>
            <a:off x="11615582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3" name="Gráfico 10">
              <a:extLst>
                <a:ext uri="{FF2B5EF4-FFF2-40B4-BE49-F238E27FC236}">
                  <a16:creationId xmlns:a16="http://schemas.microsoft.com/office/drawing/2014/main" id="{A401C3A7-587F-1D43-93FC-445797BDD038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4" name="Gráfico 10">
              <a:extLst>
                <a:ext uri="{FF2B5EF4-FFF2-40B4-BE49-F238E27FC236}">
                  <a16:creationId xmlns:a16="http://schemas.microsoft.com/office/drawing/2014/main" id="{CF20FB70-0EEB-3D46-A9DA-958679BBDF2E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CA6E8D01-23B9-E84E-8EF8-E36E2EA41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79473" y="2481596"/>
            <a:ext cx="5586345" cy="3978403"/>
          </a:xfrm>
        </p:spPr>
        <p:txBody>
          <a:bodyPr>
            <a:normAutofit/>
          </a:bodyPr>
          <a:lstStyle>
            <a:lvl1pPr marL="285750" indent="-285750">
              <a:buClr>
                <a:srgbClr val="56C2B8"/>
              </a:buClr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4682018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áfico 10">
            <a:extLst>
              <a:ext uri="{FF2B5EF4-FFF2-40B4-BE49-F238E27FC236}">
                <a16:creationId xmlns:a16="http://schemas.microsoft.com/office/drawing/2014/main" id="{762E132A-E5E0-EF4B-BC47-1CCD8AF0C618}"/>
              </a:ext>
            </a:extLst>
          </p:cNvPr>
          <p:cNvGrpSpPr/>
          <p:nvPr userDrawn="1"/>
        </p:nvGrpSpPr>
        <p:grpSpPr>
          <a:xfrm>
            <a:off x="11615582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4" name="Gráfico 10">
              <a:extLst>
                <a:ext uri="{FF2B5EF4-FFF2-40B4-BE49-F238E27FC236}">
                  <a16:creationId xmlns:a16="http://schemas.microsoft.com/office/drawing/2014/main" id="{93B5EB3F-3620-934B-AB48-B6E26241E445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5" name="Gráfico 10">
              <a:extLst>
                <a:ext uri="{FF2B5EF4-FFF2-40B4-BE49-F238E27FC236}">
                  <a16:creationId xmlns:a16="http://schemas.microsoft.com/office/drawing/2014/main" id="{07281443-8BB5-C042-84AA-9459B49AFF2C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314108460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Pie de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áfico 10">
            <a:extLst>
              <a:ext uri="{FF2B5EF4-FFF2-40B4-BE49-F238E27FC236}">
                <a16:creationId xmlns:a16="http://schemas.microsoft.com/office/drawing/2014/main" id="{762E132A-E5E0-EF4B-BC47-1CCD8AF0C618}"/>
              </a:ext>
            </a:extLst>
          </p:cNvPr>
          <p:cNvGrpSpPr/>
          <p:nvPr userDrawn="1"/>
        </p:nvGrpSpPr>
        <p:grpSpPr>
          <a:xfrm>
            <a:off x="11900352" y="79518"/>
            <a:ext cx="212676" cy="194942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4" name="Gráfico 10">
              <a:extLst>
                <a:ext uri="{FF2B5EF4-FFF2-40B4-BE49-F238E27FC236}">
                  <a16:creationId xmlns:a16="http://schemas.microsoft.com/office/drawing/2014/main" id="{93B5EB3F-3620-934B-AB48-B6E26241E445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5" name="Gráfico 10">
              <a:extLst>
                <a:ext uri="{FF2B5EF4-FFF2-40B4-BE49-F238E27FC236}">
                  <a16:creationId xmlns:a16="http://schemas.microsoft.com/office/drawing/2014/main" id="{07281443-8BB5-C042-84AA-9459B49AFF2C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FDCBD4AB-B79A-EF4D-A784-7A6EB5D28996}"/>
              </a:ext>
            </a:extLst>
          </p:cNvPr>
          <p:cNvSpPr/>
          <p:nvPr userDrawn="1"/>
        </p:nvSpPr>
        <p:spPr>
          <a:xfrm>
            <a:off x="0" y="6663058"/>
            <a:ext cx="12192000" cy="1949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Marcador de número de diapositiva 11">
            <a:extLst>
              <a:ext uri="{FF2B5EF4-FFF2-40B4-BE49-F238E27FC236}">
                <a16:creationId xmlns:a16="http://schemas.microsoft.com/office/drawing/2014/main" id="{94EC515F-72E0-5B45-A08A-B4A92FF99114}"/>
              </a:ext>
            </a:extLst>
          </p:cNvPr>
          <p:cNvSpPr txBox="1">
            <a:spLocks/>
          </p:cNvSpPr>
          <p:nvPr userDrawn="1"/>
        </p:nvSpPr>
        <p:spPr>
          <a:xfrm>
            <a:off x="11751398" y="6681011"/>
            <a:ext cx="361630" cy="143124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C141E98-0D91-5142-B85C-035B4CEE9641}" type="slidenum">
              <a:rPr lang="es-PE" sz="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s-PE" sz="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917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s+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áfico 10">
            <a:extLst>
              <a:ext uri="{FF2B5EF4-FFF2-40B4-BE49-F238E27FC236}">
                <a16:creationId xmlns:a16="http://schemas.microsoft.com/office/drawing/2014/main" id="{762E132A-E5E0-EF4B-BC47-1CCD8AF0C618}"/>
              </a:ext>
            </a:extLst>
          </p:cNvPr>
          <p:cNvGrpSpPr/>
          <p:nvPr userDrawn="1"/>
        </p:nvGrpSpPr>
        <p:grpSpPr>
          <a:xfrm>
            <a:off x="10851653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4" name="Gráfico 10">
              <a:extLst>
                <a:ext uri="{FF2B5EF4-FFF2-40B4-BE49-F238E27FC236}">
                  <a16:creationId xmlns:a16="http://schemas.microsoft.com/office/drawing/2014/main" id="{93B5EB3F-3620-934B-AB48-B6E26241E445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5" name="Gráfico 10">
              <a:extLst>
                <a:ext uri="{FF2B5EF4-FFF2-40B4-BE49-F238E27FC236}">
                  <a16:creationId xmlns:a16="http://schemas.microsoft.com/office/drawing/2014/main" id="{07281443-8BB5-C042-84AA-9459B49AFF2C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8904E097-29F6-2045-9DA8-83306155DD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8071" y="176989"/>
            <a:ext cx="543743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867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Pie de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áfico 10">
            <a:extLst>
              <a:ext uri="{FF2B5EF4-FFF2-40B4-BE49-F238E27FC236}">
                <a16:creationId xmlns:a16="http://schemas.microsoft.com/office/drawing/2014/main" id="{762E132A-E5E0-EF4B-BC47-1CCD8AF0C618}"/>
              </a:ext>
            </a:extLst>
          </p:cNvPr>
          <p:cNvGrpSpPr/>
          <p:nvPr userDrawn="1"/>
        </p:nvGrpSpPr>
        <p:grpSpPr>
          <a:xfrm>
            <a:off x="10851653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4" name="Gráfico 10">
              <a:extLst>
                <a:ext uri="{FF2B5EF4-FFF2-40B4-BE49-F238E27FC236}">
                  <a16:creationId xmlns:a16="http://schemas.microsoft.com/office/drawing/2014/main" id="{93B5EB3F-3620-934B-AB48-B6E26241E445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5" name="Gráfico 10">
              <a:extLst>
                <a:ext uri="{FF2B5EF4-FFF2-40B4-BE49-F238E27FC236}">
                  <a16:creationId xmlns:a16="http://schemas.microsoft.com/office/drawing/2014/main" id="{07281443-8BB5-C042-84AA-9459B49AFF2C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8904E097-29F6-2045-9DA8-83306155DD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8071" y="176989"/>
            <a:ext cx="543743" cy="36512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3F5E455-1077-0F48-A0E2-AB0F5CC9AB73}"/>
              </a:ext>
            </a:extLst>
          </p:cNvPr>
          <p:cNvSpPr/>
          <p:nvPr userDrawn="1"/>
        </p:nvSpPr>
        <p:spPr>
          <a:xfrm>
            <a:off x="0" y="6533932"/>
            <a:ext cx="12192000" cy="324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Marcador de número de diapositiva 11">
            <a:extLst>
              <a:ext uri="{FF2B5EF4-FFF2-40B4-BE49-F238E27FC236}">
                <a16:creationId xmlns:a16="http://schemas.microsoft.com/office/drawing/2014/main" id="{D8176CA2-D00D-F84B-96D7-18E3833FE6A6}"/>
              </a:ext>
            </a:extLst>
          </p:cNvPr>
          <p:cNvSpPr txBox="1">
            <a:spLocks/>
          </p:cNvSpPr>
          <p:nvPr userDrawn="1"/>
        </p:nvSpPr>
        <p:spPr>
          <a:xfrm>
            <a:off x="11601400" y="6546627"/>
            <a:ext cx="511628" cy="365125"/>
          </a:xfrm>
          <a:prstGeom prst="rect">
            <a:avLst/>
          </a:prstGeom>
        </p:spPr>
        <p:txBody>
          <a:bodyPr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C141E98-0D91-5142-B85C-035B4CEE9641}" type="slidenum">
              <a:rPr lang="es-PE" sz="1400" smtClean="0">
                <a:solidFill>
                  <a:schemeClr val="bg1"/>
                </a:solidFill>
              </a:rPr>
              <a:pPr algn="ctr"/>
              <a:t>‹#›</a:t>
            </a:fld>
            <a:endParaRPr lang="es-PE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27648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ntamina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áfico 10">
            <a:extLst>
              <a:ext uri="{FF2B5EF4-FFF2-40B4-BE49-F238E27FC236}">
                <a16:creationId xmlns:a16="http://schemas.microsoft.com/office/drawing/2014/main" id="{762E132A-E5E0-EF4B-BC47-1CCD8AF0C618}"/>
              </a:ext>
            </a:extLst>
          </p:cNvPr>
          <p:cNvGrpSpPr/>
          <p:nvPr userDrawn="1"/>
        </p:nvGrpSpPr>
        <p:grpSpPr>
          <a:xfrm>
            <a:off x="10851653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4" name="Gráfico 10">
              <a:extLst>
                <a:ext uri="{FF2B5EF4-FFF2-40B4-BE49-F238E27FC236}">
                  <a16:creationId xmlns:a16="http://schemas.microsoft.com/office/drawing/2014/main" id="{93B5EB3F-3620-934B-AB48-B6E26241E445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5" name="Gráfico 10">
              <a:extLst>
                <a:ext uri="{FF2B5EF4-FFF2-40B4-BE49-F238E27FC236}">
                  <a16:creationId xmlns:a16="http://schemas.microsoft.com/office/drawing/2014/main" id="{07281443-8BB5-C042-84AA-9459B49AFF2C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  <p:pic>
        <p:nvPicPr>
          <p:cNvPr id="6" name="Gráfico 5">
            <a:extLst>
              <a:ext uri="{FF2B5EF4-FFF2-40B4-BE49-F238E27FC236}">
                <a16:creationId xmlns:a16="http://schemas.microsoft.com/office/drawing/2014/main" id="{2D155EF9-CFB2-2740-B76C-04210E12A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9530" y="207724"/>
            <a:ext cx="601975" cy="30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65064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ie de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áfico 10">
            <a:extLst>
              <a:ext uri="{FF2B5EF4-FFF2-40B4-BE49-F238E27FC236}">
                <a16:creationId xmlns:a16="http://schemas.microsoft.com/office/drawing/2014/main" id="{762E132A-E5E0-EF4B-BC47-1CCD8AF0C618}"/>
              </a:ext>
            </a:extLst>
          </p:cNvPr>
          <p:cNvGrpSpPr/>
          <p:nvPr userDrawn="1"/>
        </p:nvGrpSpPr>
        <p:grpSpPr>
          <a:xfrm>
            <a:off x="10851653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4" name="Gráfico 10">
              <a:extLst>
                <a:ext uri="{FF2B5EF4-FFF2-40B4-BE49-F238E27FC236}">
                  <a16:creationId xmlns:a16="http://schemas.microsoft.com/office/drawing/2014/main" id="{93B5EB3F-3620-934B-AB48-B6E26241E445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5" name="Gráfico 10">
              <a:extLst>
                <a:ext uri="{FF2B5EF4-FFF2-40B4-BE49-F238E27FC236}">
                  <a16:creationId xmlns:a16="http://schemas.microsoft.com/office/drawing/2014/main" id="{07281443-8BB5-C042-84AA-9459B49AFF2C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  <p:sp>
        <p:nvSpPr>
          <p:cNvPr id="6" name="Rectángulo 5">
            <a:extLst>
              <a:ext uri="{FF2B5EF4-FFF2-40B4-BE49-F238E27FC236}">
                <a16:creationId xmlns:a16="http://schemas.microsoft.com/office/drawing/2014/main" id="{8E22799D-A2B4-AC47-AF53-A131729C7B63}"/>
              </a:ext>
            </a:extLst>
          </p:cNvPr>
          <p:cNvSpPr/>
          <p:nvPr userDrawn="1"/>
        </p:nvSpPr>
        <p:spPr>
          <a:xfrm>
            <a:off x="0" y="6533932"/>
            <a:ext cx="12192000" cy="324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Marcador de número de diapositiva 11">
            <a:extLst>
              <a:ext uri="{FF2B5EF4-FFF2-40B4-BE49-F238E27FC236}">
                <a16:creationId xmlns:a16="http://schemas.microsoft.com/office/drawing/2014/main" id="{384BD158-1275-5148-8EA9-D6FBA5B23880}"/>
              </a:ext>
            </a:extLst>
          </p:cNvPr>
          <p:cNvSpPr txBox="1">
            <a:spLocks/>
          </p:cNvSpPr>
          <p:nvPr userDrawn="1"/>
        </p:nvSpPr>
        <p:spPr>
          <a:xfrm>
            <a:off x="11601400" y="6546627"/>
            <a:ext cx="511628" cy="365125"/>
          </a:xfrm>
          <a:prstGeom prst="rect">
            <a:avLst/>
          </a:prstGeom>
        </p:spPr>
        <p:txBody>
          <a:bodyPr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C141E98-0D91-5142-B85C-035B4CEE9641}" type="slidenum">
              <a:rPr lang="es-PE" sz="1400" smtClean="0">
                <a:solidFill>
                  <a:schemeClr val="bg1"/>
                </a:solidFill>
              </a:rPr>
              <a:pPr algn="ctr"/>
              <a:t>‹#›</a:t>
            </a:fld>
            <a:endParaRPr lang="es-PE" sz="1400">
              <a:solidFill>
                <a:schemeClr val="bg1"/>
              </a:solidFill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55335AD1-CE13-0640-ACA9-BF275B2CBB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9530" y="207724"/>
            <a:ext cx="601975" cy="30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57793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ierre Antamina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5AB4B86E-1823-ED4C-8E0E-D29F4A8EB0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A035B28-1EF2-DD49-8899-4481EF962C69}"/>
              </a:ext>
            </a:extLst>
          </p:cNvPr>
          <p:cNvSpPr txBox="1">
            <a:spLocks/>
          </p:cNvSpPr>
          <p:nvPr userDrawn="1"/>
        </p:nvSpPr>
        <p:spPr>
          <a:xfrm>
            <a:off x="1524000" y="2877839"/>
            <a:ext cx="9144000" cy="11621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66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¡Gracias!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20437A5-0E98-2966-7F98-33665FED53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4343867"/>
            <a:ext cx="1666670" cy="83878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5C366CB-9247-BF05-3DE9-8052836300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764" y="4343867"/>
            <a:ext cx="917725" cy="83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72907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ierre ES+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8BFF5D29-9DCE-1C45-988A-43B1E0DD312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EE0D1DDB-E643-4345-9EA0-21ABC3B162C7}"/>
              </a:ext>
            </a:extLst>
          </p:cNvPr>
          <p:cNvSpPr txBox="1">
            <a:spLocks/>
          </p:cNvSpPr>
          <p:nvPr userDrawn="1"/>
        </p:nvSpPr>
        <p:spPr>
          <a:xfrm>
            <a:off x="1524000" y="2877839"/>
            <a:ext cx="9144000" cy="11621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66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¡Gracias!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157A719-09F7-3805-5340-A57C343BC4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75801" y="4430741"/>
            <a:ext cx="1405672" cy="101826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4168C6B-3FE0-022A-82F4-4AFAA462B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3313" y="4433324"/>
            <a:ext cx="1238838" cy="113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9780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0016"/>
            <a:ext cx="12192000" cy="6864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0017"/>
            <a:ext cx="12192000" cy="608805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418932" y="6626726"/>
            <a:ext cx="0" cy="238615"/>
          </a:xfrm>
          <a:prstGeom prst="line">
            <a:avLst/>
          </a:prstGeom>
          <a:noFill/>
          <a:ln w="9525" cap="flat" cmpd="sng" algn="ctr">
            <a:solidFill>
              <a:srgbClr val="0E738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/>
        </p:nvCxnSpPr>
        <p:spPr>
          <a:xfrm>
            <a:off x="418932" y="6626726"/>
            <a:ext cx="0" cy="238615"/>
          </a:xfrm>
          <a:prstGeom prst="line">
            <a:avLst/>
          </a:prstGeom>
          <a:noFill/>
          <a:ln w="9525" cap="flat" cmpd="sng" algn="ctr">
            <a:solidFill>
              <a:srgbClr val="0E738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Rectangle 13"/>
          <p:cNvSpPr/>
          <p:nvPr/>
        </p:nvSpPr>
        <p:spPr>
          <a:xfrm>
            <a:off x="42734" y="6551642"/>
            <a:ext cx="389850" cy="256545"/>
          </a:xfrm>
          <a:prstGeom prst="rect">
            <a:avLst/>
          </a:prstGeom>
        </p:spPr>
        <p:txBody>
          <a:bodyPr wrap="none" lIns="91440" tIns="45720" rIns="91440" bIns="45720" anchor="ctr">
            <a:spAutoFit/>
          </a:bodyPr>
          <a:lstStyle/>
          <a:p>
            <a:pPr algn="r">
              <a:defRPr/>
            </a:pPr>
            <a:fld id="{FA5C85D5-09CE-0F41-BDFF-B75A9F63D378}" type="slidenum">
              <a:rPr lang="es-PE" sz="1067" smtClean="0">
                <a:solidFill>
                  <a:srgbClr val="647486"/>
                </a:solidFill>
                <a:latin typeface="Tahoma"/>
                <a:ea typeface="ＭＳ Ｐゴシック" charset="0"/>
              </a:rPr>
              <a:pPr algn="r">
                <a:defRPr/>
              </a:pPr>
              <a:t>‹#›</a:t>
            </a:fld>
            <a:endParaRPr lang="es-PE" sz="1067">
              <a:solidFill>
                <a:srgbClr val="647486"/>
              </a:solidFill>
              <a:latin typeface="Tahoma"/>
              <a:ea typeface="ＭＳ Ｐゴシック" charset="0"/>
            </a:endParaRPr>
          </a:p>
        </p:txBody>
      </p:sp>
      <p:sp>
        <p:nvSpPr>
          <p:cNvPr id="13" name="1 Marcador de título"/>
          <p:cNvSpPr>
            <a:spLocks noGrp="1"/>
          </p:cNvSpPr>
          <p:nvPr>
            <p:ph type="title" hasCustomPrompt="1"/>
          </p:nvPr>
        </p:nvSpPr>
        <p:spPr bwMode="auto">
          <a:xfrm>
            <a:off x="335281" y="66900"/>
            <a:ext cx="9217104" cy="5218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l">
              <a:defRPr lang="es-PE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algn="l"/>
            <a:r>
              <a:rPr lang="en-US"/>
              <a:t>Click to edit Master title style</a:t>
            </a:r>
            <a:endParaRPr lang="en-US" noProof="0"/>
          </a:p>
        </p:txBody>
      </p:sp>
      <p:pic>
        <p:nvPicPr>
          <p:cNvPr id="10" name="Picture 9" descr="Antamina-logomediano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48379" y="6518520"/>
            <a:ext cx="323488" cy="292201"/>
          </a:xfrm>
          <a:prstGeom prst="rect">
            <a:avLst/>
          </a:prstGeom>
        </p:spPr>
      </p:pic>
      <p:sp>
        <p:nvSpPr>
          <p:cNvPr id="12" name="Rectangle 16"/>
          <p:cNvSpPr/>
          <p:nvPr/>
        </p:nvSpPr>
        <p:spPr>
          <a:xfrm>
            <a:off x="10073287" y="6582453"/>
            <a:ext cx="1592103" cy="194990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r>
              <a:rPr lang="en-US" sz="667">
                <a:solidFill>
                  <a:prstClr val="white">
                    <a:lumMod val="50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Source: Antamina PDN – Confidential</a:t>
            </a:r>
          </a:p>
        </p:txBody>
      </p:sp>
    </p:spTree>
    <p:extLst>
      <p:ext uri="{BB962C8B-B14F-4D97-AF65-F5344CB8AC3E}">
        <p14:creationId xmlns:p14="http://schemas.microsoft.com/office/powerpoint/2010/main" val="82590724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8F46AFA-E89E-4FD5-BC40-6E9A538D09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9896319"/>
              </p:ext>
            </p:extLst>
          </p:nvPr>
        </p:nvGraphicFramePr>
        <p:xfrm>
          <a:off x="1620" y="1620"/>
          <a:ext cx="1620" cy="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83" imgH="384" progId="TCLayout.ActiveDocument.1">
                  <p:embed/>
                </p:oleObj>
              </mc:Choice>
              <mc:Fallback>
                <p:oleObj name="Diapositiva de think-cell" r:id="rId4" imgW="383" imgH="38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8F46AFA-E89E-4FD5-BC40-6E9A538D09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0" y="1620"/>
                        <a:ext cx="1620" cy="1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6367276-A377-49D5-B4B3-39D1571AF8C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41" b="0" i="0" baseline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gray"/>
        <p:txBody>
          <a:bodyPr vert="horz"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oc id" hidden="1"/>
          <p:cNvSpPr>
            <a:spLocks noChangeArrowheads="1"/>
          </p:cNvSpPr>
          <p:nvPr/>
        </p:nvSpPr>
        <p:spPr bwMode="gray">
          <a:xfrm>
            <a:off x="10670215" y="51833"/>
            <a:ext cx="1190119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913526" eaLnBrk="1"/>
            <a:endParaRPr lang="en-US" sz="612" baseline="0">
              <a:solidFill>
                <a:srgbClr val="808080"/>
              </a:solidFill>
              <a:latin typeface="+mn-lt"/>
              <a:ea typeface="+mn-ea"/>
            </a:endParaRPr>
          </a:p>
        </p:txBody>
      </p:sp>
      <p:sp>
        <p:nvSpPr>
          <p:cNvPr id="8" name="Slide Number"/>
          <p:cNvSpPr txBox="1">
            <a:spLocks/>
          </p:cNvSpPr>
          <p:nvPr/>
        </p:nvSpPr>
        <p:spPr bwMode="gray">
          <a:xfrm>
            <a:off x="11879032" y="6594791"/>
            <a:ext cx="130848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s-ES"/>
            </a:defPPr>
            <a:lvl1pPr>
              <a:defRPr sz="1000" baseline="0">
                <a:latin typeface="+mn-lt"/>
              </a:defRPr>
            </a:lvl1pPr>
          </a:lstStyle>
          <a:p>
            <a:pPr lvl="0" algn="ctr"/>
            <a:fld id="{42C328C1-A84F-4A39-A664-DBA00541A8C6}" type="slidenum">
              <a:rPr lang="en-US" sz="816" smtClean="0">
                <a:solidFill>
                  <a:schemeClr val="accent3"/>
                </a:solidFill>
              </a:rPr>
              <a:pPr lvl="0" algn="ctr"/>
              <a:t>‹#›</a:t>
            </a:fld>
            <a:endParaRPr lang="en-US" sz="816">
              <a:solidFill>
                <a:schemeClr val="accent3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D9C2BA1-BA9E-4D12-93DD-4078CF3E8AE3}"/>
              </a:ext>
            </a:extLst>
          </p:cNvPr>
          <p:cNvGrpSpPr/>
          <p:nvPr/>
        </p:nvGrpSpPr>
        <p:grpSpPr>
          <a:xfrm>
            <a:off x="11312748" y="6520240"/>
            <a:ext cx="315256" cy="277198"/>
            <a:chOff x="3824288" y="1468438"/>
            <a:chExt cx="4300538" cy="3781425"/>
          </a:xfrm>
          <a:solidFill>
            <a:srgbClr val="008598"/>
          </a:solidFill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F829A2FC-C6BC-49BE-9591-8C05C5F3D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288" y="1468438"/>
              <a:ext cx="4300538" cy="2162175"/>
            </a:xfrm>
            <a:custGeom>
              <a:avLst/>
              <a:gdLst>
                <a:gd name="T0" fmla="*/ 3354 w 3496"/>
                <a:gd name="T1" fmla="*/ 1490 h 1760"/>
                <a:gd name="T2" fmla="*/ 3233 w 3496"/>
                <a:gd name="T3" fmla="*/ 1296 h 1760"/>
                <a:gd name="T4" fmla="*/ 2953 w 3496"/>
                <a:gd name="T5" fmla="*/ 944 h 1760"/>
                <a:gd name="T6" fmla="*/ 2751 w 3496"/>
                <a:gd name="T7" fmla="*/ 782 h 1760"/>
                <a:gd name="T8" fmla="*/ 2465 w 3496"/>
                <a:gd name="T9" fmla="*/ 554 h 1760"/>
                <a:gd name="T10" fmla="*/ 2256 w 3496"/>
                <a:gd name="T11" fmla="*/ 302 h 1760"/>
                <a:gd name="T12" fmla="*/ 1941 w 3496"/>
                <a:gd name="T13" fmla="*/ 6 h 1760"/>
                <a:gd name="T14" fmla="*/ 1889 w 3496"/>
                <a:gd name="T15" fmla="*/ 5 h 1760"/>
                <a:gd name="T16" fmla="*/ 1432 w 3496"/>
                <a:gd name="T17" fmla="*/ 328 h 1760"/>
                <a:gd name="T18" fmla="*/ 1007 w 3496"/>
                <a:gd name="T19" fmla="*/ 586 h 1760"/>
                <a:gd name="T20" fmla="*/ 944 w 3496"/>
                <a:gd name="T21" fmla="*/ 607 h 1760"/>
                <a:gd name="T22" fmla="*/ 330 w 3496"/>
                <a:gd name="T23" fmla="*/ 1347 h 1760"/>
                <a:gd name="T24" fmla="*/ 0 w 3496"/>
                <a:gd name="T25" fmla="*/ 1714 h 1760"/>
                <a:gd name="T26" fmla="*/ 1470 w 3496"/>
                <a:gd name="T27" fmla="*/ 1714 h 1760"/>
                <a:gd name="T28" fmla="*/ 1566 w 3496"/>
                <a:gd name="T29" fmla="*/ 1580 h 1760"/>
                <a:gd name="T30" fmla="*/ 1910 w 3496"/>
                <a:gd name="T31" fmla="*/ 1286 h 1760"/>
                <a:gd name="T32" fmla="*/ 2232 w 3496"/>
                <a:gd name="T33" fmla="*/ 1295 h 1760"/>
                <a:gd name="T34" fmla="*/ 2597 w 3496"/>
                <a:gd name="T35" fmla="*/ 1750 h 1760"/>
                <a:gd name="T36" fmla="*/ 2662 w 3496"/>
                <a:gd name="T37" fmla="*/ 1757 h 1760"/>
                <a:gd name="T38" fmla="*/ 2605 w 3496"/>
                <a:gd name="T39" fmla="*/ 1554 h 1760"/>
                <a:gd name="T40" fmla="*/ 2230 w 3496"/>
                <a:gd name="T41" fmla="*/ 1203 h 1760"/>
                <a:gd name="T42" fmla="*/ 1735 w 3496"/>
                <a:gd name="T43" fmla="*/ 1279 h 1760"/>
                <a:gd name="T44" fmla="*/ 1379 w 3496"/>
                <a:gd name="T45" fmla="*/ 1647 h 1760"/>
                <a:gd name="T46" fmla="*/ 1201 w 3496"/>
                <a:gd name="T47" fmla="*/ 1597 h 1760"/>
                <a:gd name="T48" fmla="*/ 1201 w 3496"/>
                <a:gd name="T49" fmla="*/ 1579 h 1760"/>
                <a:gd name="T50" fmla="*/ 1745 w 3496"/>
                <a:gd name="T51" fmla="*/ 1161 h 1760"/>
                <a:gd name="T52" fmla="*/ 2169 w 3496"/>
                <a:gd name="T53" fmla="*/ 1074 h 1760"/>
                <a:gd name="T54" fmla="*/ 2547 w 3496"/>
                <a:gd name="T55" fmla="*/ 1316 h 1760"/>
                <a:gd name="T56" fmla="*/ 2809 w 3496"/>
                <a:gd name="T57" fmla="*/ 1748 h 1760"/>
                <a:gd name="T58" fmla="*/ 2851 w 3496"/>
                <a:gd name="T59" fmla="*/ 1760 h 1760"/>
                <a:gd name="T60" fmla="*/ 2596 w 3496"/>
                <a:gd name="T61" fmla="*/ 1248 h 1760"/>
                <a:gd name="T62" fmla="*/ 2240 w 3496"/>
                <a:gd name="T63" fmla="*/ 1002 h 1760"/>
                <a:gd name="T64" fmla="*/ 1837 w 3496"/>
                <a:gd name="T65" fmla="*/ 1045 h 1760"/>
                <a:gd name="T66" fmla="*/ 1106 w 3496"/>
                <a:gd name="T67" fmla="*/ 1499 h 1760"/>
                <a:gd name="T68" fmla="*/ 947 w 3496"/>
                <a:gd name="T69" fmla="*/ 1451 h 1760"/>
                <a:gd name="T70" fmla="*/ 936 w 3496"/>
                <a:gd name="T71" fmla="*/ 1405 h 1760"/>
                <a:gd name="T72" fmla="*/ 1388 w 3496"/>
                <a:gd name="T73" fmla="*/ 1129 h 1760"/>
                <a:gd name="T74" fmla="*/ 1815 w 3496"/>
                <a:gd name="T75" fmla="*/ 946 h 1760"/>
                <a:gd name="T76" fmla="*/ 2408 w 3496"/>
                <a:gd name="T77" fmla="*/ 943 h 1760"/>
                <a:gd name="T78" fmla="*/ 2917 w 3496"/>
                <a:gd name="T79" fmla="*/ 1535 h 1760"/>
                <a:gd name="T80" fmla="*/ 3011 w 3496"/>
                <a:gd name="T81" fmla="*/ 1758 h 1760"/>
                <a:gd name="T82" fmla="*/ 3074 w 3496"/>
                <a:gd name="T83" fmla="*/ 1738 h 1760"/>
                <a:gd name="T84" fmla="*/ 2798 w 3496"/>
                <a:gd name="T85" fmla="*/ 1175 h 1760"/>
                <a:gd name="T86" fmla="*/ 2356 w 3496"/>
                <a:gd name="T87" fmla="*/ 861 h 1760"/>
                <a:gd name="T88" fmla="*/ 1793 w 3496"/>
                <a:gd name="T89" fmla="*/ 886 h 1760"/>
                <a:gd name="T90" fmla="*/ 1052 w 3496"/>
                <a:gd name="T91" fmla="*/ 1188 h 1760"/>
                <a:gd name="T92" fmla="*/ 796 w 3496"/>
                <a:gd name="T93" fmla="*/ 1283 h 1760"/>
                <a:gd name="T94" fmla="*/ 697 w 3496"/>
                <a:gd name="T95" fmla="*/ 1193 h 1760"/>
                <a:gd name="T96" fmla="*/ 883 w 3496"/>
                <a:gd name="T97" fmla="*/ 1074 h 1760"/>
                <a:gd name="T98" fmla="*/ 1191 w 3496"/>
                <a:gd name="T99" fmla="*/ 950 h 1760"/>
                <a:gd name="T100" fmla="*/ 1664 w 3496"/>
                <a:gd name="T101" fmla="*/ 792 h 1760"/>
                <a:gd name="T102" fmla="*/ 2190 w 3496"/>
                <a:gd name="T103" fmla="*/ 720 h 1760"/>
                <a:gd name="T104" fmla="*/ 2566 w 3496"/>
                <a:gd name="T105" fmla="*/ 837 h 1760"/>
                <a:gd name="T106" fmla="*/ 3253 w 3496"/>
                <a:gd name="T107" fmla="*/ 1729 h 1760"/>
                <a:gd name="T108" fmla="*/ 3496 w 3496"/>
                <a:gd name="T109" fmla="*/ 1747 h 1760"/>
                <a:gd name="T110" fmla="*/ 3490 w 3496"/>
                <a:gd name="T111" fmla="*/ 173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96" h="1760">
                  <a:moveTo>
                    <a:pt x="3490" y="1730"/>
                  </a:moveTo>
                  <a:cubicBezTo>
                    <a:pt x="3458" y="1642"/>
                    <a:pt x="3407" y="1566"/>
                    <a:pt x="3354" y="1490"/>
                  </a:cubicBezTo>
                  <a:cubicBezTo>
                    <a:pt x="3319" y="1440"/>
                    <a:pt x="3284" y="1390"/>
                    <a:pt x="3250" y="1340"/>
                  </a:cubicBezTo>
                  <a:cubicBezTo>
                    <a:pt x="3240" y="1327"/>
                    <a:pt x="3234" y="1313"/>
                    <a:pt x="3233" y="1296"/>
                  </a:cubicBezTo>
                  <a:cubicBezTo>
                    <a:pt x="3225" y="1211"/>
                    <a:pt x="3185" y="1143"/>
                    <a:pt x="3127" y="1083"/>
                  </a:cubicBezTo>
                  <a:cubicBezTo>
                    <a:pt x="3075" y="1029"/>
                    <a:pt x="3014" y="986"/>
                    <a:pt x="2953" y="944"/>
                  </a:cubicBezTo>
                  <a:cubicBezTo>
                    <a:pt x="2891" y="901"/>
                    <a:pt x="2828" y="860"/>
                    <a:pt x="2773" y="808"/>
                  </a:cubicBezTo>
                  <a:cubicBezTo>
                    <a:pt x="2764" y="800"/>
                    <a:pt x="2757" y="791"/>
                    <a:pt x="2751" y="782"/>
                  </a:cubicBezTo>
                  <a:cubicBezTo>
                    <a:pt x="2720" y="738"/>
                    <a:pt x="2682" y="702"/>
                    <a:pt x="2639" y="671"/>
                  </a:cubicBezTo>
                  <a:cubicBezTo>
                    <a:pt x="2583" y="630"/>
                    <a:pt x="2525" y="590"/>
                    <a:pt x="2465" y="554"/>
                  </a:cubicBezTo>
                  <a:cubicBezTo>
                    <a:pt x="2430" y="534"/>
                    <a:pt x="2401" y="509"/>
                    <a:pt x="2378" y="478"/>
                  </a:cubicBezTo>
                  <a:cubicBezTo>
                    <a:pt x="2336" y="420"/>
                    <a:pt x="2295" y="361"/>
                    <a:pt x="2256" y="302"/>
                  </a:cubicBezTo>
                  <a:cubicBezTo>
                    <a:pt x="2210" y="234"/>
                    <a:pt x="2166" y="166"/>
                    <a:pt x="2107" y="108"/>
                  </a:cubicBezTo>
                  <a:cubicBezTo>
                    <a:pt x="2059" y="62"/>
                    <a:pt x="2005" y="26"/>
                    <a:pt x="1941" y="6"/>
                  </a:cubicBezTo>
                  <a:cubicBezTo>
                    <a:pt x="1941" y="6"/>
                    <a:pt x="1940" y="6"/>
                    <a:pt x="1940" y="6"/>
                  </a:cubicBezTo>
                  <a:cubicBezTo>
                    <a:pt x="1916" y="0"/>
                    <a:pt x="1889" y="5"/>
                    <a:pt x="1889" y="5"/>
                  </a:cubicBezTo>
                  <a:cubicBezTo>
                    <a:pt x="1791" y="28"/>
                    <a:pt x="1708" y="79"/>
                    <a:pt x="1633" y="143"/>
                  </a:cubicBezTo>
                  <a:cubicBezTo>
                    <a:pt x="1564" y="203"/>
                    <a:pt x="1498" y="266"/>
                    <a:pt x="1432" y="328"/>
                  </a:cubicBezTo>
                  <a:cubicBezTo>
                    <a:pt x="1368" y="388"/>
                    <a:pt x="1304" y="448"/>
                    <a:pt x="1230" y="497"/>
                  </a:cubicBezTo>
                  <a:cubicBezTo>
                    <a:pt x="1162" y="542"/>
                    <a:pt x="1089" y="575"/>
                    <a:pt x="1007" y="586"/>
                  </a:cubicBezTo>
                  <a:cubicBezTo>
                    <a:pt x="1000" y="587"/>
                    <a:pt x="992" y="589"/>
                    <a:pt x="984" y="588"/>
                  </a:cubicBezTo>
                  <a:cubicBezTo>
                    <a:pt x="967" y="587"/>
                    <a:pt x="956" y="596"/>
                    <a:pt x="944" y="607"/>
                  </a:cubicBezTo>
                  <a:cubicBezTo>
                    <a:pt x="828" y="716"/>
                    <a:pt x="724" y="836"/>
                    <a:pt x="626" y="962"/>
                  </a:cubicBezTo>
                  <a:cubicBezTo>
                    <a:pt x="527" y="1090"/>
                    <a:pt x="430" y="1219"/>
                    <a:pt x="330" y="1347"/>
                  </a:cubicBezTo>
                  <a:cubicBezTo>
                    <a:pt x="231" y="1475"/>
                    <a:pt x="125" y="1596"/>
                    <a:pt x="7" y="1706"/>
                  </a:cubicBezTo>
                  <a:cubicBezTo>
                    <a:pt x="4" y="1708"/>
                    <a:pt x="2" y="1711"/>
                    <a:pt x="0" y="1714"/>
                  </a:cubicBezTo>
                  <a:cubicBezTo>
                    <a:pt x="195" y="1714"/>
                    <a:pt x="390" y="1714"/>
                    <a:pt x="585" y="1714"/>
                  </a:cubicBezTo>
                  <a:cubicBezTo>
                    <a:pt x="880" y="1714"/>
                    <a:pt x="1175" y="1714"/>
                    <a:pt x="1470" y="1714"/>
                  </a:cubicBezTo>
                  <a:cubicBezTo>
                    <a:pt x="1481" y="1714"/>
                    <a:pt x="1487" y="1711"/>
                    <a:pt x="1493" y="1702"/>
                  </a:cubicBezTo>
                  <a:cubicBezTo>
                    <a:pt x="1517" y="1661"/>
                    <a:pt x="1541" y="1620"/>
                    <a:pt x="1566" y="1580"/>
                  </a:cubicBezTo>
                  <a:cubicBezTo>
                    <a:pt x="1615" y="1504"/>
                    <a:pt x="1671" y="1433"/>
                    <a:pt x="1743" y="1378"/>
                  </a:cubicBezTo>
                  <a:cubicBezTo>
                    <a:pt x="1794" y="1339"/>
                    <a:pt x="1848" y="1304"/>
                    <a:pt x="1910" y="1286"/>
                  </a:cubicBezTo>
                  <a:cubicBezTo>
                    <a:pt x="1974" y="1268"/>
                    <a:pt x="2039" y="1261"/>
                    <a:pt x="2104" y="1262"/>
                  </a:cubicBezTo>
                  <a:cubicBezTo>
                    <a:pt x="2150" y="1263"/>
                    <a:pt x="2192" y="1273"/>
                    <a:pt x="2232" y="1295"/>
                  </a:cubicBezTo>
                  <a:cubicBezTo>
                    <a:pt x="2303" y="1334"/>
                    <a:pt x="2363" y="1386"/>
                    <a:pt x="2416" y="1446"/>
                  </a:cubicBezTo>
                  <a:cubicBezTo>
                    <a:pt x="2497" y="1535"/>
                    <a:pt x="2564" y="1632"/>
                    <a:pt x="2597" y="1750"/>
                  </a:cubicBezTo>
                  <a:cubicBezTo>
                    <a:pt x="2598" y="1754"/>
                    <a:pt x="2601" y="1759"/>
                    <a:pt x="2604" y="1759"/>
                  </a:cubicBezTo>
                  <a:cubicBezTo>
                    <a:pt x="2623" y="1759"/>
                    <a:pt x="2643" y="1760"/>
                    <a:pt x="2662" y="1757"/>
                  </a:cubicBezTo>
                  <a:cubicBezTo>
                    <a:pt x="2677" y="1755"/>
                    <a:pt x="2679" y="1750"/>
                    <a:pt x="2675" y="1735"/>
                  </a:cubicBezTo>
                  <a:cubicBezTo>
                    <a:pt x="2662" y="1671"/>
                    <a:pt x="2638" y="1611"/>
                    <a:pt x="2605" y="1554"/>
                  </a:cubicBezTo>
                  <a:cubicBezTo>
                    <a:pt x="2518" y="1402"/>
                    <a:pt x="2393" y="1290"/>
                    <a:pt x="2240" y="1207"/>
                  </a:cubicBezTo>
                  <a:cubicBezTo>
                    <a:pt x="2237" y="1205"/>
                    <a:pt x="2233" y="1203"/>
                    <a:pt x="2230" y="1203"/>
                  </a:cubicBezTo>
                  <a:cubicBezTo>
                    <a:pt x="2128" y="1183"/>
                    <a:pt x="2027" y="1180"/>
                    <a:pt x="1925" y="1202"/>
                  </a:cubicBezTo>
                  <a:cubicBezTo>
                    <a:pt x="1857" y="1216"/>
                    <a:pt x="1794" y="1243"/>
                    <a:pt x="1735" y="1279"/>
                  </a:cubicBezTo>
                  <a:cubicBezTo>
                    <a:pt x="1643" y="1334"/>
                    <a:pt x="1567" y="1406"/>
                    <a:pt x="1501" y="1488"/>
                  </a:cubicBezTo>
                  <a:cubicBezTo>
                    <a:pt x="1458" y="1540"/>
                    <a:pt x="1419" y="1594"/>
                    <a:pt x="1379" y="1647"/>
                  </a:cubicBezTo>
                  <a:cubicBezTo>
                    <a:pt x="1375" y="1653"/>
                    <a:pt x="1371" y="1658"/>
                    <a:pt x="1363" y="1657"/>
                  </a:cubicBezTo>
                  <a:cubicBezTo>
                    <a:pt x="1304" y="1650"/>
                    <a:pt x="1250" y="1631"/>
                    <a:pt x="1201" y="1597"/>
                  </a:cubicBezTo>
                  <a:cubicBezTo>
                    <a:pt x="1198" y="1594"/>
                    <a:pt x="1195" y="1592"/>
                    <a:pt x="1192" y="1589"/>
                  </a:cubicBezTo>
                  <a:cubicBezTo>
                    <a:pt x="1196" y="1585"/>
                    <a:pt x="1198" y="1582"/>
                    <a:pt x="1201" y="1579"/>
                  </a:cubicBezTo>
                  <a:cubicBezTo>
                    <a:pt x="1256" y="1527"/>
                    <a:pt x="1311" y="1474"/>
                    <a:pt x="1367" y="1423"/>
                  </a:cubicBezTo>
                  <a:cubicBezTo>
                    <a:pt x="1482" y="1320"/>
                    <a:pt x="1605" y="1228"/>
                    <a:pt x="1745" y="1161"/>
                  </a:cubicBezTo>
                  <a:cubicBezTo>
                    <a:pt x="1865" y="1103"/>
                    <a:pt x="1991" y="1071"/>
                    <a:pt x="2125" y="1072"/>
                  </a:cubicBezTo>
                  <a:cubicBezTo>
                    <a:pt x="2140" y="1072"/>
                    <a:pt x="2155" y="1075"/>
                    <a:pt x="2169" y="1074"/>
                  </a:cubicBezTo>
                  <a:cubicBezTo>
                    <a:pt x="2207" y="1072"/>
                    <a:pt x="2241" y="1083"/>
                    <a:pt x="2274" y="1098"/>
                  </a:cubicBezTo>
                  <a:cubicBezTo>
                    <a:pt x="2383" y="1149"/>
                    <a:pt x="2471" y="1225"/>
                    <a:pt x="2547" y="1316"/>
                  </a:cubicBezTo>
                  <a:cubicBezTo>
                    <a:pt x="2617" y="1399"/>
                    <a:pt x="2675" y="1490"/>
                    <a:pt x="2726" y="1586"/>
                  </a:cubicBezTo>
                  <a:cubicBezTo>
                    <a:pt x="2755" y="1639"/>
                    <a:pt x="2781" y="1694"/>
                    <a:pt x="2809" y="1748"/>
                  </a:cubicBezTo>
                  <a:cubicBezTo>
                    <a:pt x="2813" y="1756"/>
                    <a:pt x="2817" y="1760"/>
                    <a:pt x="2826" y="1759"/>
                  </a:cubicBezTo>
                  <a:cubicBezTo>
                    <a:pt x="2834" y="1759"/>
                    <a:pt x="2843" y="1760"/>
                    <a:pt x="2851" y="1760"/>
                  </a:cubicBezTo>
                  <a:cubicBezTo>
                    <a:pt x="2868" y="1759"/>
                    <a:pt x="2873" y="1752"/>
                    <a:pt x="2867" y="1735"/>
                  </a:cubicBezTo>
                  <a:cubicBezTo>
                    <a:pt x="2809" y="1555"/>
                    <a:pt x="2722" y="1391"/>
                    <a:pt x="2596" y="1248"/>
                  </a:cubicBezTo>
                  <a:cubicBezTo>
                    <a:pt x="2522" y="1163"/>
                    <a:pt x="2437" y="1091"/>
                    <a:pt x="2336" y="1041"/>
                  </a:cubicBezTo>
                  <a:cubicBezTo>
                    <a:pt x="2305" y="1025"/>
                    <a:pt x="2273" y="1009"/>
                    <a:pt x="2240" y="1002"/>
                  </a:cubicBezTo>
                  <a:cubicBezTo>
                    <a:pt x="2206" y="994"/>
                    <a:pt x="2170" y="994"/>
                    <a:pt x="2136" y="994"/>
                  </a:cubicBezTo>
                  <a:cubicBezTo>
                    <a:pt x="2033" y="994"/>
                    <a:pt x="1934" y="1012"/>
                    <a:pt x="1837" y="1045"/>
                  </a:cubicBezTo>
                  <a:cubicBezTo>
                    <a:pt x="1686" y="1096"/>
                    <a:pt x="1548" y="1176"/>
                    <a:pt x="1419" y="1268"/>
                  </a:cubicBezTo>
                  <a:cubicBezTo>
                    <a:pt x="1313" y="1343"/>
                    <a:pt x="1210" y="1422"/>
                    <a:pt x="1106" y="1499"/>
                  </a:cubicBezTo>
                  <a:cubicBezTo>
                    <a:pt x="1098" y="1504"/>
                    <a:pt x="1088" y="1508"/>
                    <a:pt x="1078" y="1508"/>
                  </a:cubicBezTo>
                  <a:cubicBezTo>
                    <a:pt x="1025" y="1510"/>
                    <a:pt x="984" y="1485"/>
                    <a:pt x="947" y="1451"/>
                  </a:cubicBezTo>
                  <a:cubicBezTo>
                    <a:pt x="937" y="1441"/>
                    <a:pt x="928" y="1430"/>
                    <a:pt x="918" y="1419"/>
                  </a:cubicBezTo>
                  <a:cubicBezTo>
                    <a:pt x="925" y="1414"/>
                    <a:pt x="930" y="1409"/>
                    <a:pt x="936" y="1405"/>
                  </a:cubicBezTo>
                  <a:cubicBezTo>
                    <a:pt x="997" y="1364"/>
                    <a:pt x="1056" y="1321"/>
                    <a:pt x="1118" y="1284"/>
                  </a:cubicBezTo>
                  <a:cubicBezTo>
                    <a:pt x="1207" y="1230"/>
                    <a:pt x="1298" y="1181"/>
                    <a:pt x="1388" y="1129"/>
                  </a:cubicBezTo>
                  <a:cubicBezTo>
                    <a:pt x="1419" y="1112"/>
                    <a:pt x="1447" y="1090"/>
                    <a:pt x="1479" y="1077"/>
                  </a:cubicBezTo>
                  <a:cubicBezTo>
                    <a:pt x="1591" y="1031"/>
                    <a:pt x="1702" y="986"/>
                    <a:pt x="1815" y="946"/>
                  </a:cubicBezTo>
                  <a:cubicBezTo>
                    <a:pt x="1936" y="903"/>
                    <a:pt x="2062" y="881"/>
                    <a:pt x="2192" y="889"/>
                  </a:cubicBezTo>
                  <a:cubicBezTo>
                    <a:pt x="2267" y="894"/>
                    <a:pt x="2340" y="910"/>
                    <a:pt x="2408" y="943"/>
                  </a:cubicBezTo>
                  <a:cubicBezTo>
                    <a:pt x="2525" y="997"/>
                    <a:pt x="2620" y="1077"/>
                    <a:pt x="2701" y="1175"/>
                  </a:cubicBezTo>
                  <a:cubicBezTo>
                    <a:pt x="2792" y="1284"/>
                    <a:pt x="2861" y="1406"/>
                    <a:pt x="2917" y="1535"/>
                  </a:cubicBezTo>
                  <a:cubicBezTo>
                    <a:pt x="2948" y="1604"/>
                    <a:pt x="2975" y="1676"/>
                    <a:pt x="3003" y="1746"/>
                  </a:cubicBezTo>
                  <a:cubicBezTo>
                    <a:pt x="3005" y="1751"/>
                    <a:pt x="3008" y="1758"/>
                    <a:pt x="3011" y="1758"/>
                  </a:cubicBezTo>
                  <a:cubicBezTo>
                    <a:pt x="3028" y="1759"/>
                    <a:pt x="3046" y="1759"/>
                    <a:pt x="3063" y="1757"/>
                  </a:cubicBezTo>
                  <a:cubicBezTo>
                    <a:pt x="3073" y="1756"/>
                    <a:pt x="3077" y="1748"/>
                    <a:pt x="3074" y="1738"/>
                  </a:cubicBezTo>
                  <a:cubicBezTo>
                    <a:pt x="3059" y="1682"/>
                    <a:pt x="3047" y="1626"/>
                    <a:pt x="3028" y="1572"/>
                  </a:cubicBezTo>
                  <a:cubicBezTo>
                    <a:pt x="2979" y="1424"/>
                    <a:pt x="2903" y="1291"/>
                    <a:pt x="2798" y="1175"/>
                  </a:cubicBezTo>
                  <a:cubicBezTo>
                    <a:pt x="2748" y="1119"/>
                    <a:pt x="2692" y="1067"/>
                    <a:pt x="2636" y="1015"/>
                  </a:cubicBezTo>
                  <a:cubicBezTo>
                    <a:pt x="2556" y="939"/>
                    <a:pt x="2462" y="889"/>
                    <a:pt x="2356" y="861"/>
                  </a:cubicBezTo>
                  <a:cubicBezTo>
                    <a:pt x="2244" y="831"/>
                    <a:pt x="2132" y="831"/>
                    <a:pt x="2018" y="843"/>
                  </a:cubicBezTo>
                  <a:cubicBezTo>
                    <a:pt x="1942" y="851"/>
                    <a:pt x="1867" y="867"/>
                    <a:pt x="1793" y="886"/>
                  </a:cubicBezTo>
                  <a:cubicBezTo>
                    <a:pt x="1611" y="933"/>
                    <a:pt x="1437" y="1005"/>
                    <a:pt x="1262" y="1071"/>
                  </a:cubicBezTo>
                  <a:cubicBezTo>
                    <a:pt x="1186" y="1099"/>
                    <a:pt x="1119" y="1145"/>
                    <a:pt x="1052" y="1188"/>
                  </a:cubicBezTo>
                  <a:cubicBezTo>
                    <a:pt x="1005" y="1217"/>
                    <a:pt x="958" y="1246"/>
                    <a:pt x="910" y="1271"/>
                  </a:cubicBezTo>
                  <a:cubicBezTo>
                    <a:pt x="875" y="1288"/>
                    <a:pt x="836" y="1295"/>
                    <a:pt x="796" y="1283"/>
                  </a:cubicBezTo>
                  <a:cubicBezTo>
                    <a:pt x="753" y="1270"/>
                    <a:pt x="722" y="1240"/>
                    <a:pt x="695" y="1206"/>
                  </a:cubicBezTo>
                  <a:cubicBezTo>
                    <a:pt x="693" y="1203"/>
                    <a:pt x="694" y="1195"/>
                    <a:pt x="697" y="1193"/>
                  </a:cubicBezTo>
                  <a:cubicBezTo>
                    <a:pt x="712" y="1178"/>
                    <a:pt x="726" y="1162"/>
                    <a:pt x="743" y="1149"/>
                  </a:cubicBezTo>
                  <a:cubicBezTo>
                    <a:pt x="785" y="1116"/>
                    <a:pt x="834" y="1094"/>
                    <a:pt x="883" y="1074"/>
                  </a:cubicBezTo>
                  <a:cubicBezTo>
                    <a:pt x="967" y="1039"/>
                    <a:pt x="1052" y="1006"/>
                    <a:pt x="1136" y="972"/>
                  </a:cubicBezTo>
                  <a:cubicBezTo>
                    <a:pt x="1155" y="965"/>
                    <a:pt x="1172" y="956"/>
                    <a:pt x="1191" y="950"/>
                  </a:cubicBezTo>
                  <a:cubicBezTo>
                    <a:pt x="1243" y="933"/>
                    <a:pt x="1296" y="918"/>
                    <a:pt x="1347" y="901"/>
                  </a:cubicBezTo>
                  <a:cubicBezTo>
                    <a:pt x="1453" y="865"/>
                    <a:pt x="1558" y="827"/>
                    <a:pt x="1664" y="792"/>
                  </a:cubicBezTo>
                  <a:cubicBezTo>
                    <a:pt x="1763" y="759"/>
                    <a:pt x="1864" y="734"/>
                    <a:pt x="1967" y="722"/>
                  </a:cubicBezTo>
                  <a:cubicBezTo>
                    <a:pt x="2041" y="713"/>
                    <a:pt x="2115" y="712"/>
                    <a:pt x="2190" y="720"/>
                  </a:cubicBezTo>
                  <a:cubicBezTo>
                    <a:pt x="2225" y="724"/>
                    <a:pt x="2261" y="727"/>
                    <a:pt x="2296" y="732"/>
                  </a:cubicBezTo>
                  <a:cubicBezTo>
                    <a:pt x="2394" y="747"/>
                    <a:pt x="2483" y="785"/>
                    <a:pt x="2566" y="837"/>
                  </a:cubicBezTo>
                  <a:cubicBezTo>
                    <a:pt x="2685" y="912"/>
                    <a:pt x="2785" y="1008"/>
                    <a:pt x="2875" y="1115"/>
                  </a:cubicBezTo>
                  <a:cubicBezTo>
                    <a:pt x="3031" y="1301"/>
                    <a:pt x="3152" y="1509"/>
                    <a:pt x="3253" y="1729"/>
                  </a:cubicBezTo>
                  <a:cubicBezTo>
                    <a:pt x="3263" y="1751"/>
                    <a:pt x="3275" y="1759"/>
                    <a:pt x="3298" y="1758"/>
                  </a:cubicBezTo>
                  <a:cubicBezTo>
                    <a:pt x="3364" y="1754"/>
                    <a:pt x="3430" y="1750"/>
                    <a:pt x="3496" y="1747"/>
                  </a:cubicBezTo>
                  <a:cubicBezTo>
                    <a:pt x="3496" y="1744"/>
                    <a:pt x="3496" y="1740"/>
                    <a:pt x="3496" y="1737"/>
                  </a:cubicBezTo>
                  <a:cubicBezTo>
                    <a:pt x="3494" y="1735"/>
                    <a:pt x="3491" y="1733"/>
                    <a:pt x="3490" y="17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4129E84B-41BC-4987-99A8-F1CD72B8D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3919538"/>
              <a:ext cx="538163" cy="1330325"/>
            </a:xfrm>
            <a:custGeom>
              <a:avLst/>
              <a:gdLst>
                <a:gd name="T0" fmla="*/ 434 w 437"/>
                <a:gd name="T1" fmla="*/ 924 h 1083"/>
                <a:gd name="T2" fmla="*/ 429 w 437"/>
                <a:gd name="T3" fmla="*/ 761 h 1083"/>
                <a:gd name="T4" fmla="*/ 427 w 437"/>
                <a:gd name="T5" fmla="*/ 657 h 1083"/>
                <a:gd name="T6" fmla="*/ 424 w 437"/>
                <a:gd name="T7" fmla="*/ 530 h 1083"/>
                <a:gd name="T8" fmla="*/ 422 w 437"/>
                <a:gd name="T9" fmla="*/ 357 h 1083"/>
                <a:gd name="T10" fmla="*/ 421 w 437"/>
                <a:gd name="T11" fmla="*/ 331 h 1083"/>
                <a:gd name="T12" fmla="*/ 420 w 437"/>
                <a:gd name="T13" fmla="*/ 290 h 1083"/>
                <a:gd name="T14" fmla="*/ 414 w 437"/>
                <a:gd name="T15" fmla="*/ 31 h 1083"/>
                <a:gd name="T16" fmla="*/ 392 w 437"/>
                <a:gd name="T17" fmla="*/ 2 h 1083"/>
                <a:gd name="T18" fmla="*/ 363 w 437"/>
                <a:gd name="T19" fmla="*/ 25 h 1083"/>
                <a:gd name="T20" fmla="*/ 260 w 437"/>
                <a:gd name="T21" fmla="*/ 457 h 1083"/>
                <a:gd name="T22" fmla="*/ 203 w 437"/>
                <a:gd name="T23" fmla="*/ 696 h 1083"/>
                <a:gd name="T24" fmla="*/ 198 w 437"/>
                <a:gd name="T25" fmla="*/ 709 h 1083"/>
                <a:gd name="T26" fmla="*/ 195 w 437"/>
                <a:gd name="T27" fmla="*/ 697 h 1083"/>
                <a:gd name="T28" fmla="*/ 118 w 437"/>
                <a:gd name="T29" fmla="*/ 341 h 1083"/>
                <a:gd name="T30" fmla="*/ 56 w 437"/>
                <a:gd name="T31" fmla="*/ 54 h 1083"/>
                <a:gd name="T32" fmla="*/ 50 w 437"/>
                <a:gd name="T33" fmla="*/ 28 h 1083"/>
                <a:gd name="T34" fmla="*/ 21 w 437"/>
                <a:gd name="T35" fmla="*/ 10 h 1083"/>
                <a:gd name="T36" fmla="*/ 0 w 437"/>
                <a:gd name="T37" fmla="*/ 35 h 1083"/>
                <a:gd name="T38" fmla="*/ 0 w 437"/>
                <a:gd name="T39" fmla="*/ 50 h 1083"/>
                <a:gd name="T40" fmla="*/ 3 w 437"/>
                <a:gd name="T41" fmla="*/ 388 h 1083"/>
                <a:gd name="T42" fmla="*/ 3 w 437"/>
                <a:gd name="T43" fmla="*/ 395 h 1083"/>
                <a:gd name="T44" fmla="*/ 5 w 437"/>
                <a:gd name="T45" fmla="*/ 527 h 1083"/>
                <a:gd name="T46" fmla="*/ 8 w 437"/>
                <a:gd name="T47" fmla="*/ 816 h 1083"/>
                <a:gd name="T48" fmla="*/ 8 w 437"/>
                <a:gd name="T49" fmla="*/ 834 h 1083"/>
                <a:gd name="T50" fmla="*/ 28 w 437"/>
                <a:gd name="T51" fmla="*/ 855 h 1083"/>
                <a:gd name="T52" fmla="*/ 59 w 437"/>
                <a:gd name="T53" fmla="*/ 828 h 1083"/>
                <a:gd name="T54" fmla="*/ 58 w 437"/>
                <a:gd name="T55" fmla="*/ 703 h 1083"/>
                <a:gd name="T56" fmla="*/ 55 w 437"/>
                <a:gd name="T57" fmla="*/ 316 h 1083"/>
                <a:gd name="T58" fmla="*/ 55 w 437"/>
                <a:gd name="T59" fmla="*/ 306 h 1083"/>
                <a:gd name="T60" fmla="*/ 60 w 437"/>
                <a:gd name="T61" fmla="*/ 317 h 1083"/>
                <a:gd name="T62" fmla="*/ 170 w 437"/>
                <a:gd name="T63" fmla="*/ 830 h 1083"/>
                <a:gd name="T64" fmla="*/ 197 w 437"/>
                <a:gd name="T65" fmla="*/ 856 h 1083"/>
                <a:gd name="T66" fmla="*/ 223 w 437"/>
                <a:gd name="T67" fmla="*/ 831 h 1083"/>
                <a:gd name="T68" fmla="*/ 250 w 437"/>
                <a:gd name="T69" fmla="*/ 721 h 1083"/>
                <a:gd name="T70" fmla="*/ 360 w 437"/>
                <a:gd name="T71" fmla="*/ 256 h 1083"/>
                <a:gd name="T72" fmla="*/ 365 w 437"/>
                <a:gd name="T73" fmla="*/ 239 h 1083"/>
                <a:gd name="T74" fmla="*/ 367 w 437"/>
                <a:gd name="T75" fmla="*/ 240 h 1083"/>
                <a:gd name="T76" fmla="*/ 378 w 437"/>
                <a:gd name="T77" fmla="*/ 698 h 1083"/>
                <a:gd name="T78" fmla="*/ 378 w 437"/>
                <a:gd name="T79" fmla="*/ 713 h 1083"/>
                <a:gd name="T80" fmla="*/ 380 w 437"/>
                <a:gd name="T81" fmla="*/ 816 h 1083"/>
                <a:gd name="T82" fmla="*/ 381 w 437"/>
                <a:gd name="T83" fmla="*/ 824 h 1083"/>
                <a:gd name="T84" fmla="*/ 385 w 437"/>
                <a:gd name="T85" fmla="*/ 1029 h 1083"/>
                <a:gd name="T86" fmla="*/ 386 w 437"/>
                <a:gd name="T87" fmla="*/ 1055 h 1083"/>
                <a:gd name="T88" fmla="*/ 396 w 437"/>
                <a:gd name="T89" fmla="*/ 1083 h 1083"/>
                <a:gd name="T90" fmla="*/ 427 w 437"/>
                <a:gd name="T91" fmla="*/ 1083 h 1083"/>
                <a:gd name="T92" fmla="*/ 436 w 437"/>
                <a:gd name="T93" fmla="*/ 1051 h 1083"/>
                <a:gd name="T94" fmla="*/ 435 w 437"/>
                <a:gd name="T95" fmla="*/ 950 h 1083"/>
                <a:gd name="T96" fmla="*/ 434 w 437"/>
                <a:gd name="T97" fmla="*/ 924 h 1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37" h="1083">
                  <a:moveTo>
                    <a:pt x="434" y="924"/>
                  </a:moveTo>
                  <a:cubicBezTo>
                    <a:pt x="433" y="870"/>
                    <a:pt x="431" y="816"/>
                    <a:pt x="429" y="761"/>
                  </a:cubicBezTo>
                  <a:cubicBezTo>
                    <a:pt x="428" y="726"/>
                    <a:pt x="428" y="692"/>
                    <a:pt x="427" y="657"/>
                  </a:cubicBezTo>
                  <a:cubicBezTo>
                    <a:pt x="426" y="614"/>
                    <a:pt x="425" y="572"/>
                    <a:pt x="424" y="530"/>
                  </a:cubicBezTo>
                  <a:cubicBezTo>
                    <a:pt x="423" y="472"/>
                    <a:pt x="423" y="414"/>
                    <a:pt x="422" y="357"/>
                  </a:cubicBezTo>
                  <a:cubicBezTo>
                    <a:pt x="422" y="348"/>
                    <a:pt x="421" y="340"/>
                    <a:pt x="421" y="331"/>
                  </a:cubicBezTo>
                  <a:cubicBezTo>
                    <a:pt x="421" y="317"/>
                    <a:pt x="420" y="304"/>
                    <a:pt x="420" y="290"/>
                  </a:cubicBezTo>
                  <a:cubicBezTo>
                    <a:pt x="418" y="204"/>
                    <a:pt x="416" y="117"/>
                    <a:pt x="414" y="31"/>
                  </a:cubicBezTo>
                  <a:cubicBezTo>
                    <a:pt x="414" y="14"/>
                    <a:pt x="406" y="3"/>
                    <a:pt x="392" y="2"/>
                  </a:cubicBezTo>
                  <a:cubicBezTo>
                    <a:pt x="377" y="0"/>
                    <a:pt x="367" y="8"/>
                    <a:pt x="363" y="25"/>
                  </a:cubicBezTo>
                  <a:cubicBezTo>
                    <a:pt x="328" y="169"/>
                    <a:pt x="294" y="313"/>
                    <a:pt x="260" y="457"/>
                  </a:cubicBezTo>
                  <a:cubicBezTo>
                    <a:pt x="241" y="537"/>
                    <a:pt x="222" y="616"/>
                    <a:pt x="203" y="696"/>
                  </a:cubicBezTo>
                  <a:cubicBezTo>
                    <a:pt x="202" y="699"/>
                    <a:pt x="200" y="702"/>
                    <a:pt x="198" y="709"/>
                  </a:cubicBezTo>
                  <a:cubicBezTo>
                    <a:pt x="196" y="702"/>
                    <a:pt x="195" y="700"/>
                    <a:pt x="195" y="697"/>
                  </a:cubicBezTo>
                  <a:cubicBezTo>
                    <a:pt x="169" y="578"/>
                    <a:pt x="143" y="460"/>
                    <a:pt x="118" y="341"/>
                  </a:cubicBezTo>
                  <a:cubicBezTo>
                    <a:pt x="97" y="246"/>
                    <a:pt x="76" y="150"/>
                    <a:pt x="56" y="54"/>
                  </a:cubicBezTo>
                  <a:cubicBezTo>
                    <a:pt x="54" y="45"/>
                    <a:pt x="52" y="37"/>
                    <a:pt x="50" y="28"/>
                  </a:cubicBezTo>
                  <a:cubicBezTo>
                    <a:pt x="45" y="15"/>
                    <a:pt x="34" y="8"/>
                    <a:pt x="21" y="10"/>
                  </a:cubicBezTo>
                  <a:cubicBezTo>
                    <a:pt x="9" y="12"/>
                    <a:pt x="1" y="22"/>
                    <a:pt x="0" y="35"/>
                  </a:cubicBezTo>
                  <a:cubicBezTo>
                    <a:pt x="0" y="40"/>
                    <a:pt x="0" y="45"/>
                    <a:pt x="0" y="50"/>
                  </a:cubicBezTo>
                  <a:cubicBezTo>
                    <a:pt x="1" y="163"/>
                    <a:pt x="2" y="275"/>
                    <a:pt x="3" y="388"/>
                  </a:cubicBezTo>
                  <a:cubicBezTo>
                    <a:pt x="3" y="390"/>
                    <a:pt x="3" y="393"/>
                    <a:pt x="3" y="395"/>
                  </a:cubicBezTo>
                  <a:cubicBezTo>
                    <a:pt x="4" y="439"/>
                    <a:pt x="5" y="483"/>
                    <a:pt x="5" y="527"/>
                  </a:cubicBezTo>
                  <a:cubicBezTo>
                    <a:pt x="6" y="623"/>
                    <a:pt x="7" y="720"/>
                    <a:pt x="8" y="816"/>
                  </a:cubicBezTo>
                  <a:cubicBezTo>
                    <a:pt x="8" y="822"/>
                    <a:pt x="8" y="828"/>
                    <a:pt x="8" y="834"/>
                  </a:cubicBezTo>
                  <a:cubicBezTo>
                    <a:pt x="10" y="845"/>
                    <a:pt x="17" y="853"/>
                    <a:pt x="28" y="855"/>
                  </a:cubicBezTo>
                  <a:cubicBezTo>
                    <a:pt x="46" y="859"/>
                    <a:pt x="60" y="847"/>
                    <a:pt x="59" y="828"/>
                  </a:cubicBezTo>
                  <a:cubicBezTo>
                    <a:pt x="59" y="786"/>
                    <a:pt x="58" y="745"/>
                    <a:pt x="58" y="703"/>
                  </a:cubicBezTo>
                  <a:cubicBezTo>
                    <a:pt x="57" y="574"/>
                    <a:pt x="56" y="445"/>
                    <a:pt x="55" y="316"/>
                  </a:cubicBezTo>
                  <a:cubicBezTo>
                    <a:pt x="55" y="313"/>
                    <a:pt x="55" y="309"/>
                    <a:pt x="55" y="306"/>
                  </a:cubicBezTo>
                  <a:cubicBezTo>
                    <a:pt x="58" y="310"/>
                    <a:pt x="59" y="313"/>
                    <a:pt x="60" y="317"/>
                  </a:cubicBezTo>
                  <a:cubicBezTo>
                    <a:pt x="97" y="488"/>
                    <a:pt x="133" y="659"/>
                    <a:pt x="170" y="830"/>
                  </a:cubicBezTo>
                  <a:cubicBezTo>
                    <a:pt x="174" y="847"/>
                    <a:pt x="183" y="856"/>
                    <a:pt x="197" y="856"/>
                  </a:cubicBezTo>
                  <a:cubicBezTo>
                    <a:pt x="211" y="856"/>
                    <a:pt x="219" y="848"/>
                    <a:pt x="223" y="831"/>
                  </a:cubicBezTo>
                  <a:cubicBezTo>
                    <a:pt x="232" y="794"/>
                    <a:pt x="241" y="758"/>
                    <a:pt x="250" y="721"/>
                  </a:cubicBezTo>
                  <a:cubicBezTo>
                    <a:pt x="287" y="566"/>
                    <a:pt x="323" y="411"/>
                    <a:pt x="360" y="256"/>
                  </a:cubicBezTo>
                  <a:cubicBezTo>
                    <a:pt x="362" y="250"/>
                    <a:pt x="364" y="245"/>
                    <a:pt x="365" y="239"/>
                  </a:cubicBezTo>
                  <a:cubicBezTo>
                    <a:pt x="366" y="239"/>
                    <a:pt x="366" y="240"/>
                    <a:pt x="367" y="240"/>
                  </a:cubicBezTo>
                  <a:cubicBezTo>
                    <a:pt x="370" y="393"/>
                    <a:pt x="374" y="545"/>
                    <a:pt x="378" y="698"/>
                  </a:cubicBezTo>
                  <a:cubicBezTo>
                    <a:pt x="378" y="703"/>
                    <a:pt x="378" y="708"/>
                    <a:pt x="378" y="713"/>
                  </a:cubicBezTo>
                  <a:cubicBezTo>
                    <a:pt x="379" y="748"/>
                    <a:pt x="380" y="782"/>
                    <a:pt x="380" y="816"/>
                  </a:cubicBezTo>
                  <a:cubicBezTo>
                    <a:pt x="381" y="819"/>
                    <a:pt x="381" y="821"/>
                    <a:pt x="381" y="824"/>
                  </a:cubicBezTo>
                  <a:cubicBezTo>
                    <a:pt x="382" y="892"/>
                    <a:pt x="384" y="961"/>
                    <a:pt x="385" y="1029"/>
                  </a:cubicBezTo>
                  <a:cubicBezTo>
                    <a:pt x="386" y="1038"/>
                    <a:pt x="386" y="1046"/>
                    <a:pt x="386" y="1055"/>
                  </a:cubicBezTo>
                  <a:cubicBezTo>
                    <a:pt x="389" y="1064"/>
                    <a:pt x="393" y="1074"/>
                    <a:pt x="396" y="1083"/>
                  </a:cubicBezTo>
                  <a:cubicBezTo>
                    <a:pt x="406" y="1083"/>
                    <a:pt x="416" y="1083"/>
                    <a:pt x="427" y="1083"/>
                  </a:cubicBezTo>
                  <a:cubicBezTo>
                    <a:pt x="430" y="1072"/>
                    <a:pt x="436" y="1061"/>
                    <a:pt x="436" y="1051"/>
                  </a:cubicBezTo>
                  <a:cubicBezTo>
                    <a:pt x="437" y="1017"/>
                    <a:pt x="435" y="983"/>
                    <a:pt x="435" y="950"/>
                  </a:cubicBezTo>
                  <a:cubicBezTo>
                    <a:pt x="434" y="941"/>
                    <a:pt x="434" y="933"/>
                    <a:pt x="434" y="9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27FE00B7-FEE8-4A2A-ADBC-2E65E155EA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7725" y="3698875"/>
              <a:ext cx="382588" cy="1282700"/>
            </a:xfrm>
            <a:custGeom>
              <a:avLst/>
              <a:gdLst>
                <a:gd name="T0" fmla="*/ 306 w 311"/>
                <a:gd name="T1" fmla="*/ 185 h 1044"/>
                <a:gd name="T2" fmla="*/ 305 w 311"/>
                <a:gd name="T3" fmla="*/ 32 h 1044"/>
                <a:gd name="T4" fmla="*/ 279 w 311"/>
                <a:gd name="T5" fmla="*/ 0 h 1044"/>
                <a:gd name="T6" fmla="*/ 254 w 311"/>
                <a:gd name="T7" fmla="*/ 32 h 1044"/>
                <a:gd name="T8" fmla="*/ 256 w 311"/>
                <a:gd name="T9" fmla="*/ 281 h 1044"/>
                <a:gd name="T10" fmla="*/ 258 w 311"/>
                <a:gd name="T11" fmla="*/ 834 h 1044"/>
                <a:gd name="T12" fmla="*/ 254 w 311"/>
                <a:gd name="T13" fmla="*/ 834 h 1044"/>
                <a:gd name="T14" fmla="*/ 71 w 311"/>
                <a:gd name="T15" fmla="*/ 252 h 1044"/>
                <a:gd name="T16" fmla="*/ 54 w 311"/>
                <a:gd name="T17" fmla="*/ 200 h 1044"/>
                <a:gd name="T18" fmla="*/ 26 w 311"/>
                <a:gd name="T19" fmla="*/ 183 h 1044"/>
                <a:gd name="T20" fmla="*/ 4 w 311"/>
                <a:gd name="T21" fmla="*/ 206 h 1044"/>
                <a:gd name="T22" fmla="*/ 4 w 311"/>
                <a:gd name="T23" fmla="*/ 222 h 1044"/>
                <a:gd name="T24" fmla="*/ 3 w 311"/>
                <a:gd name="T25" fmla="*/ 399 h 1044"/>
                <a:gd name="T26" fmla="*/ 0 w 311"/>
                <a:gd name="T27" fmla="*/ 1013 h 1044"/>
                <a:gd name="T28" fmla="*/ 26 w 311"/>
                <a:gd name="T29" fmla="*/ 1042 h 1044"/>
                <a:gd name="T30" fmla="*/ 51 w 311"/>
                <a:gd name="T31" fmla="*/ 1014 h 1044"/>
                <a:gd name="T32" fmla="*/ 53 w 311"/>
                <a:gd name="T33" fmla="*/ 734 h 1044"/>
                <a:gd name="T34" fmla="*/ 54 w 311"/>
                <a:gd name="T35" fmla="*/ 405 h 1044"/>
                <a:gd name="T36" fmla="*/ 55 w 311"/>
                <a:gd name="T37" fmla="*/ 388 h 1044"/>
                <a:gd name="T38" fmla="*/ 59 w 311"/>
                <a:gd name="T39" fmla="*/ 388 h 1044"/>
                <a:gd name="T40" fmla="*/ 61 w 311"/>
                <a:gd name="T41" fmla="*/ 394 h 1044"/>
                <a:gd name="T42" fmla="*/ 202 w 311"/>
                <a:gd name="T43" fmla="*/ 841 h 1044"/>
                <a:gd name="T44" fmla="*/ 260 w 311"/>
                <a:gd name="T45" fmla="*/ 1022 h 1044"/>
                <a:gd name="T46" fmla="*/ 283 w 311"/>
                <a:gd name="T47" fmla="*/ 1043 h 1044"/>
                <a:gd name="T48" fmla="*/ 311 w 311"/>
                <a:gd name="T49" fmla="*/ 1013 h 1044"/>
                <a:gd name="T50" fmla="*/ 308 w 311"/>
                <a:gd name="T51" fmla="*/ 653 h 1044"/>
                <a:gd name="T52" fmla="*/ 306 w 311"/>
                <a:gd name="T53" fmla="*/ 185 h 1044"/>
                <a:gd name="T54" fmla="*/ 257 w 311"/>
                <a:gd name="T55" fmla="*/ 838 h 1044"/>
                <a:gd name="T56" fmla="*/ 258 w 311"/>
                <a:gd name="T57" fmla="*/ 834 h 1044"/>
                <a:gd name="T58" fmla="*/ 258 w 311"/>
                <a:gd name="T59" fmla="*/ 834 h 1044"/>
                <a:gd name="T60" fmla="*/ 257 w 311"/>
                <a:gd name="T61" fmla="*/ 838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1" h="1044">
                  <a:moveTo>
                    <a:pt x="306" y="185"/>
                  </a:moveTo>
                  <a:cubicBezTo>
                    <a:pt x="306" y="134"/>
                    <a:pt x="306" y="83"/>
                    <a:pt x="305" y="32"/>
                  </a:cubicBezTo>
                  <a:cubicBezTo>
                    <a:pt x="305" y="13"/>
                    <a:pt x="295" y="0"/>
                    <a:pt x="279" y="0"/>
                  </a:cubicBezTo>
                  <a:cubicBezTo>
                    <a:pt x="264" y="0"/>
                    <a:pt x="254" y="12"/>
                    <a:pt x="254" y="32"/>
                  </a:cubicBezTo>
                  <a:cubicBezTo>
                    <a:pt x="254" y="115"/>
                    <a:pt x="255" y="198"/>
                    <a:pt x="256" y="281"/>
                  </a:cubicBezTo>
                  <a:cubicBezTo>
                    <a:pt x="257" y="465"/>
                    <a:pt x="258" y="650"/>
                    <a:pt x="258" y="834"/>
                  </a:cubicBezTo>
                  <a:cubicBezTo>
                    <a:pt x="257" y="834"/>
                    <a:pt x="256" y="834"/>
                    <a:pt x="254" y="834"/>
                  </a:cubicBezTo>
                  <a:cubicBezTo>
                    <a:pt x="193" y="640"/>
                    <a:pt x="132" y="446"/>
                    <a:pt x="71" y="252"/>
                  </a:cubicBezTo>
                  <a:cubicBezTo>
                    <a:pt x="65" y="235"/>
                    <a:pt x="60" y="217"/>
                    <a:pt x="54" y="200"/>
                  </a:cubicBezTo>
                  <a:cubicBezTo>
                    <a:pt x="50" y="187"/>
                    <a:pt x="38" y="181"/>
                    <a:pt x="26" y="183"/>
                  </a:cubicBezTo>
                  <a:cubicBezTo>
                    <a:pt x="14" y="184"/>
                    <a:pt x="6" y="193"/>
                    <a:pt x="4" y="206"/>
                  </a:cubicBezTo>
                  <a:cubicBezTo>
                    <a:pt x="4" y="211"/>
                    <a:pt x="4" y="217"/>
                    <a:pt x="4" y="222"/>
                  </a:cubicBezTo>
                  <a:cubicBezTo>
                    <a:pt x="4" y="281"/>
                    <a:pt x="3" y="340"/>
                    <a:pt x="3" y="399"/>
                  </a:cubicBezTo>
                  <a:cubicBezTo>
                    <a:pt x="2" y="604"/>
                    <a:pt x="1" y="808"/>
                    <a:pt x="0" y="1013"/>
                  </a:cubicBezTo>
                  <a:cubicBezTo>
                    <a:pt x="0" y="1030"/>
                    <a:pt x="11" y="1042"/>
                    <a:pt x="26" y="1042"/>
                  </a:cubicBezTo>
                  <a:cubicBezTo>
                    <a:pt x="41" y="1042"/>
                    <a:pt x="51" y="1030"/>
                    <a:pt x="51" y="1014"/>
                  </a:cubicBezTo>
                  <a:cubicBezTo>
                    <a:pt x="52" y="921"/>
                    <a:pt x="53" y="828"/>
                    <a:pt x="53" y="734"/>
                  </a:cubicBezTo>
                  <a:cubicBezTo>
                    <a:pt x="54" y="625"/>
                    <a:pt x="54" y="515"/>
                    <a:pt x="54" y="405"/>
                  </a:cubicBezTo>
                  <a:cubicBezTo>
                    <a:pt x="54" y="399"/>
                    <a:pt x="55" y="394"/>
                    <a:pt x="55" y="388"/>
                  </a:cubicBezTo>
                  <a:cubicBezTo>
                    <a:pt x="57" y="388"/>
                    <a:pt x="58" y="388"/>
                    <a:pt x="59" y="388"/>
                  </a:cubicBezTo>
                  <a:cubicBezTo>
                    <a:pt x="60" y="390"/>
                    <a:pt x="61" y="392"/>
                    <a:pt x="61" y="394"/>
                  </a:cubicBezTo>
                  <a:cubicBezTo>
                    <a:pt x="108" y="543"/>
                    <a:pt x="155" y="692"/>
                    <a:pt x="202" y="841"/>
                  </a:cubicBezTo>
                  <a:cubicBezTo>
                    <a:pt x="222" y="902"/>
                    <a:pt x="241" y="962"/>
                    <a:pt x="260" y="1022"/>
                  </a:cubicBezTo>
                  <a:cubicBezTo>
                    <a:pt x="263" y="1034"/>
                    <a:pt x="270" y="1042"/>
                    <a:pt x="283" y="1043"/>
                  </a:cubicBezTo>
                  <a:cubicBezTo>
                    <a:pt x="300" y="1044"/>
                    <a:pt x="311" y="1033"/>
                    <a:pt x="311" y="1013"/>
                  </a:cubicBezTo>
                  <a:cubicBezTo>
                    <a:pt x="310" y="893"/>
                    <a:pt x="309" y="773"/>
                    <a:pt x="308" y="653"/>
                  </a:cubicBezTo>
                  <a:cubicBezTo>
                    <a:pt x="308" y="497"/>
                    <a:pt x="307" y="341"/>
                    <a:pt x="306" y="185"/>
                  </a:cubicBezTo>
                  <a:close/>
                  <a:moveTo>
                    <a:pt x="257" y="838"/>
                  </a:moveTo>
                  <a:cubicBezTo>
                    <a:pt x="258" y="837"/>
                    <a:pt x="258" y="835"/>
                    <a:pt x="258" y="834"/>
                  </a:cubicBezTo>
                  <a:cubicBezTo>
                    <a:pt x="258" y="834"/>
                    <a:pt x="258" y="834"/>
                    <a:pt x="258" y="834"/>
                  </a:cubicBezTo>
                  <a:cubicBezTo>
                    <a:pt x="258" y="835"/>
                    <a:pt x="258" y="837"/>
                    <a:pt x="257" y="83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899E8260-AC67-4086-B330-4ADACD6FF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2600" y="3771900"/>
              <a:ext cx="390525" cy="1236663"/>
            </a:xfrm>
            <a:custGeom>
              <a:avLst/>
              <a:gdLst>
                <a:gd name="T0" fmla="*/ 294 w 317"/>
                <a:gd name="T1" fmla="*/ 2 h 1006"/>
                <a:gd name="T2" fmla="*/ 267 w 317"/>
                <a:gd name="T3" fmla="*/ 20 h 1006"/>
                <a:gd name="T4" fmla="*/ 265 w 317"/>
                <a:gd name="T5" fmla="*/ 41 h 1006"/>
                <a:gd name="T6" fmla="*/ 265 w 317"/>
                <a:gd name="T7" fmla="*/ 785 h 1006"/>
                <a:gd name="T8" fmla="*/ 262 w 317"/>
                <a:gd name="T9" fmla="*/ 785 h 1006"/>
                <a:gd name="T10" fmla="*/ 87 w 317"/>
                <a:gd name="T11" fmla="*/ 239 h 1006"/>
                <a:gd name="T12" fmla="*/ 54 w 317"/>
                <a:gd name="T13" fmla="*/ 139 h 1006"/>
                <a:gd name="T14" fmla="*/ 18 w 317"/>
                <a:gd name="T15" fmla="*/ 121 h 1006"/>
                <a:gd name="T16" fmla="*/ 3 w 317"/>
                <a:gd name="T17" fmla="*/ 150 h 1006"/>
                <a:gd name="T18" fmla="*/ 1 w 317"/>
                <a:gd name="T19" fmla="*/ 528 h 1006"/>
                <a:gd name="T20" fmla="*/ 0 w 317"/>
                <a:gd name="T21" fmla="*/ 849 h 1006"/>
                <a:gd name="T22" fmla="*/ 1 w 317"/>
                <a:gd name="T23" fmla="*/ 978 h 1006"/>
                <a:gd name="T24" fmla="*/ 26 w 317"/>
                <a:gd name="T25" fmla="*/ 1005 h 1006"/>
                <a:gd name="T26" fmla="*/ 52 w 317"/>
                <a:gd name="T27" fmla="*/ 980 h 1006"/>
                <a:gd name="T28" fmla="*/ 52 w 317"/>
                <a:gd name="T29" fmla="*/ 970 h 1006"/>
                <a:gd name="T30" fmla="*/ 52 w 317"/>
                <a:gd name="T31" fmla="*/ 829 h 1006"/>
                <a:gd name="T32" fmla="*/ 54 w 317"/>
                <a:gd name="T33" fmla="*/ 354 h 1006"/>
                <a:gd name="T34" fmla="*/ 54 w 317"/>
                <a:gd name="T35" fmla="*/ 320 h 1006"/>
                <a:gd name="T36" fmla="*/ 57 w 317"/>
                <a:gd name="T37" fmla="*/ 319 h 1006"/>
                <a:gd name="T38" fmla="*/ 62 w 317"/>
                <a:gd name="T39" fmla="*/ 330 h 1006"/>
                <a:gd name="T40" fmla="*/ 86 w 317"/>
                <a:gd name="T41" fmla="*/ 405 h 1006"/>
                <a:gd name="T42" fmla="*/ 264 w 317"/>
                <a:gd name="T43" fmla="*/ 957 h 1006"/>
                <a:gd name="T44" fmla="*/ 295 w 317"/>
                <a:gd name="T45" fmla="*/ 983 h 1006"/>
                <a:gd name="T46" fmla="*/ 316 w 317"/>
                <a:gd name="T47" fmla="*/ 948 h 1006"/>
                <a:gd name="T48" fmla="*/ 316 w 317"/>
                <a:gd name="T49" fmla="*/ 37 h 1006"/>
                <a:gd name="T50" fmla="*/ 316 w 317"/>
                <a:gd name="T51" fmla="*/ 25 h 1006"/>
                <a:gd name="T52" fmla="*/ 294 w 317"/>
                <a:gd name="T53" fmla="*/ 2 h 10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7" h="1006">
                  <a:moveTo>
                    <a:pt x="294" y="2"/>
                  </a:moveTo>
                  <a:cubicBezTo>
                    <a:pt x="280" y="0"/>
                    <a:pt x="270" y="7"/>
                    <a:pt x="267" y="20"/>
                  </a:cubicBezTo>
                  <a:cubicBezTo>
                    <a:pt x="265" y="27"/>
                    <a:pt x="265" y="34"/>
                    <a:pt x="265" y="41"/>
                  </a:cubicBezTo>
                  <a:cubicBezTo>
                    <a:pt x="265" y="289"/>
                    <a:pt x="265" y="537"/>
                    <a:pt x="265" y="785"/>
                  </a:cubicBezTo>
                  <a:cubicBezTo>
                    <a:pt x="264" y="785"/>
                    <a:pt x="263" y="785"/>
                    <a:pt x="262" y="785"/>
                  </a:cubicBezTo>
                  <a:cubicBezTo>
                    <a:pt x="204" y="603"/>
                    <a:pt x="145" y="421"/>
                    <a:pt x="87" y="239"/>
                  </a:cubicBezTo>
                  <a:cubicBezTo>
                    <a:pt x="76" y="206"/>
                    <a:pt x="65" y="172"/>
                    <a:pt x="54" y="139"/>
                  </a:cubicBezTo>
                  <a:cubicBezTo>
                    <a:pt x="48" y="121"/>
                    <a:pt x="33" y="114"/>
                    <a:pt x="18" y="121"/>
                  </a:cubicBezTo>
                  <a:cubicBezTo>
                    <a:pt x="6" y="127"/>
                    <a:pt x="3" y="137"/>
                    <a:pt x="3" y="150"/>
                  </a:cubicBezTo>
                  <a:cubicBezTo>
                    <a:pt x="2" y="276"/>
                    <a:pt x="2" y="402"/>
                    <a:pt x="1" y="528"/>
                  </a:cubicBezTo>
                  <a:cubicBezTo>
                    <a:pt x="1" y="635"/>
                    <a:pt x="1" y="742"/>
                    <a:pt x="0" y="849"/>
                  </a:cubicBezTo>
                  <a:cubicBezTo>
                    <a:pt x="0" y="892"/>
                    <a:pt x="0" y="935"/>
                    <a:pt x="1" y="978"/>
                  </a:cubicBezTo>
                  <a:cubicBezTo>
                    <a:pt x="1" y="994"/>
                    <a:pt x="12" y="1005"/>
                    <a:pt x="26" y="1005"/>
                  </a:cubicBezTo>
                  <a:cubicBezTo>
                    <a:pt x="39" y="1006"/>
                    <a:pt x="50" y="995"/>
                    <a:pt x="52" y="980"/>
                  </a:cubicBezTo>
                  <a:cubicBezTo>
                    <a:pt x="52" y="977"/>
                    <a:pt x="52" y="973"/>
                    <a:pt x="52" y="970"/>
                  </a:cubicBezTo>
                  <a:cubicBezTo>
                    <a:pt x="52" y="923"/>
                    <a:pt x="52" y="876"/>
                    <a:pt x="52" y="829"/>
                  </a:cubicBezTo>
                  <a:cubicBezTo>
                    <a:pt x="53" y="670"/>
                    <a:pt x="53" y="512"/>
                    <a:pt x="54" y="354"/>
                  </a:cubicBezTo>
                  <a:cubicBezTo>
                    <a:pt x="54" y="343"/>
                    <a:pt x="54" y="331"/>
                    <a:pt x="54" y="320"/>
                  </a:cubicBezTo>
                  <a:cubicBezTo>
                    <a:pt x="55" y="320"/>
                    <a:pt x="56" y="320"/>
                    <a:pt x="57" y="319"/>
                  </a:cubicBezTo>
                  <a:cubicBezTo>
                    <a:pt x="59" y="323"/>
                    <a:pt x="60" y="327"/>
                    <a:pt x="62" y="330"/>
                  </a:cubicBezTo>
                  <a:cubicBezTo>
                    <a:pt x="70" y="355"/>
                    <a:pt x="78" y="380"/>
                    <a:pt x="86" y="405"/>
                  </a:cubicBezTo>
                  <a:cubicBezTo>
                    <a:pt x="145" y="589"/>
                    <a:pt x="204" y="773"/>
                    <a:pt x="264" y="957"/>
                  </a:cubicBezTo>
                  <a:cubicBezTo>
                    <a:pt x="270" y="978"/>
                    <a:pt x="279" y="985"/>
                    <a:pt x="295" y="983"/>
                  </a:cubicBezTo>
                  <a:cubicBezTo>
                    <a:pt x="310" y="981"/>
                    <a:pt x="316" y="971"/>
                    <a:pt x="316" y="948"/>
                  </a:cubicBezTo>
                  <a:cubicBezTo>
                    <a:pt x="316" y="644"/>
                    <a:pt x="316" y="340"/>
                    <a:pt x="316" y="37"/>
                  </a:cubicBezTo>
                  <a:cubicBezTo>
                    <a:pt x="316" y="33"/>
                    <a:pt x="317" y="29"/>
                    <a:pt x="316" y="25"/>
                  </a:cubicBezTo>
                  <a:cubicBezTo>
                    <a:pt x="315" y="12"/>
                    <a:pt x="306" y="3"/>
                    <a:pt x="294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89E84779-5620-4B4E-9A8A-E18469C939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83225" y="3930650"/>
              <a:ext cx="555625" cy="1052513"/>
            </a:xfrm>
            <a:custGeom>
              <a:avLst/>
              <a:gdLst>
                <a:gd name="T0" fmla="*/ 408 w 452"/>
                <a:gd name="T1" fmla="*/ 658 h 857"/>
                <a:gd name="T2" fmla="*/ 377 w 452"/>
                <a:gd name="T3" fmla="*/ 659 h 857"/>
                <a:gd name="T4" fmla="*/ 358 w 452"/>
                <a:gd name="T5" fmla="*/ 643 h 857"/>
                <a:gd name="T6" fmla="*/ 256 w 452"/>
                <a:gd name="T7" fmla="*/ 52 h 857"/>
                <a:gd name="T8" fmla="*/ 248 w 452"/>
                <a:gd name="T9" fmla="*/ 17 h 857"/>
                <a:gd name="T10" fmla="*/ 224 w 452"/>
                <a:gd name="T11" fmla="*/ 0 h 857"/>
                <a:gd name="T12" fmla="*/ 201 w 452"/>
                <a:gd name="T13" fmla="*/ 17 h 857"/>
                <a:gd name="T14" fmla="*/ 197 w 452"/>
                <a:gd name="T15" fmla="*/ 30 h 857"/>
                <a:gd name="T16" fmla="*/ 64 w 452"/>
                <a:gd name="T17" fmla="*/ 571 h 857"/>
                <a:gd name="T18" fmla="*/ 5 w 452"/>
                <a:gd name="T19" fmla="*/ 815 h 857"/>
                <a:gd name="T20" fmla="*/ 21 w 452"/>
                <a:gd name="T21" fmla="*/ 853 h 857"/>
                <a:gd name="T22" fmla="*/ 55 w 452"/>
                <a:gd name="T23" fmla="*/ 828 h 857"/>
                <a:gd name="T24" fmla="*/ 71 w 452"/>
                <a:gd name="T25" fmla="*/ 758 h 857"/>
                <a:gd name="T26" fmla="*/ 91 w 452"/>
                <a:gd name="T27" fmla="*/ 743 h 857"/>
                <a:gd name="T28" fmla="*/ 311 w 452"/>
                <a:gd name="T29" fmla="*/ 745 h 857"/>
                <a:gd name="T30" fmla="*/ 326 w 452"/>
                <a:gd name="T31" fmla="*/ 758 h 857"/>
                <a:gd name="T32" fmla="*/ 340 w 452"/>
                <a:gd name="T33" fmla="*/ 834 h 857"/>
                <a:gd name="T34" fmla="*/ 363 w 452"/>
                <a:gd name="T35" fmla="*/ 856 h 857"/>
                <a:gd name="T36" fmla="*/ 388 w 452"/>
                <a:gd name="T37" fmla="*/ 840 h 857"/>
                <a:gd name="T38" fmla="*/ 389 w 452"/>
                <a:gd name="T39" fmla="*/ 817 h 857"/>
                <a:gd name="T40" fmla="*/ 378 w 452"/>
                <a:gd name="T41" fmla="*/ 759 h 857"/>
                <a:gd name="T42" fmla="*/ 390 w 452"/>
                <a:gd name="T43" fmla="*/ 746 h 857"/>
                <a:gd name="T44" fmla="*/ 409 w 452"/>
                <a:gd name="T45" fmla="*/ 746 h 857"/>
                <a:gd name="T46" fmla="*/ 451 w 452"/>
                <a:gd name="T47" fmla="*/ 702 h 857"/>
                <a:gd name="T48" fmla="*/ 408 w 452"/>
                <a:gd name="T49" fmla="*/ 658 h 857"/>
                <a:gd name="T50" fmla="*/ 97 w 452"/>
                <a:gd name="T51" fmla="*/ 655 h 857"/>
                <a:gd name="T52" fmla="*/ 218 w 452"/>
                <a:gd name="T53" fmla="*/ 161 h 857"/>
                <a:gd name="T54" fmla="*/ 222 w 452"/>
                <a:gd name="T55" fmla="*/ 161 h 857"/>
                <a:gd name="T56" fmla="*/ 308 w 452"/>
                <a:gd name="T57" fmla="*/ 655 h 857"/>
                <a:gd name="T58" fmla="*/ 97 w 452"/>
                <a:gd name="T59" fmla="*/ 655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52" h="857">
                  <a:moveTo>
                    <a:pt x="408" y="658"/>
                  </a:moveTo>
                  <a:cubicBezTo>
                    <a:pt x="397" y="658"/>
                    <a:pt x="387" y="657"/>
                    <a:pt x="377" y="659"/>
                  </a:cubicBezTo>
                  <a:cubicBezTo>
                    <a:pt x="364" y="660"/>
                    <a:pt x="360" y="655"/>
                    <a:pt x="358" y="643"/>
                  </a:cubicBezTo>
                  <a:cubicBezTo>
                    <a:pt x="324" y="446"/>
                    <a:pt x="290" y="249"/>
                    <a:pt x="256" y="52"/>
                  </a:cubicBezTo>
                  <a:cubicBezTo>
                    <a:pt x="254" y="40"/>
                    <a:pt x="252" y="28"/>
                    <a:pt x="248" y="17"/>
                  </a:cubicBezTo>
                  <a:cubicBezTo>
                    <a:pt x="245" y="5"/>
                    <a:pt x="236" y="0"/>
                    <a:pt x="224" y="0"/>
                  </a:cubicBezTo>
                  <a:cubicBezTo>
                    <a:pt x="212" y="1"/>
                    <a:pt x="204" y="7"/>
                    <a:pt x="201" y="17"/>
                  </a:cubicBezTo>
                  <a:cubicBezTo>
                    <a:pt x="199" y="21"/>
                    <a:pt x="198" y="26"/>
                    <a:pt x="197" y="30"/>
                  </a:cubicBezTo>
                  <a:cubicBezTo>
                    <a:pt x="153" y="210"/>
                    <a:pt x="109" y="391"/>
                    <a:pt x="64" y="571"/>
                  </a:cubicBezTo>
                  <a:cubicBezTo>
                    <a:pt x="44" y="653"/>
                    <a:pt x="24" y="734"/>
                    <a:pt x="5" y="815"/>
                  </a:cubicBezTo>
                  <a:cubicBezTo>
                    <a:pt x="0" y="835"/>
                    <a:pt x="6" y="849"/>
                    <a:pt x="21" y="853"/>
                  </a:cubicBezTo>
                  <a:cubicBezTo>
                    <a:pt x="37" y="857"/>
                    <a:pt x="50" y="847"/>
                    <a:pt x="55" y="828"/>
                  </a:cubicBezTo>
                  <a:cubicBezTo>
                    <a:pt x="60" y="805"/>
                    <a:pt x="67" y="781"/>
                    <a:pt x="71" y="758"/>
                  </a:cubicBezTo>
                  <a:cubicBezTo>
                    <a:pt x="74" y="746"/>
                    <a:pt x="79" y="743"/>
                    <a:pt x="91" y="743"/>
                  </a:cubicBezTo>
                  <a:cubicBezTo>
                    <a:pt x="164" y="744"/>
                    <a:pt x="238" y="745"/>
                    <a:pt x="311" y="745"/>
                  </a:cubicBezTo>
                  <a:cubicBezTo>
                    <a:pt x="321" y="745"/>
                    <a:pt x="325" y="748"/>
                    <a:pt x="326" y="758"/>
                  </a:cubicBezTo>
                  <a:cubicBezTo>
                    <a:pt x="330" y="783"/>
                    <a:pt x="335" y="809"/>
                    <a:pt x="340" y="834"/>
                  </a:cubicBezTo>
                  <a:cubicBezTo>
                    <a:pt x="342" y="847"/>
                    <a:pt x="351" y="855"/>
                    <a:pt x="363" y="856"/>
                  </a:cubicBezTo>
                  <a:cubicBezTo>
                    <a:pt x="375" y="856"/>
                    <a:pt x="384" y="851"/>
                    <a:pt x="388" y="840"/>
                  </a:cubicBezTo>
                  <a:cubicBezTo>
                    <a:pt x="391" y="833"/>
                    <a:pt x="390" y="825"/>
                    <a:pt x="389" y="817"/>
                  </a:cubicBezTo>
                  <a:cubicBezTo>
                    <a:pt x="386" y="798"/>
                    <a:pt x="382" y="778"/>
                    <a:pt x="378" y="759"/>
                  </a:cubicBezTo>
                  <a:cubicBezTo>
                    <a:pt x="376" y="748"/>
                    <a:pt x="380" y="745"/>
                    <a:pt x="390" y="746"/>
                  </a:cubicBezTo>
                  <a:cubicBezTo>
                    <a:pt x="396" y="746"/>
                    <a:pt x="403" y="746"/>
                    <a:pt x="409" y="746"/>
                  </a:cubicBezTo>
                  <a:cubicBezTo>
                    <a:pt x="433" y="744"/>
                    <a:pt x="451" y="725"/>
                    <a:pt x="451" y="702"/>
                  </a:cubicBezTo>
                  <a:cubicBezTo>
                    <a:pt x="452" y="678"/>
                    <a:pt x="432" y="658"/>
                    <a:pt x="408" y="658"/>
                  </a:cubicBezTo>
                  <a:close/>
                  <a:moveTo>
                    <a:pt x="97" y="655"/>
                  </a:moveTo>
                  <a:cubicBezTo>
                    <a:pt x="138" y="489"/>
                    <a:pt x="178" y="325"/>
                    <a:pt x="218" y="161"/>
                  </a:cubicBezTo>
                  <a:cubicBezTo>
                    <a:pt x="219" y="161"/>
                    <a:pt x="221" y="161"/>
                    <a:pt x="222" y="161"/>
                  </a:cubicBezTo>
                  <a:cubicBezTo>
                    <a:pt x="251" y="325"/>
                    <a:pt x="279" y="489"/>
                    <a:pt x="308" y="655"/>
                  </a:cubicBezTo>
                  <a:cubicBezTo>
                    <a:pt x="237" y="655"/>
                    <a:pt x="169" y="655"/>
                    <a:pt x="97" y="6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7C97C237-2B1D-439C-AEF4-475BF77C9E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65588" y="3922713"/>
              <a:ext cx="554038" cy="1060450"/>
            </a:xfrm>
            <a:custGeom>
              <a:avLst/>
              <a:gdLst>
                <a:gd name="T0" fmla="*/ 406 w 451"/>
                <a:gd name="T1" fmla="*/ 663 h 864"/>
                <a:gd name="T2" fmla="*/ 373 w 451"/>
                <a:gd name="T3" fmla="*/ 663 h 864"/>
                <a:gd name="T4" fmla="*/ 358 w 451"/>
                <a:gd name="T5" fmla="*/ 650 h 864"/>
                <a:gd name="T6" fmla="*/ 299 w 451"/>
                <a:gd name="T7" fmla="*/ 308 h 864"/>
                <a:gd name="T8" fmla="*/ 274 w 451"/>
                <a:gd name="T9" fmla="*/ 165 h 864"/>
                <a:gd name="T10" fmla="*/ 249 w 451"/>
                <a:gd name="T11" fmla="*/ 27 h 864"/>
                <a:gd name="T12" fmla="*/ 214 w 451"/>
                <a:gd name="T13" fmla="*/ 6 h 864"/>
                <a:gd name="T14" fmla="*/ 197 w 451"/>
                <a:gd name="T15" fmla="*/ 31 h 864"/>
                <a:gd name="T16" fmla="*/ 49 w 451"/>
                <a:gd name="T17" fmla="*/ 635 h 864"/>
                <a:gd name="T18" fmla="*/ 3 w 451"/>
                <a:gd name="T19" fmla="*/ 821 h 864"/>
                <a:gd name="T20" fmla="*/ 11 w 451"/>
                <a:gd name="T21" fmla="*/ 852 h 864"/>
                <a:gd name="T22" fmla="*/ 53 w 451"/>
                <a:gd name="T23" fmla="*/ 836 h 864"/>
                <a:gd name="T24" fmla="*/ 70 w 451"/>
                <a:gd name="T25" fmla="*/ 762 h 864"/>
                <a:gd name="T26" fmla="*/ 89 w 451"/>
                <a:gd name="T27" fmla="*/ 748 h 864"/>
                <a:gd name="T28" fmla="*/ 306 w 451"/>
                <a:gd name="T29" fmla="*/ 749 h 864"/>
                <a:gd name="T30" fmla="*/ 326 w 451"/>
                <a:gd name="T31" fmla="*/ 767 h 864"/>
                <a:gd name="T32" fmla="*/ 338 w 451"/>
                <a:gd name="T33" fmla="*/ 837 h 864"/>
                <a:gd name="T34" fmla="*/ 366 w 451"/>
                <a:gd name="T35" fmla="*/ 860 h 864"/>
                <a:gd name="T36" fmla="*/ 389 w 451"/>
                <a:gd name="T37" fmla="*/ 837 h 864"/>
                <a:gd name="T38" fmla="*/ 388 w 451"/>
                <a:gd name="T39" fmla="*/ 824 h 864"/>
                <a:gd name="T40" fmla="*/ 376 w 451"/>
                <a:gd name="T41" fmla="*/ 750 h 864"/>
                <a:gd name="T42" fmla="*/ 408 w 451"/>
                <a:gd name="T43" fmla="*/ 750 h 864"/>
                <a:gd name="T44" fmla="*/ 450 w 451"/>
                <a:gd name="T45" fmla="*/ 704 h 864"/>
                <a:gd name="T46" fmla="*/ 406 w 451"/>
                <a:gd name="T47" fmla="*/ 663 h 864"/>
                <a:gd name="T48" fmla="*/ 96 w 451"/>
                <a:gd name="T49" fmla="*/ 659 h 864"/>
                <a:gd name="T50" fmla="*/ 217 w 451"/>
                <a:gd name="T51" fmla="*/ 164 h 864"/>
                <a:gd name="T52" fmla="*/ 221 w 451"/>
                <a:gd name="T53" fmla="*/ 164 h 864"/>
                <a:gd name="T54" fmla="*/ 307 w 451"/>
                <a:gd name="T55" fmla="*/ 659 h 864"/>
                <a:gd name="T56" fmla="*/ 96 w 451"/>
                <a:gd name="T57" fmla="*/ 659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1" h="864">
                  <a:moveTo>
                    <a:pt x="406" y="663"/>
                  </a:moveTo>
                  <a:cubicBezTo>
                    <a:pt x="395" y="663"/>
                    <a:pt x="384" y="662"/>
                    <a:pt x="373" y="663"/>
                  </a:cubicBezTo>
                  <a:cubicBezTo>
                    <a:pt x="364" y="663"/>
                    <a:pt x="360" y="660"/>
                    <a:pt x="358" y="650"/>
                  </a:cubicBezTo>
                  <a:cubicBezTo>
                    <a:pt x="339" y="536"/>
                    <a:pt x="319" y="422"/>
                    <a:pt x="299" y="308"/>
                  </a:cubicBezTo>
                  <a:cubicBezTo>
                    <a:pt x="290" y="261"/>
                    <a:pt x="282" y="213"/>
                    <a:pt x="274" y="165"/>
                  </a:cubicBezTo>
                  <a:cubicBezTo>
                    <a:pt x="266" y="119"/>
                    <a:pt x="258" y="73"/>
                    <a:pt x="249" y="27"/>
                  </a:cubicBezTo>
                  <a:cubicBezTo>
                    <a:pt x="246" y="9"/>
                    <a:pt x="230" y="0"/>
                    <a:pt x="214" y="6"/>
                  </a:cubicBezTo>
                  <a:cubicBezTo>
                    <a:pt x="203" y="11"/>
                    <a:pt x="199" y="21"/>
                    <a:pt x="197" y="31"/>
                  </a:cubicBezTo>
                  <a:cubicBezTo>
                    <a:pt x="148" y="233"/>
                    <a:pt x="98" y="434"/>
                    <a:pt x="49" y="635"/>
                  </a:cubicBezTo>
                  <a:cubicBezTo>
                    <a:pt x="34" y="697"/>
                    <a:pt x="19" y="759"/>
                    <a:pt x="3" y="821"/>
                  </a:cubicBezTo>
                  <a:cubicBezTo>
                    <a:pt x="0" y="833"/>
                    <a:pt x="1" y="844"/>
                    <a:pt x="11" y="852"/>
                  </a:cubicBezTo>
                  <a:cubicBezTo>
                    <a:pt x="26" y="864"/>
                    <a:pt x="47" y="856"/>
                    <a:pt x="53" y="836"/>
                  </a:cubicBezTo>
                  <a:cubicBezTo>
                    <a:pt x="59" y="811"/>
                    <a:pt x="65" y="787"/>
                    <a:pt x="70" y="762"/>
                  </a:cubicBezTo>
                  <a:cubicBezTo>
                    <a:pt x="73" y="750"/>
                    <a:pt x="78" y="747"/>
                    <a:pt x="89" y="748"/>
                  </a:cubicBezTo>
                  <a:cubicBezTo>
                    <a:pt x="162" y="749"/>
                    <a:pt x="234" y="749"/>
                    <a:pt x="306" y="749"/>
                  </a:cubicBezTo>
                  <a:cubicBezTo>
                    <a:pt x="320" y="749"/>
                    <a:pt x="325" y="753"/>
                    <a:pt x="326" y="767"/>
                  </a:cubicBezTo>
                  <a:cubicBezTo>
                    <a:pt x="329" y="790"/>
                    <a:pt x="334" y="814"/>
                    <a:pt x="338" y="837"/>
                  </a:cubicBezTo>
                  <a:cubicBezTo>
                    <a:pt x="341" y="852"/>
                    <a:pt x="353" y="861"/>
                    <a:pt x="366" y="860"/>
                  </a:cubicBezTo>
                  <a:cubicBezTo>
                    <a:pt x="378" y="859"/>
                    <a:pt x="388" y="849"/>
                    <a:pt x="389" y="837"/>
                  </a:cubicBezTo>
                  <a:cubicBezTo>
                    <a:pt x="390" y="833"/>
                    <a:pt x="389" y="828"/>
                    <a:pt x="388" y="824"/>
                  </a:cubicBezTo>
                  <a:cubicBezTo>
                    <a:pt x="384" y="800"/>
                    <a:pt x="380" y="776"/>
                    <a:pt x="376" y="750"/>
                  </a:cubicBezTo>
                  <a:cubicBezTo>
                    <a:pt x="388" y="750"/>
                    <a:pt x="398" y="750"/>
                    <a:pt x="408" y="750"/>
                  </a:cubicBezTo>
                  <a:cubicBezTo>
                    <a:pt x="433" y="749"/>
                    <a:pt x="451" y="729"/>
                    <a:pt x="450" y="704"/>
                  </a:cubicBezTo>
                  <a:cubicBezTo>
                    <a:pt x="449" y="680"/>
                    <a:pt x="430" y="662"/>
                    <a:pt x="406" y="663"/>
                  </a:cubicBezTo>
                  <a:close/>
                  <a:moveTo>
                    <a:pt x="96" y="659"/>
                  </a:moveTo>
                  <a:cubicBezTo>
                    <a:pt x="137" y="492"/>
                    <a:pt x="177" y="328"/>
                    <a:pt x="217" y="164"/>
                  </a:cubicBezTo>
                  <a:cubicBezTo>
                    <a:pt x="219" y="164"/>
                    <a:pt x="220" y="164"/>
                    <a:pt x="221" y="164"/>
                  </a:cubicBezTo>
                  <a:cubicBezTo>
                    <a:pt x="250" y="328"/>
                    <a:pt x="278" y="493"/>
                    <a:pt x="307" y="659"/>
                  </a:cubicBezTo>
                  <a:cubicBezTo>
                    <a:pt x="237" y="659"/>
                    <a:pt x="168" y="659"/>
                    <a:pt x="96" y="6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id="{F04AD998-8998-4A8D-B9E6-39DA274C1B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19963" y="3983038"/>
              <a:ext cx="555625" cy="1054100"/>
            </a:xfrm>
            <a:custGeom>
              <a:avLst/>
              <a:gdLst>
                <a:gd name="T0" fmla="*/ 406 w 452"/>
                <a:gd name="T1" fmla="*/ 657 h 858"/>
                <a:gd name="T2" fmla="*/ 372 w 452"/>
                <a:gd name="T3" fmla="*/ 658 h 858"/>
                <a:gd name="T4" fmla="*/ 358 w 452"/>
                <a:gd name="T5" fmla="*/ 645 h 858"/>
                <a:gd name="T6" fmla="*/ 273 w 452"/>
                <a:gd name="T7" fmla="*/ 150 h 858"/>
                <a:gd name="T8" fmla="*/ 251 w 452"/>
                <a:gd name="T9" fmla="*/ 24 h 858"/>
                <a:gd name="T10" fmla="*/ 227 w 452"/>
                <a:gd name="T11" fmla="*/ 1 h 858"/>
                <a:gd name="T12" fmla="*/ 200 w 452"/>
                <a:gd name="T13" fmla="*/ 21 h 858"/>
                <a:gd name="T14" fmla="*/ 198 w 452"/>
                <a:gd name="T15" fmla="*/ 30 h 858"/>
                <a:gd name="T16" fmla="*/ 5 w 452"/>
                <a:gd name="T17" fmla="*/ 817 h 858"/>
                <a:gd name="T18" fmla="*/ 23 w 452"/>
                <a:gd name="T19" fmla="*/ 854 h 858"/>
                <a:gd name="T20" fmla="*/ 55 w 452"/>
                <a:gd name="T21" fmla="*/ 830 h 858"/>
                <a:gd name="T22" fmla="*/ 73 w 452"/>
                <a:gd name="T23" fmla="*/ 757 h 858"/>
                <a:gd name="T24" fmla="*/ 80 w 452"/>
                <a:gd name="T25" fmla="*/ 745 h 858"/>
                <a:gd name="T26" fmla="*/ 106 w 452"/>
                <a:gd name="T27" fmla="*/ 745 h 858"/>
                <a:gd name="T28" fmla="*/ 303 w 452"/>
                <a:gd name="T29" fmla="*/ 746 h 858"/>
                <a:gd name="T30" fmla="*/ 326 w 452"/>
                <a:gd name="T31" fmla="*/ 766 h 858"/>
                <a:gd name="T32" fmla="*/ 337 w 452"/>
                <a:gd name="T33" fmla="*/ 826 h 858"/>
                <a:gd name="T34" fmla="*/ 365 w 452"/>
                <a:gd name="T35" fmla="*/ 846 h 858"/>
                <a:gd name="T36" fmla="*/ 386 w 452"/>
                <a:gd name="T37" fmla="*/ 820 h 858"/>
                <a:gd name="T38" fmla="*/ 384 w 452"/>
                <a:gd name="T39" fmla="*/ 805 h 858"/>
                <a:gd name="T40" fmla="*/ 376 w 452"/>
                <a:gd name="T41" fmla="*/ 747 h 858"/>
                <a:gd name="T42" fmla="*/ 405 w 452"/>
                <a:gd name="T43" fmla="*/ 747 h 858"/>
                <a:gd name="T44" fmla="*/ 451 w 452"/>
                <a:gd name="T45" fmla="*/ 703 h 858"/>
                <a:gd name="T46" fmla="*/ 406 w 452"/>
                <a:gd name="T47" fmla="*/ 657 h 858"/>
                <a:gd name="T48" fmla="*/ 98 w 452"/>
                <a:gd name="T49" fmla="*/ 655 h 858"/>
                <a:gd name="T50" fmla="*/ 219 w 452"/>
                <a:gd name="T51" fmla="*/ 161 h 858"/>
                <a:gd name="T52" fmla="*/ 222 w 452"/>
                <a:gd name="T53" fmla="*/ 161 h 858"/>
                <a:gd name="T54" fmla="*/ 307 w 452"/>
                <a:gd name="T55" fmla="*/ 655 h 858"/>
                <a:gd name="T56" fmla="*/ 98 w 452"/>
                <a:gd name="T57" fmla="*/ 655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2" h="858">
                  <a:moveTo>
                    <a:pt x="406" y="657"/>
                  </a:moveTo>
                  <a:cubicBezTo>
                    <a:pt x="395" y="657"/>
                    <a:pt x="383" y="657"/>
                    <a:pt x="372" y="658"/>
                  </a:cubicBezTo>
                  <a:cubicBezTo>
                    <a:pt x="362" y="658"/>
                    <a:pt x="359" y="654"/>
                    <a:pt x="358" y="645"/>
                  </a:cubicBezTo>
                  <a:cubicBezTo>
                    <a:pt x="329" y="480"/>
                    <a:pt x="301" y="315"/>
                    <a:pt x="273" y="150"/>
                  </a:cubicBezTo>
                  <a:cubicBezTo>
                    <a:pt x="265" y="108"/>
                    <a:pt x="258" y="66"/>
                    <a:pt x="251" y="24"/>
                  </a:cubicBezTo>
                  <a:cubicBezTo>
                    <a:pt x="248" y="9"/>
                    <a:pt x="240" y="1"/>
                    <a:pt x="227" y="1"/>
                  </a:cubicBezTo>
                  <a:cubicBezTo>
                    <a:pt x="214" y="0"/>
                    <a:pt x="205" y="7"/>
                    <a:pt x="200" y="21"/>
                  </a:cubicBezTo>
                  <a:cubicBezTo>
                    <a:pt x="199" y="24"/>
                    <a:pt x="199" y="27"/>
                    <a:pt x="198" y="30"/>
                  </a:cubicBezTo>
                  <a:cubicBezTo>
                    <a:pt x="134" y="292"/>
                    <a:pt x="69" y="555"/>
                    <a:pt x="5" y="817"/>
                  </a:cubicBezTo>
                  <a:cubicBezTo>
                    <a:pt x="0" y="836"/>
                    <a:pt x="7" y="849"/>
                    <a:pt x="23" y="854"/>
                  </a:cubicBezTo>
                  <a:cubicBezTo>
                    <a:pt x="37" y="858"/>
                    <a:pt x="50" y="848"/>
                    <a:pt x="55" y="830"/>
                  </a:cubicBezTo>
                  <a:cubicBezTo>
                    <a:pt x="61" y="806"/>
                    <a:pt x="66" y="781"/>
                    <a:pt x="73" y="757"/>
                  </a:cubicBezTo>
                  <a:cubicBezTo>
                    <a:pt x="74" y="752"/>
                    <a:pt x="78" y="749"/>
                    <a:pt x="80" y="745"/>
                  </a:cubicBezTo>
                  <a:cubicBezTo>
                    <a:pt x="89" y="745"/>
                    <a:pt x="97" y="745"/>
                    <a:pt x="106" y="745"/>
                  </a:cubicBezTo>
                  <a:cubicBezTo>
                    <a:pt x="172" y="745"/>
                    <a:pt x="238" y="745"/>
                    <a:pt x="303" y="746"/>
                  </a:cubicBezTo>
                  <a:cubicBezTo>
                    <a:pt x="323" y="746"/>
                    <a:pt x="323" y="746"/>
                    <a:pt x="326" y="766"/>
                  </a:cubicBezTo>
                  <a:cubicBezTo>
                    <a:pt x="330" y="786"/>
                    <a:pt x="333" y="806"/>
                    <a:pt x="337" y="826"/>
                  </a:cubicBezTo>
                  <a:cubicBezTo>
                    <a:pt x="340" y="840"/>
                    <a:pt x="351" y="847"/>
                    <a:pt x="365" y="846"/>
                  </a:cubicBezTo>
                  <a:cubicBezTo>
                    <a:pt x="378" y="844"/>
                    <a:pt x="386" y="836"/>
                    <a:pt x="386" y="820"/>
                  </a:cubicBezTo>
                  <a:cubicBezTo>
                    <a:pt x="386" y="815"/>
                    <a:pt x="385" y="810"/>
                    <a:pt x="384" y="805"/>
                  </a:cubicBezTo>
                  <a:cubicBezTo>
                    <a:pt x="381" y="786"/>
                    <a:pt x="379" y="768"/>
                    <a:pt x="376" y="747"/>
                  </a:cubicBezTo>
                  <a:cubicBezTo>
                    <a:pt x="387" y="747"/>
                    <a:pt x="396" y="747"/>
                    <a:pt x="405" y="747"/>
                  </a:cubicBezTo>
                  <a:cubicBezTo>
                    <a:pt x="432" y="746"/>
                    <a:pt x="451" y="729"/>
                    <a:pt x="451" y="703"/>
                  </a:cubicBezTo>
                  <a:cubicBezTo>
                    <a:pt x="452" y="678"/>
                    <a:pt x="433" y="658"/>
                    <a:pt x="406" y="657"/>
                  </a:cubicBezTo>
                  <a:close/>
                  <a:moveTo>
                    <a:pt x="98" y="655"/>
                  </a:moveTo>
                  <a:cubicBezTo>
                    <a:pt x="138" y="489"/>
                    <a:pt x="179" y="325"/>
                    <a:pt x="219" y="161"/>
                  </a:cubicBezTo>
                  <a:cubicBezTo>
                    <a:pt x="220" y="161"/>
                    <a:pt x="221" y="161"/>
                    <a:pt x="222" y="161"/>
                  </a:cubicBezTo>
                  <a:cubicBezTo>
                    <a:pt x="251" y="326"/>
                    <a:pt x="279" y="490"/>
                    <a:pt x="307" y="655"/>
                  </a:cubicBezTo>
                  <a:cubicBezTo>
                    <a:pt x="237" y="655"/>
                    <a:pt x="169" y="655"/>
                    <a:pt x="98" y="6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3" name="Freeform 12">
              <a:extLst>
                <a:ext uri="{FF2B5EF4-FFF2-40B4-BE49-F238E27FC236}">
                  <a16:creationId xmlns:a16="http://schemas.microsoft.com/office/drawing/2014/main" id="{86B09C1B-E2DD-4411-981B-B5D07CE14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6450" y="3135313"/>
              <a:ext cx="979488" cy="495300"/>
            </a:xfrm>
            <a:custGeom>
              <a:avLst/>
              <a:gdLst>
                <a:gd name="T0" fmla="*/ 763 w 795"/>
                <a:gd name="T1" fmla="*/ 319 h 402"/>
                <a:gd name="T2" fmla="*/ 655 w 795"/>
                <a:gd name="T3" fmla="*/ 146 h 402"/>
                <a:gd name="T4" fmla="*/ 430 w 795"/>
                <a:gd name="T5" fmla="*/ 11 h 402"/>
                <a:gd name="T6" fmla="*/ 312 w 795"/>
                <a:gd name="T7" fmla="*/ 7 h 402"/>
                <a:gd name="T8" fmla="*/ 175 w 795"/>
                <a:gd name="T9" fmla="*/ 83 h 402"/>
                <a:gd name="T10" fmla="*/ 85 w 795"/>
                <a:gd name="T11" fmla="*/ 202 h 402"/>
                <a:gd name="T12" fmla="*/ 0 w 795"/>
                <a:gd name="T13" fmla="*/ 388 h 402"/>
                <a:gd name="T14" fmla="*/ 57 w 795"/>
                <a:gd name="T15" fmla="*/ 399 h 402"/>
                <a:gd name="T16" fmla="*/ 96 w 795"/>
                <a:gd name="T17" fmla="*/ 380 h 402"/>
                <a:gd name="T18" fmla="*/ 114 w 795"/>
                <a:gd name="T19" fmla="*/ 347 h 402"/>
                <a:gd name="T20" fmla="*/ 163 w 795"/>
                <a:gd name="T21" fmla="*/ 239 h 402"/>
                <a:gd name="T22" fmla="*/ 546 w 795"/>
                <a:gd name="T23" fmla="*/ 161 h 402"/>
                <a:gd name="T24" fmla="*/ 631 w 795"/>
                <a:gd name="T25" fmla="*/ 270 h 402"/>
                <a:gd name="T26" fmla="*/ 690 w 795"/>
                <a:gd name="T27" fmla="*/ 391 h 402"/>
                <a:gd name="T28" fmla="*/ 700 w 795"/>
                <a:gd name="T29" fmla="*/ 401 h 402"/>
                <a:gd name="T30" fmla="*/ 765 w 795"/>
                <a:gd name="T31" fmla="*/ 401 h 402"/>
                <a:gd name="T32" fmla="*/ 795 w 795"/>
                <a:gd name="T33" fmla="*/ 393 h 402"/>
                <a:gd name="T34" fmla="*/ 763 w 795"/>
                <a:gd name="T35" fmla="*/ 319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95" h="402">
                  <a:moveTo>
                    <a:pt x="763" y="319"/>
                  </a:moveTo>
                  <a:cubicBezTo>
                    <a:pt x="740" y="253"/>
                    <a:pt x="702" y="196"/>
                    <a:pt x="655" y="146"/>
                  </a:cubicBezTo>
                  <a:cubicBezTo>
                    <a:pt x="593" y="79"/>
                    <a:pt x="520" y="31"/>
                    <a:pt x="430" y="11"/>
                  </a:cubicBezTo>
                  <a:cubicBezTo>
                    <a:pt x="391" y="2"/>
                    <a:pt x="351" y="0"/>
                    <a:pt x="312" y="7"/>
                  </a:cubicBezTo>
                  <a:cubicBezTo>
                    <a:pt x="258" y="16"/>
                    <a:pt x="214" y="45"/>
                    <a:pt x="175" y="83"/>
                  </a:cubicBezTo>
                  <a:cubicBezTo>
                    <a:pt x="138" y="118"/>
                    <a:pt x="110" y="159"/>
                    <a:pt x="85" y="202"/>
                  </a:cubicBezTo>
                  <a:cubicBezTo>
                    <a:pt x="51" y="260"/>
                    <a:pt x="26" y="322"/>
                    <a:pt x="0" y="388"/>
                  </a:cubicBezTo>
                  <a:cubicBezTo>
                    <a:pt x="20" y="392"/>
                    <a:pt x="39" y="396"/>
                    <a:pt x="57" y="399"/>
                  </a:cubicBezTo>
                  <a:cubicBezTo>
                    <a:pt x="74" y="401"/>
                    <a:pt x="87" y="394"/>
                    <a:pt x="96" y="380"/>
                  </a:cubicBezTo>
                  <a:cubicBezTo>
                    <a:pt x="103" y="369"/>
                    <a:pt x="109" y="358"/>
                    <a:pt x="114" y="347"/>
                  </a:cubicBezTo>
                  <a:cubicBezTo>
                    <a:pt x="131" y="311"/>
                    <a:pt x="145" y="274"/>
                    <a:pt x="163" y="239"/>
                  </a:cubicBezTo>
                  <a:cubicBezTo>
                    <a:pt x="240" y="91"/>
                    <a:pt x="424" y="69"/>
                    <a:pt x="546" y="161"/>
                  </a:cubicBezTo>
                  <a:cubicBezTo>
                    <a:pt x="584" y="190"/>
                    <a:pt x="610" y="229"/>
                    <a:pt x="631" y="270"/>
                  </a:cubicBezTo>
                  <a:cubicBezTo>
                    <a:pt x="652" y="310"/>
                    <a:pt x="670" y="351"/>
                    <a:pt x="690" y="391"/>
                  </a:cubicBezTo>
                  <a:cubicBezTo>
                    <a:pt x="692" y="395"/>
                    <a:pt x="697" y="401"/>
                    <a:pt x="700" y="401"/>
                  </a:cubicBezTo>
                  <a:cubicBezTo>
                    <a:pt x="722" y="402"/>
                    <a:pt x="744" y="402"/>
                    <a:pt x="765" y="401"/>
                  </a:cubicBezTo>
                  <a:cubicBezTo>
                    <a:pt x="776" y="400"/>
                    <a:pt x="785" y="396"/>
                    <a:pt x="795" y="393"/>
                  </a:cubicBezTo>
                  <a:cubicBezTo>
                    <a:pt x="783" y="366"/>
                    <a:pt x="771" y="343"/>
                    <a:pt x="763" y="3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4" name="Freeform 13">
              <a:extLst>
                <a:ext uri="{FF2B5EF4-FFF2-40B4-BE49-F238E27FC236}">
                  <a16:creationId xmlns:a16="http://schemas.microsoft.com/office/drawing/2014/main" id="{01ABDB9B-DD82-4D30-83AD-BE8B45B8F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825" y="3938588"/>
              <a:ext cx="536575" cy="1266825"/>
            </a:xfrm>
            <a:custGeom>
              <a:avLst/>
              <a:gdLst>
                <a:gd name="T0" fmla="*/ 417 w 436"/>
                <a:gd name="T1" fmla="*/ 75 h 1032"/>
                <a:gd name="T2" fmla="*/ 429 w 436"/>
                <a:gd name="T3" fmla="*/ 28 h 1032"/>
                <a:gd name="T4" fmla="*/ 387 w 436"/>
                <a:gd name="T5" fmla="*/ 1 h 1032"/>
                <a:gd name="T6" fmla="*/ 262 w 436"/>
                <a:gd name="T7" fmla="*/ 0 h 1032"/>
                <a:gd name="T8" fmla="*/ 45 w 436"/>
                <a:gd name="T9" fmla="*/ 1 h 1032"/>
                <a:gd name="T10" fmla="*/ 0 w 436"/>
                <a:gd name="T11" fmla="*/ 43 h 1032"/>
                <a:gd name="T12" fmla="*/ 45 w 436"/>
                <a:gd name="T13" fmla="*/ 85 h 1032"/>
                <a:gd name="T14" fmla="*/ 181 w 436"/>
                <a:gd name="T15" fmla="*/ 85 h 1032"/>
                <a:gd name="T16" fmla="*/ 189 w 436"/>
                <a:gd name="T17" fmla="*/ 86 h 1032"/>
                <a:gd name="T18" fmla="*/ 190 w 436"/>
                <a:gd name="T19" fmla="*/ 98 h 1032"/>
                <a:gd name="T20" fmla="*/ 187 w 436"/>
                <a:gd name="T21" fmla="*/ 345 h 1032"/>
                <a:gd name="T22" fmla="*/ 184 w 436"/>
                <a:gd name="T23" fmla="*/ 621 h 1032"/>
                <a:gd name="T24" fmla="*/ 180 w 436"/>
                <a:gd name="T25" fmla="*/ 956 h 1032"/>
                <a:gd name="T26" fmla="*/ 180 w 436"/>
                <a:gd name="T27" fmla="*/ 1006 h 1032"/>
                <a:gd name="T28" fmla="*/ 202 w 436"/>
                <a:gd name="T29" fmla="*/ 1032 h 1032"/>
                <a:gd name="T30" fmla="*/ 226 w 436"/>
                <a:gd name="T31" fmla="*/ 1007 h 1032"/>
                <a:gd name="T32" fmla="*/ 227 w 436"/>
                <a:gd name="T33" fmla="*/ 988 h 1032"/>
                <a:gd name="T34" fmla="*/ 229 w 436"/>
                <a:gd name="T35" fmla="*/ 788 h 1032"/>
                <a:gd name="T36" fmla="*/ 232 w 436"/>
                <a:gd name="T37" fmla="*/ 442 h 1032"/>
                <a:gd name="T38" fmla="*/ 233 w 436"/>
                <a:gd name="T39" fmla="*/ 390 h 1032"/>
                <a:gd name="T40" fmla="*/ 233 w 436"/>
                <a:gd name="T41" fmla="*/ 379 h 1032"/>
                <a:gd name="T42" fmla="*/ 236 w 436"/>
                <a:gd name="T43" fmla="*/ 102 h 1032"/>
                <a:gd name="T44" fmla="*/ 252 w 436"/>
                <a:gd name="T45" fmla="*/ 85 h 1032"/>
                <a:gd name="T46" fmla="*/ 388 w 436"/>
                <a:gd name="T47" fmla="*/ 85 h 1032"/>
                <a:gd name="T48" fmla="*/ 417 w 436"/>
                <a:gd name="T49" fmla="*/ 75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36" h="1032">
                  <a:moveTo>
                    <a:pt x="417" y="75"/>
                  </a:moveTo>
                  <a:cubicBezTo>
                    <a:pt x="432" y="65"/>
                    <a:pt x="436" y="45"/>
                    <a:pt x="429" y="28"/>
                  </a:cubicBezTo>
                  <a:cubicBezTo>
                    <a:pt x="424" y="12"/>
                    <a:pt x="408" y="1"/>
                    <a:pt x="387" y="1"/>
                  </a:cubicBezTo>
                  <a:cubicBezTo>
                    <a:pt x="345" y="0"/>
                    <a:pt x="303" y="0"/>
                    <a:pt x="262" y="0"/>
                  </a:cubicBezTo>
                  <a:cubicBezTo>
                    <a:pt x="189" y="0"/>
                    <a:pt x="117" y="0"/>
                    <a:pt x="45" y="1"/>
                  </a:cubicBezTo>
                  <a:cubicBezTo>
                    <a:pt x="18" y="1"/>
                    <a:pt x="0" y="19"/>
                    <a:pt x="0" y="43"/>
                  </a:cubicBezTo>
                  <a:cubicBezTo>
                    <a:pt x="0" y="68"/>
                    <a:pt x="18" y="85"/>
                    <a:pt x="45" y="85"/>
                  </a:cubicBezTo>
                  <a:cubicBezTo>
                    <a:pt x="90" y="85"/>
                    <a:pt x="136" y="85"/>
                    <a:pt x="181" y="85"/>
                  </a:cubicBezTo>
                  <a:cubicBezTo>
                    <a:pt x="184" y="85"/>
                    <a:pt x="186" y="86"/>
                    <a:pt x="189" y="86"/>
                  </a:cubicBezTo>
                  <a:cubicBezTo>
                    <a:pt x="189" y="90"/>
                    <a:pt x="190" y="94"/>
                    <a:pt x="190" y="98"/>
                  </a:cubicBezTo>
                  <a:cubicBezTo>
                    <a:pt x="189" y="180"/>
                    <a:pt x="188" y="263"/>
                    <a:pt x="187" y="345"/>
                  </a:cubicBezTo>
                  <a:cubicBezTo>
                    <a:pt x="186" y="437"/>
                    <a:pt x="185" y="529"/>
                    <a:pt x="184" y="621"/>
                  </a:cubicBezTo>
                  <a:cubicBezTo>
                    <a:pt x="183" y="732"/>
                    <a:pt x="181" y="844"/>
                    <a:pt x="180" y="956"/>
                  </a:cubicBezTo>
                  <a:cubicBezTo>
                    <a:pt x="180" y="972"/>
                    <a:pt x="180" y="989"/>
                    <a:pt x="180" y="1006"/>
                  </a:cubicBezTo>
                  <a:cubicBezTo>
                    <a:pt x="180" y="1021"/>
                    <a:pt x="189" y="1031"/>
                    <a:pt x="202" y="1032"/>
                  </a:cubicBezTo>
                  <a:cubicBezTo>
                    <a:pt x="215" y="1032"/>
                    <a:pt x="225" y="1023"/>
                    <a:pt x="226" y="1007"/>
                  </a:cubicBezTo>
                  <a:cubicBezTo>
                    <a:pt x="227" y="1001"/>
                    <a:pt x="227" y="994"/>
                    <a:pt x="227" y="988"/>
                  </a:cubicBezTo>
                  <a:cubicBezTo>
                    <a:pt x="228" y="921"/>
                    <a:pt x="229" y="855"/>
                    <a:pt x="229" y="788"/>
                  </a:cubicBezTo>
                  <a:cubicBezTo>
                    <a:pt x="230" y="673"/>
                    <a:pt x="231" y="557"/>
                    <a:pt x="232" y="442"/>
                  </a:cubicBezTo>
                  <a:cubicBezTo>
                    <a:pt x="232" y="425"/>
                    <a:pt x="232" y="408"/>
                    <a:pt x="233" y="390"/>
                  </a:cubicBezTo>
                  <a:cubicBezTo>
                    <a:pt x="233" y="387"/>
                    <a:pt x="233" y="383"/>
                    <a:pt x="233" y="379"/>
                  </a:cubicBezTo>
                  <a:cubicBezTo>
                    <a:pt x="234" y="287"/>
                    <a:pt x="235" y="194"/>
                    <a:pt x="236" y="102"/>
                  </a:cubicBezTo>
                  <a:cubicBezTo>
                    <a:pt x="236" y="89"/>
                    <a:pt x="239" y="85"/>
                    <a:pt x="252" y="85"/>
                  </a:cubicBezTo>
                  <a:cubicBezTo>
                    <a:pt x="297" y="86"/>
                    <a:pt x="343" y="86"/>
                    <a:pt x="388" y="85"/>
                  </a:cubicBezTo>
                  <a:cubicBezTo>
                    <a:pt x="398" y="84"/>
                    <a:pt x="409" y="80"/>
                    <a:pt x="417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03146076-C974-48E4-A942-B876DAD44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8613" y="3930650"/>
              <a:ext cx="57150" cy="1098550"/>
            </a:xfrm>
            <a:custGeom>
              <a:avLst/>
              <a:gdLst>
                <a:gd name="T0" fmla="*/ 46 w 47"/>
                <a:gd name="T1" fmla="*/ 22 h 894"/>
                <a:gd name="T2" fmla="*/ 24 w 47"/>
                <a:gd name="T3" fmla="*/ 0 h 894"/>
                <a:gd name="T4" fmla="*/ 1 w 47"/>
                <a:gd name="T5" fmla="*/ 21 h 894"/>
                <a:gd name="T6" fmla="*/ 0 w 47"/>
                <a:gd name="T7" fmla="*/ 33 h 894"/>
                <a:gd name="T8" fmla="*/ 0 w 47"/>
                <a:gd name="T9" fmla="*/ 859 h 894"/>
                <a:gd name="T10" fmla="*/ 1 w 47"/>
                <a:gd name="T11" fmla="*/ 875 h 894"/>
                <a:gd name="T12" fmla="*/ 23 w 47"/>
                <a:gd name="T13" fmla="*/ 894 h 894"/>
                <a:gd name="T14" fmla="*/ 46 w 47"/>
                <a:gd name="T15" fmla="*/ 875 h 894"/>
                <a:gd name="T16" fmla="*/ 46 w 47"/>
                <a:gd name="T17" fmla="*/ 859 h 894"/>
                <a:gd name="T18" fmla="*/ 46 w 47"/>
                <a:gd name="T19" fmla="*/ 448 h 894"/>
                <a:gd name="T20" fmla="*/ 46 w 47"/>
                <a:gd name="T21" fmla="*/ 35 h 894"/>
                <a:gd name="T22" fmla="*/ 46 w 47"/>
                <a:gd name="T23" fmla="*/ 22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" h="894">
                  <a:moveTo>
                    <a:pt x="46" y="22"/>
                  </a:moveTo>
                  <a:cubicBezTo>
                    <a:pt x="45" y="9"/>
                    <a:pt x="36" y="0"/>
                    <a:pt x="24" y="0"/>
                  </a:cubicBezTo>
                  <a:cubicBezTo>
                    <a:pt x="11" y="0"/>
                    <a:pt x="2" y="8"/>
                    <a:pt x="1" y="21"/>
                  </a:cubicBezTo>
                  <a:cubicBezTo>
                    <a:pt x="0" y="25"/>
                    <a:pt x="0" y="29"/>
                    <a:pt x="0" y="33"/>
                  </a:cubicBezTo>
                  <a:cubicBezTo>
                    <a:pt x="0" y="309"/>
                    <a:pt x="0" y="584"/>
                    <a:pt x="0" y="859"/>
                  </a:cubicBezTo>
                  <a:cubicBezTo>
                    <a:pt x="0" y="865"/>
                    <a:pt x="0" y="870"/>
                    <a:pt x="1" y="875"/>
                  </a:cubicBezTo>
                  <a:cubicBezTo>
                    <a:pt x="3" y="886"/>
                    <a:pt x="12" y="894"/>
                    <a:pt x="23" y="894"/>
                  </a:cubicBezTo>
                  <a:cubicBezTo>
                    <a:pt x="34" y="894"/>
                    <a:pt x="44" y="886"/>
                    <a:pt x="46" y="875"/>
                  </a:cubicBezTo>
                  <a:cubicBezTo>
                    <a:pt x="47" y="870"/>
                    <a:pt x="46" y="864"/>
                    <a:pt x="46" y="859"/>
                  </a:cubicBezTo>
                  <a:cubicBezTo>
                    <a:pt x="46" y="722"/>
                    <a:pt x="46" y="585"/>
                    <a:pt x="46" y="448"/>
                  </a:cubicBezTo>
                  <a:cubicBezTo>
                    <a:pt x="46" y="310"/>
                    <a:pt x="46" y="172"/>
                    <a:pt x="46" y="35"/>
                  </a:cubicBezTo>
                  <a:cubicBezTo>
                    <a:pt x="46" y="30"/>
                    <a:pt x="47" y="26"/>
                    <a:pt x="46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3A240AF0-6164-467E-93BE-86AB98D4B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5375" y="3351213"/>
              <a:ext cx="377825" cy="265113"/>
            </a:xfrm>
            <a:custGeom>
              <a:avLst/>
              <a:gdLst>
                <a:gd name="T0" fmla="*/ 21 w 307"/>
                <a:gd name="T1" fmla="*/ 213 h 216"/>
                <a:gd name="T2" fmla="*/ 83 w 307"/>
                <a:gd name="T3" fmla="*/ 178 h 216"/>
                <a:gd name="T4" fmla="*/ 125 w 307"/>
                <a:gd name="T5" fmla="*/ 141 h 216"/>
                <a:gd name="T6" fmla="*/ 189 w 307"/>
                <a:gd name="T7" fmla="*/ 144 h 216"/>
                <a:gd name="T8" fmla="*/ 234 w 307"/>
                <a:gd name="T9" fmla="*/ 198 h 216"/>
                <a:gd name="T10" fmla="*/ 267 w 307"/>
                <a:gd name="T11" fmla="*/ 214 h 216"/>
                <a:gd name="T12" fmla="*/ 307 w 307"/>
                <a:gd name="T13" fmla="*/ 204 h 216"/>
                <a:gd name="T14" fmla="*/ 280 w 307"/>
                <a:gd name="T15" fmla="*/ 153 h 216"/>
                <a:gd name="T16" fmla="*/ 245 w 307"/>
                <a:gd name="T17" fmla="*/ 75 h 216"/>
                <a:gd name="T18" fmla="*/ 107 w 307"/>
                <a:gd name="T19" fmla="*/ 45 h 216"/>
                <a:gd name="T20" fmla="*/ 8 w 307"/>
                <a:gd name="T21" fmla="*/ 161 h 216"/>
                <a:gd name="T22" fmla="*/ 0 w 307"/>
                <a:gd name="T23" fmla="*/ 197 h 216"/>
                <a:gd name="T24" fmla="*/ 21 w 307"/>
                <a:gd name="T25" fmla="*/ 21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7" h="216">
                  <a:moveTo>
                    <a:pt x="21" y="213"/>
                  </a:moveTo>
                  <a:cubicBezTo>
                    <a:pt x="46" y="209"/>
                    <a:pt x="65" y="194"/>
                    <a:pt x="83" y="178"/>
                  </a:cubicBezTo>
                  <a:cubicBezTo>
                    <a:pt x="96" y="165"/>
                    <a:pt x="110" y="152"/>
                    <a:pt x="125" y="141"/>
                  </a:cubicBezTo>
                  <a:cubicBezTo>
                    <a:pt x="145" y="128"/>
                    <a:pt x="174" y="129"/>
                    <a:pt x="189" y="144"/>
                  </a:cubicBezTo>
                  <a:cubicBezTo>
                    <a:pt x="205" y="161"/>
                    <a:pt x="222" y="178"/>
                    <a:pt x="234" y="198"/>
                  </a:cubicBezTo>
                  <a:cubicBezTo>
                    <a:pt x="243" y="211"/>
                    <a:pt x="252" y="215"/>
                    <a:pt x="267" y="214"/>
                  </a:cubicBezTo>
                  <a:cubicBezTo>
                    <a:pt x="281" y="212"/>
                    <a:pt x="295" y="212"/>
                    <a:pt x="307" y="204"/>
                  </a:cubicBezTo>
                  <a:cubicBezTo>
                    <a:pt x="298" y="186"/>
                    <a:pt x="288" y="170"/>
                    <a:pt x="280" y="153"/>
                  </a:cubicBezTo>
                  <a:cubicBezTo>
                    <a:pt x="268" y="127"/>
                    <a:pt x="258" y="100"/>
                    <a:pt x="245" y="75"/>
                  </a:cubicBezTo>
                  <a:cubicBezTo>
                    <a:pt x="218" y="26"/>
                    <a:pt x="163" y="0"/>
                    <a:pt x="107" y="45"/>
                  </a:cubicBezTo>
                  <a:cubicBezTo>
                    <a:pt x="66" y="77"/>
                    <a:pt x="34" y="117"/>
                    <a:pt x="8" y="161"/>
                  </a:cubicBezTo>
                  <a:cubicBezTo>
                    <a:pt x="2" y="171"/>
                    <a:pt x="0" y="185"/>
                    <a:pt x="0" y="197"/>
                  </a:cubicBezTo>
                  <a:cubicBezTo>
                    <a:pt x="0" y="213"/>
                    <a:pt x="6" y="216"/>
                    <a:pt x="21" y="2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934FC-9F18-4FAE-AC65-619B58C6BDB8}"/>
              </a:ext>
            </a:extLst>
          </p:cNvPr>
          <p:cNvCxnSpPr/>
          <p:nvPr/>
        </p:nvCxnSpPr>
        <p:spPr>
          <a:xfrm flipV="1">
            <a:off x="11740084" y="6520241"/>
            <a:ext cx="0" cy="259509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262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40">
          <p15:clr>
            <a:srgbClr val="F26B43"/>
          </p15:clr>
        </p15:guide>
        <p15:guide id="2" pos="99">
          <p15:clr>
            <a:srgbClr val="F26B43"/>
          </p15:clr>
        </p15:guide>
        <p15:guide id="3" orient="horz" pos="688">
          <p15:clr>
            <a:srgbClr val="F26B43"/>
          </p15:clr>
        </p15:guide>
        <p15:guide id="4" orient="horz" pos="3911">
          <p15:clr>
            <a:srgbClr val="F26B43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que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0638"/>
            <a:ext cx="12192000" cy="609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35538" y="6548602"/>
            <a:ext cx="396262" cy="26161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 eaLnBrk="1" hangingPunct="1">
              <a:defRPr/>
            </a:pPr>
            <a:fld id="{669D295A-DBD7-4B81-A8DD-A07A94861A6A}" type="slidenum">
              <a:rPr lang="es-PE" altLang="es-PE" sz="1100" smtClean="0">
                <a:solidFill>
                  <a:srgbClr val="647486"/>
                </a:solidFill>
                <a:latin typeface="Tahoma" pitchFamily="34" charset="0"/>
              </a:rPr>
              <a:pPr algn="r" eaLnBrk="1" hangingPunct="1">
                <a:defRPr/>
              </a:pPr>
              <a:t>‹#›</a:t>
            </a:fld>
            <a:endParaRPr lang="es-PE" altLang="es-PE" sz="1100">
              <a:solidFill>
                <a:srgbClr val="647486"/>
              </a:solidFill>
              <a:latin typeface="Tahoma" pitchFamily="34" charset="0"/>
            </a:endParaRPr>
          </a:p>
        </p:txBody>
      </p:sp>
      <p:cxnSp>
        <p:nvCxnSpPr>
          <p:cNvPr id="5" name="Straight Connector 8"/>
          <p:cNvCxnSpPr>
            <a:cxnSpLocks noChangeShapeType="1"/>
          </p:cNvCxnSpPr>
          <p:nvPr userDrawn="1"/>
        </p:nvCxnSpPr>
        <p:spPr bwMode="auto">
          <a:xfrm>
            <a:off x="419100" y="6626226"/>
            <a:ext cx="0" cy="239713"/>
          </a:xfrm>
          <a:prstGeom prst="line">
            <a:avLst/>
          </a:prstGeom>
          <a:noFill/>
          <a:ln w="9525" algn="ctr">
            <a:solidFill>
              <a:srgbClr val="0E7388"/>
            </a:solidFill>
            <a:round/>
            <a:headEnd/>
            <a:tailEnd/>
          </a:ln>
        </p:spPr>
      </p:cxnSp>
      <p:pic>
        <p:nvPicPr>
          <p:cNvPr id="6" name="Picture 9" descr="Antamina-logomediano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62785" y="6197600"/>
            <a:ext cx="628649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1 Marcador de título">
            <a:extLst>
              <a:ext uri="{FF2B5EF4-FFF2-40B4-BE49-F238E27FC236}">
                <a16:creationId xmlns:a16="http://schemas.microsoft.com/office/drawing/2014/main" id="{91C3ADCF-D863-4FEB-8C1F-52A1B315A9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5281" y="38620"/>
            <a:ext cx="9217104" cy="5218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l">
              <a:defRPr lang="es-PE" sz="2000" b="1" dirty="0">
                <a:solidFill>
                  <a:schemeClr val="bg1"/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algn="l"/>
            <a:r>
              <a:rPr lang="en-US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5140342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EDE0A98-2A17-4269-5940-6B8D36677A7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DE0A98-2A17-4269-5940-6B8D36677A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418F4751-8DE3-FBFC-7F17-6ADDF87CB8F0}"/>
              </a:ext>
            </a:extLst>
          </p:cNvPr>
          <p:cNvSpPr txBox="1">
            <a:spLocks/>
          </p:cNvSpPr>
          <p:nvPr userDrawn="1"/>
        </p:nvSpPr>
        <p:spPr>
          <a:xfrm>
            <a:off x="11601400" y="6460000"/>
            <a:ext cx="511628" cy="365125"/>
          </a:xfrm>
          <a:prstGeom prst="rect">
            <a:avLst/>
          </a:prstGeom>
        </p:spPr>
        <p:txBody>
          <a:bodyPr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5C141E98-0D91-5142-B85C-035B4CEE9641}" type="slidenum">
              <a:rPr lang="en-US" sz="1400" smtClean="0">
                <a:solidFill>
                  <a:srgbClr val="027582"/>
                </a:solidFill>
              </a:rPr>
              <a:pPr algn="ctr" rtl="0"/>
              <a:t>‹#›</a:t>
            </a:fld>
            <a:endParaRPr lang="en-US" sz="1400">
              <a:solidFill>
                <a:srgbClr val="027582"/>
              </a:solidFill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A490F3A-F3B2-CF14-D210-A66FB7888D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5842" y="1361759"/>
            <a:ext cx="4499856" cy="476074"/>
          </a:xfrm>
          <a:prstGeom prst="rect">
            <a:avLst/>
          </a:prstGeom>
        </p:spPr>
        <p:txBody>
          <a:bodyPr vert="horz">
            <a:normAutofit/>
          </a:bodyPr>
          <a:lstStyle>
            <a:lvl1pPr rtl="0">
              <a:defRPr sz="24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0953935-966A-477F-305F-6EB32F71CB9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75843" y="2519840"/>
            <a:ext cx="1626530" cy="677332"/>
          </a:xfrm>
        </p:spPr>
        <p:txBody>
          <a:bodyPr anchor="b">
            <a:normAutofit/>
          </a:bodyPr>
          <a:lstStyle>
            <a:lvl1pPr marL="0" indent="0" rtl="0">
              <a:buNone/>
              <a:defRPr sz="40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88A7442C-ACA0-E6F4-B8F5-F63788D9962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252229" y="2671974"/>
            <a:ext cx="2805918" cy="476074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  <a:lvl2pPr marL="457182" indent="0" rtl="0">
              <a:buNone/>
              <a:defRPr sz="2000">
                <a:solidFill>
                  <a:srgbClr val="027582"/>
                </a:solidFill>
              </a:defRPr>
            </a:lvl2pPr>
          </a:lstStyle>
          <a:p>
            <a:pPr lvl="1"/>
            <a:r>
              <a:rPr lang="en-US"/>
              <a:t>Sección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563FA0C1-F062-5018-DDA8-43A56D51ACB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275843" y="3626151"/>
            <a:ext cx="1626530" cy="677332"/>
          </a:xfrm>
        </p:spPr>
        <p:txBody>
          <a:bodyPr anchor="b">
            <a:normAutofit/>
          </a:bodyPr>
          <a:lstStyle>
            <a:lvl1pPr marL="0" indent="0" rtl="0">
              <a:buNone/>
              <a:defRPr sz="40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4" name="Marcador de contenido 3">
            <a:extLst>
              <a:ext uri="{FF2B5EF4-FFF2-40B4-BE49-F238E27FC236}">
                <a16:creationId xmlns:a16="http://schemas.microsoft.com/office/drawing/2014/main" id="{1EDB175A-F23A-5EB9-B2C1-1DB5E1B0A63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2252229" y="3778285"/>
            <a:ext cx="2805918" cy="476074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  <a:lvl2pPr marL="457182" indent="0" rtl="0">
              <a:buNone/>
              <a:defRPr sz="2000">
                <a:solidFill>
                  <a:srgbClr val="027582"/>
                </a:solidFill>
              </a:defRPr>
            </a:lvl2pPr>
          </a:lstStyle>
          <a:p>
            <a:pPr lvl="1"/>
            <a:r>
              <a:rPr lang="en-US"/>
              <a:t>Sección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2BDEE242-2119-945B-F3B0-7AEC0776478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275843" y="4777617"/>
            <a:ext cx="1626530" cy="677332"/>
          </a:xfrm>
        </p:spPr>
        <p:txBody>
          <a:bodyPr anchor="b">
            <a:normAutofit/>
          </a:bodyPr>
          <a:lstStyle>
            <a:lvl1pPr marL="0" indent="0" rtl="0">
              <a:buNone/>
              <a:defRPr sz="40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6" name="Marcador de contenido 3">
            <a:extLst>
              <a:ext uri="{FF2B5EF4-FFF2-40B4-BE49-F238E27FC236}">
                <a16:creationId xmlns:a16="http://schemas.microsoft.com/office/drawing/2014/main" id="{3FECE149-38CB-17F0-2930-DE0C20AC730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252229" y="4929751"/>
            <a:ext cx="2805918" cy="476074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  <a:lvl2pPr marL="457182" indent="0" rtl="0">
              <a:buNone/>
              <a:defRPr sz="2000">
                <a:solidFill>
                  <a:srgbClr val="027582"/>
                </a:solidFill>
              </a:defRPr>
            </a:lvl2pPr>
          </a:lstStyle>
          <a:p>
            <a:pPr lvl="1"/>
            <a:r>
              <a:rPr lang="en-US"/>
              <a:t>Sección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0A66ECE8-A709-237A-BA0C-3E81B6CEB2EF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8111" y="2519840"/>
            <a:ext cx="1626530" cy="677332"/>
          </a:xfrm>
        </p:spPr>
        <p:txBody>
          <a:bodyPr anchor="b">
            <a:normAutofit/>
          </a:bodyPr>
          <a:lstStyle>
            <a:lvl1pPr marL="0" indent="0" rtl="0">
              <a:buNone/>
              <a:defRPr sz="40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Marcador de contenido 3">
            <a:extLst>
              <a:ext uri="{FF2B5EF4-FFF2-40B4-BE49-F238E27FC236}">
                <a16:creationId xmlns:a16="http://schemas.microsoft.com/office/drawing/2014/main" id="{C652F822-548C-AB6C-9A28-30DFBA44B44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64497" y="2671974"/>
            <a:ext cx="2805918" cy="476074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  <a:lvl2pPr marL="457182" indent="0" rtl="0">
              <a:buNone/>
              <a:defRPr sz="2000">
                <a:solidFill>
                  <a:srgbClr val="027582"/>
                </a:solidFill>
              </a:defRPr>
            </a:lvl2pPr>
          </a:lstStyle>
          <a:p>
            <a:pPr lvl="1"/>
            <a:r>
              <a:rPr lang="en-US"/>
              <a:t>Sección</a:t>
            </a:r>
          </a:p>
        </p:txBody>
      </p:sp>
      <p:sp>
        <p:nvSpPr>
          <p:cNvPr id="29" name="Marcador de texto 2">
            <a:extLst>
              <a:ext uri="{FF2B5EF4-FFF2-40B4-BE49-F238E27FC236}">
                <a16:creationId xmlns:a16="http://schemas.microsoft.com/office/drawing/2014/main" id="{964293DC-A195-38A2-7619-ECBCDEA0DB4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288111" y="3626151"/>
            <a:ext cx="1626530" cy="677332"/>
          </a:xfrm>
        </p:spPr>
        <p:txBody>
          <a:bodyPr anchor="b">
            <a:normAutofit/>
          </a:bodyPr>
          <a:lstStyle>
            <a:lvl1pPr marL="0" indent="0" rtl="0">
              <a:buNone/>
              <a:defRPr sz="40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0" name="Marcador de contenido 3">
            <a:extLst>
              <a:ext uri="{FF2B5EF4-FFF2-40B4-BE49-F238E27FC236}">
                <a16:creationId xmlns:a16="http://schemas.microsoft.com/office/drawing/2014/main" id="{6E9568DB-A5F8-94F0-6AAF-D094AE47AEED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264497" y="3778285"/>
            <a:ext cx="2805918" cy="476074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  <a:lvl2pPr marL="457182" indent="0" rtl="0">
              <a:buNone/>
              <a:defRPr sz="2000">
                <a:solidFill>
                  <a:srgbClr val="027582"/>
                </a:solidFill>
              </a:defRPr>
            </a:lvl2pPr>
          </a:lstStyle>
          <a:p>
            <a:pPr lvl="1"/>
            <a:r>
              <a:rPr lang="en-US"/>
              <a:t>Sección</a:t>
            </a:r>
          </a:p>
        </p:txBody>
      </p:sp>
      <p:sp>
        <p:nvSpPr>
          <p:cNvPr id="31" name="Marcador de texto 2">
            <a:extLst>
              <a:ext uri="{FF2B5EF4-FFF2-40B4-BE49-F238E27FC236}">
                <a16:creationId xmlns:a16="http://schemas.microsoft.com/office/drawing/2014/main" id="{612A7326-3628-441E-E1E7-3311B486652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288111" y="4777617"/>
            <a:ext cx="1626530" cy="677332"/>
          </a:xfrm>
        </p:spPr>
        <p:txBody>
          <a:bodyPr anchor="b">
            <a:normAutofit/>
          </a:bodyPr>
          <a:lstStyle>
            <a:lvl1pPr marL="0" indent="0" rtl="0">
              <a:buNone/>
              <a:defRPr sz="40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2" name="Marcador de contenido 3">
            <a:extLst>
              <a:ext uri="{FF2B5EF4-FFF2-40B4-BE49-F238E27FC236}">
                <a16:creationId xmlns:a16="http://schemas.microsoft.com/office/drawing/2014/main" id="{5119F40D-CDF6-3008-9CF4-053A1DB6D324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264497" y="4929751"/>
            <a:ext cx="2805918" cy="476074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  <a:lvl2pPr marL="457182" indent="0" rtl="0">
              <a:buNone/>
              <a:defRPr sz="2000">
                <a:solidFill>
                  <a:srgbClr val="027582"/>
                </a:solidFill>
              </a:defRPr>
            </a:lvl2pPr>
          </a:lstStyle>
          <a:p>
            <a:pPr lvl="1"/>
            <a:r>
              <a:rPr lang="en-US"/>
              <a:t>Sección</a:t>
            </a:r>
          </a:p>
        </p:txBody>
      </p:sp>
      <p:grpSp>
        <p:nvGrpSpPr>
          <p:cNvPr id="18" name="Gráfico 10">
            <a:extLst>
              <a:ext uri="{FF2B5EF4-FFF2-40B4-BE49-F238E27FC236}">
                <a16:creationId xmlns:a16="http://schemas.microsoft.com/office/drawing/2014/main" id="{BB778986-CBF9-774A-9618-0B46BCD28E96}"/>
              </a:ext>
            </a:extLst>
          </p:cNvPr>
          <p:cNvGrpSpPr/>
          <p:nvPr userDrawn="1"/>
        </p:nvGrpSpPr>
        <p:grpSpPr>
          <a:xfrm>
            <a:off x="11615583" y="176989"/>
            <a:ext cx="398341" cy="365126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9" name="Gráfico 10">
              <a:extLst>
                <a:ext uri="{FF2B5EF4-FFF2-40B4-BE49-F238E27FC236}">
                  <a16:creationId xmlns:a16="http://schemas.microsoft.com/office/drawing/2014/main" id="{F59273F0-A6A2-4440-9A8A-F80740B09144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sz="1800"/>
            </a:p>
          </p:txBody>
        </p:sp>
        <p:sp>
          <p:nvSpPr>
            <p:cNvPr id="20" name="Gráfico 10">
              <a:extLst>
                <a:ext uri="{FF2B5EF4-FFF2-40B4-BE49-F238E27FC236}">
                  <a16:creationId xmlns:a16="http://schemas.microsoft.com/office/drawing/2014/main" id="{C62A0D35-6E42-2448-AE97-77AAD06AE36C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26043091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785F72E-F2FC-C043-887A-1B6F021E85E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EF68FAD-140A-8054-4ACE-DEAD64196091}"/>
              </a:ext>
            </a:extLst>
          </p:cNvPr>
          <p:cNvSpPr txBox="1">
            <a:spLocks/>
          </p:cNvSpPr>
          <p:nvPr userDrawn="1"/>
        </p:nvSpPr>
        <p:spPr>
          <a:xfrm>
            <a:off x="1524000" y="2877839"/>
            <a:ext cx="9144000" cy="11621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6600" b="1" i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¡Gracias!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C43292E-E69A-7327-0B97-DDA9A7C539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6581" y="4433324"/>
            <a:ext cx="1238838" cy="113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5827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Pie de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áfico 10">
            <a:extLst>
              <a:ext uri="{FF2B5EF4-FFF2-40B4-BE49-F238E27FC236}">
                <a16:creationId xmlns:a16="http://schemas.microsoft.com/office/drawing/2014/main" id="{762E132A-E5E0-EF4B-BC47-1CCD8AF0C618}"/>
              </a:ext>
            </a:extLst>
          </p:cNvPr>
          <p:cNvGrpSpPr/>
          <p:nvPr userDrawn="1"/>
        </p:nvGrpSpPr>
        <p:grpSpPr>
          <a:xfrm>
            <a:off x="11900352" y="79518"/>
            <a:ext cx="212676" cy="194942"/>
            <a:chOff x="5467350" y="2850987"/>
            <a:chExt cx="1258528" cy="1153589"/>
          </a:xfrm>
          <a:solidFill>
            <a:srgbClr val="007582"/>
          </a:solidFill>
        </p:grpSpPr>
        <p:sp>
          <p:nvSpPr>
            <p:cNvPr id="14" name="Gráfico 10">
              <a:extLst>
                <a:ext uri="{FF2B5EF4-FFF2-40B4-BE49-F238E27FC236}">
                  <a16:creationId xmlns:a16="http://schemas.microsoft.com/office/drawing/2014/main" id="{93B5EB3F-3620-934B-AB48-B6E26241E445}"/>
                </a:ext>
              </a:extLst>
            </p:cNvPr>
            <p:cNvSpPr/>
            <p:nvPr/>
          </p:nvSpPr>
          <p:spPr>
            <a:xfrm>
              <a:off x="5560560" y="3534907"/>
              <a:ext cx="1070784" cy="469668"/>
            </a:xfrm>
            <a:custGeom>
              <a:avLst/>
              <a:gdLst>
                <a:gd name="connsiteX0" fmla="*/ 806941 w 1070784"/>
                <a:gd name="connsiteY0" fmla="*/ 133000 h 469668"/>
                <a:gd name="connsiteX1" fmla="*/ 886349 w 1070784"/>
                <a:gd name="connsiteY1" fmla="*/ 380339 h 469668"/>
                <a:gd name="connsiteX2" fmla="*/ 893818 w 1070784"/>
                <a:gd name="connsiteY2" fmla="*/ 390759 h 469668"/>
                <a:gd name="connsiteX3" fmla="*/ 899017 w 1070784"/>
                <a:gd name="connsiteY3" fmla="*/ 385928 h 469668"/>
                <a:gd name="connsiteX4" fmla="*/ 900340 w 1070784"/>
                <a:gd name="connsiteY4" fmla="*/ 370013 h 469668"/>
                <a:gd name="connsiteX5" fmla="*/ 900340 w 1070784"/>
                <a:gd name="connsiteY5" fmla="*/ 20462 h 469668"/>
                <a:gd name="connsiteX6" fmla="*/ 899395 w 1070784"/>
                <a:gd name="connsiteY6" fmla="*/ 7768 h 469668"/>
                <a:gd name="connsiteX7" fmla="*/ 893439 w 1070784"/>
                <a:gd name="connsiteY7" fmla="*/ 474 h 469668"/>
                <a:gd name="connsiteX8" fmla="*/ 886255 w 1070784"/>
                <a:gd name="connsiteY8" fmla="*/ 20935 h 469668"/>
                <a:gd name="connsiteX9" fmla="*/ 886255 w 1070784"/>
                <a:gd name="connsiteY9" fmla="*/ 329564 h 469668"/>
                <a:gd name="connsiteX10" fmla="*/ 810628 w 1070784"/>
                <a:gd name="connsiteY10" fmla="*/ 89898 h 469668"/>
                <a:gd name="connsiteX11" fmla="*/ 805712 w 1070784"/>
                <a:gd name="connsiteY11" fmla="*/ 76731 h 469668"/>
                <a:gd name="connsiteX12" fmla="*/ 799662 w 1070784"/>
                <a:gd name="connsiteY12" fmla="*/ 69816 h 469668"/>
                <a:gd name="connsiteX13" fmla="*/ 793517 w 1070784"/>
                <a:gd name="connsiteY13" fmla="*/ 76541 h 469668"/>
                <a:gd name="connsiteX14" fmla="*/ 792666 w 1070784"/>
                <a:gd name="connsiteY14" fmla="*/ 92361 h 469668"/>
                <a:gd name="connsiteX15" fmla="*/ 792666 w 1070784"/>
                <a:gd name="connsiteY15" fmla="*/ 370487 h 469668"/>
                <a:gd name="connsiteX16" fmla="*/ 793517 w 1070784"/>
                <a:gd name="connsiteY16" fmla="*/ 383655 h 469668"/>
                <a:gd name="connsiteX17" fmla="*/ 799473 w 1070784"/>
                <a:gd name="connsiteY17" fmla="*/ 390949 h 469668"/>
                <a:gd name="connsiteX18" fmla="*/ 806657 w 1070784"/>
                <a:gd name="connsiteY18" fmla="*/ 370487 h 469668"/>
                <a:gd name="connsiteX19" fmla="*/ 806657 w 1070784"/>
                <a:gd name="connsiteY19" fmla="*/ 133663 h 469668"/>
                <a:gd name="connsiteX20" fmla="*/ 748897 w 1070784"/>
                <a:gd name="connsiteY20" fmla="*/ 370487 h 469668"/>
                <a:gd name="connsiteX21" fmla="*/ 748897 w 1070784"/>
                <a:gd name="connsiteY21" fmla="*/ 89614 h 469668"/>
                <a:gd name="connsiteX22" fmla="*/ 755987 w 1070784"/>
                <a:gd name="connsiteY22" fmla="*/ 69342 h 469668"/>
                <a:gd name="connsiteX23" fmla="*/ 762794 w 1070784"/>
                <a:gd name="connsiteY23" fmla="*/ 89614 h 469668"/>
                <a:gd name="connsiteX24" fmla="*/ 762794 w 1070784"/>
                <a:gd name="connsiteY24" fmla="*/ 370298 h 469668"/>
                <a:gd name="connsiteX25" fmla="*/ 755704 w 1070784"/>
                <a:gd name="connsiteY25" fmla="*/ 390475 h 469668"/>
                <a:gd name="connsiteX26" fmla="*/ 749748 w 1070784"/>
                <a:gd name="connsiteY26" fmla="*/ 383370 h 469668"/>
                <a:gd name="connsiteX27" fmla="*/ 749181 w 1070784"/>
                <a:gd name="connsiteY27" fmla="*/ 370298 h 469668"/>
                <a:gd name="connsiteX28" fmla="*/ 702576 w 1070784"/>
                <a:gd name="connsiteY28" fmla="*/ 152609 h 469668"/>
                <a:gd name="connsiteX29" fmla="*/ 702576 w 1070784"/>
                <a:gd name="connsiteY29" fmla="*/ 449207 h 469668"/>
                <a:gd name="connsiteX30" fmla="*/ 703521 w 1070784"/>
                <a:gd name="connsiteY30" fmla="*/ 462280 h 469668"/>
                <a:gd name="connsiteX31" fmla="*/ 709477 w 1070784"/>
                <a:gd name="connsiteY31" fmla="*/ 469669 h 469668"/>
                <a:gd name="connsiteX32" fmla="*/ 716567 w 1070784"/>
                <a:gd name="connsiteY32" fmla="*/ 449207 h 469668"/>
                <a:gd name="connsiteX33" fmla="*/ 716567 w 1070784"/>
                <a:gd name="connsiteY33" fmla="*/ 119075 h 469668"/>
                <a:gd name="connsiteX34" fmla="*/ 716567 w 1070784"/>
                <a:gd name="connsiteY34" fmla="*/ 84120 h 469668"/>
                <a:gd name="connsiteX35" fmla="*/ 709571 w 1070784"/>
                <a:gd name="connsiteY35" fmla="*/ 69153 h 469668"/>
                <a:gd name="connsiteX36" fmla="*/ 705317 w 1070784"/>
                <a:gd name="connsiteY36" fmla="*/ 71900 h 469668"/>
                <a:gd name="connsiteX37" fmla="*/ 702198 w 1070784"/>
                <a:gd name="connsiteY37" fmla="*/ 83551 h 469668"/>
                <a:gd name="connsiteX38" fmla="*/ 648219 w 1070784"/>
                <a:gd name="connsiteY38" fmla="*/ 338469 h 469668"/>
                <a:gd name="connsiteX39" fmla="*/ 595658 w 1070784"/>
                <a:gd name="connsiteY39" fmla="*/ 90277 h 469668"/>
                <a:gd name="connsiteX40" fmla="*/ 592538 w 1070784"/>
                <a:gd name="connsiteY40" fmla="*/ 76920 h 469668"/>
                <a:gd name="connsiteX41" fmla="*/ 587150 w 1070784"/>
                <a:gd name="connsiteY41" fmla="*/ 70763 h 469668"/>
                <a:gd name="connsiteX42" fmla="*/ 580816 w 1070784"/>
                <a:gd name="connsiteY42" fmla="*/ 78152 h 469668"/>
                <a:gd name="connsiteX43" fmla="*/ 580060 w 1070784"/>
                <a:gd name="connsiteY43" fmla="*/ 90940 h 469668"/>
                <a:gd name="connsiteX44" fmla="*/ 580060 w 1070784"/>
                <a:gd name="connsiteY44" fmla="*/ 370298 h 469668"/>
                <a:gd name="connsiteX45" fmla="*/ 580911 w 1070784"/>
                <a:gd name="connsiteY45" fmla="*/ 383370 h 469668"/>
                <a:gd name="connsiteX46" fmla="*/ 586961 w 1070784"/>
                <a:gd name="connsiteY46" fmla="*/ 390475 h 469668"/>
                <a:gd name="connsiteX47" fmla="*/ 594051 w 1070784"/>
                <a:gd name="connsiteY47" fmla="*/ 370298 h 469668"/>
                <a:gd name="connsiteX48" fmla="*/ 594051 w 1070784"/>
                <a:gd name="connsiteY48" fmla="*/ 154220 h 469668"/>
                <a:gd name="connsiteX49" fmla="*/ 640561 w 1070784"/>
                <a:gd name="connsiteY49" fmla="*/ 373708 h 469668"/>
                <a:gd name="connsiteX50" fmla="*/ 648408 w 1070784"/>
                <a:gd name="connsiteY50" fmla="*/ 387538 h 469668"/>
                <a:gd name="connsiteX51" fmla="*/ 655687 w 1070784"/>
                <a:gd name="connsiteY51" fmla="*/ 373897 h 469668"/>
                <a:gd name="connsiteX52" fmla="*/ 368399 w 1070784"/>
                <a:gd name="connsiteY52" fmla="*/ 101076 h 469668"/>
                <a:gd name="connsiteX53" fmla="*/ 368399 w 1070784"/>
                <a:gd name="connsiteY53" fmla="*/ 406105 h 469668"/>
                <a:gd name="connsiteX54" fmla="*/ 361309 w 1070784"/>
                <a:gd name="connsiteY54" fmla="*/ 426567 h 469668"/>
                <a:gd name="connsiteX55" fmla="*/ 355353 w 1070784"/>
                <a:gd name="connsiteY55" fmla="*/ 419273 h 469668"/>
                <a:gd name="connsiteX56" fmla="*/ 354408 w 1070784"/>
                <a:gd name="connsiteY56" fmla="*/ 406105 h 469668"/>
                <a:gd name="connsiteX57" fmla="*/ 354408 w 1070784"/>
                <a:gd name="connsiteY57" fmla="*/ 101076 h 469668"/>
                <a:gd name="connsiteX58" fmla="*/ 301752 w 1070784"/>
                <a:gd name="connsiteY58" fmla="*/ 101076 h 469668"/>
                <a:gd name="connsiteX59" fmla="*/ 294473 w 1070784"/>
                <a:gd name="connsiteY59" fmla="*/ 98329 h 469668"/>
                <a:gd name="connsiteX60" fmla="*/ 291637 w 1070784"/>
                <a:gd name="connsiteY60" fmla="*/ 87056 h 469668"/>
                <a:gd name="connsiteX61" fmla="*/ 295324 w 1070784"/>
                <a:gd name="connsiteY61" fmla="*/ 74647 h 469668"/>
                <a:gd name="connsiteX62" fmla="*/ 301752 w 1070784"/>
                <a:gd name="connsiteY62" fmla="*/ 73036 h 469668"/>
                <a:gd name="connsiteX63" fmla="*/ 421810 w 1070784"/>
                <a:gd name="connsiteY63" fmla="*/ 73036 h 469668"/>
                <a:gd name="connsiteX64" fmla="*/ 429089 w 1070784"/>
                <a:gd name="connsiteY64" fmla="*/ 75784 h 469668"/>
                <a:gd name="connsiteX65" fmla="*/ 431925 w 1070784"/>
                <a:gd name="connsiteY65" fmla="*/ 87056 h 469668"/>
                <a:gd name="connsiteX66" fmla="*/ 428238 w 1070784"/>
                <a:gd name="connsiteY66" fmla="*/ 99466 h 469668"/>
                <a:gd name="connsiteX67" fmla="*/ 421810 w 1070784"/>
                <a:gd name="connsiteY67" fmla="*/ 101076 h 469668"/>
                <a:gd name="connsiteX68" fmla="*/ 178575 w 1070784"/>
                <a:gd name="connsiteY68" fmla="*/ 133000 h 469668"/>
                <a:gd name="connsiteX69" fmla="*/ 258078 w 1070784"/>
                <a:gd name="connsiteY69" fmla="*/ 380339 h 469668"/>
                <a:gd name="connsiteX70" fmla="*/ 265546 w 1070784"/>
                <a:gd name="connsiteY70" fmla="*/ 390759 h 469668"/>
                <a:gd name="connsiteX71" fmla="*/ 270745 w 1070784"/>
                <a:gd name="connsiteY71" fmla="*/ 385928 h 469668"/>
                <a:gd name="connsiteX72" fmla="*/ 272069 w 1070784"/>
                <a:gd name="connsiteY72" fmla="*/ 370013 h 469668"/>
                <a:gd name="connsiteX73" fmla="*/ 272069 w 1070784"/>
                <a:gd name="connsiteY73" fmla="*/ 20462 h 469668"/>
                <a:gd name="connsiteX74" fmla="*/ 271123 w 1070784"/>
                <a:gd name="connsiteY74" fmla="*/ 7294 h 469668"/>
                <a:gd name="connsiteX75" fmla="*/ 265168 w 1070784"/>
                <a:gd name="connsiteY75" fmla="*/ 0 h 469668"/>
                <a:gd name="connsiteX76" fmla="*/ 258078 w 1070784"/>
                <a:gd name="connsiteY76" fmla="*/ 20462 h 469668"/>
                <a:gd name="connsiteX77" fmla="*/ 258078 w 1070784"/>
                <a:gd name="connsiteY77" fmla="*/ 329090 h 469668"/>
                <a:gd name="connsiteX78" fmla="*/ 182450 w 1070784"/>
                <a:gd name="connsiteY78" fmla="*/ 89425 h 469668"/>
                <a:gd name="connsiteX79" fmla="*/ 177535 w 1070784"/>
                <a:gd name="connsiteY79" fmla="*/ 76257 h 469668"/>
                <a:gd name="connsiteX80" fmla="*/ 171390 w 1070784"/>
                <a:gd name="connsiteY80" fmla="*/ 69342 h 469668"/>
                <a:gd name="connsiteX81" fmla="*/ 165340 w 1070784"/>
                <a:gd name="connsiteY81" fmla="*/ 76068 h 469668"/>
                <a:gd name="connsiteX82" fmla="*/ 164395 w 1070784"/>
                <a:gd name="connsiteY82" fmla="*/ 91888 h 469668"/>
                <a:gd name="connsiteX83" fmla="*/ 164395 w 1070784"/>
                <a:gd name="connsiteY83" fmla="*/ 370013 h 469668"/>
                <a:gd name="connsiteX84" fmla="*/ 165340 w 1070784"/>
                <a:gd name="connsiteY84" fmla="*/ 383181 h 469668"/>
                <a:gd name="connsiteX85" fmla="*/ 171295 w 1070784"/>
                <a:gd name="connsiteY85" fmla="*/ 390475 h 469668"/>
                <a:gd name="connsiteX86" fmla="*/ 178386 w 1070784"/>
                <a:gd name="connsiteY86" fmla="*/ 370013 h 469668"/>
                <a:gd name="connsiteX87" fmla="*/ 951011 w 1070784"/>
                <a:gd name="connsiteY87" fmla="*/ 318575 h 469668"/>
                <a:gd name="connsiteX88" fmla="*/ 1036091 w 1070784"/>
                <a:gd name="connsiteY88" fmla="*/ 318575 h 469668"/>
                <a:gd name="connsiteX89" fmla="*/ 993929 w 1070784"/>
                <a:gd name="connsiteY89" fmla="*/ 116991 h 469668"/>
                <a:gd name="connsiteX90" fmla="*/ 945244 w 1070784"/>
                <a:gd name="connsiteY90" fmla="*/ 346994 h 469668"/>
                <a:gd name="connsiteX91" fmla="*/ 938721 w 1070784"/>
                <a:gd name="connsiteY91" fmla="*/ 378444 h 469668"/>
                <a:gd name="connsiteX92" fmla="*/ 931347 w 1070784"/>
                <a:gd name="connsiteY92" fmla="*/ 391517 h 469668"/>
                <a:gd name="connsiteX93" fmla="*/ 926715 w 1070784"/>
                <a:gd name="connsiteY93" fmla="*/ 387160 h 469668"/>
                <a:gd name="connsiteX94" fmla="*/ 924636 w 1070784"/>
                <a:gd name="connsiteY94" fmla="*/ 378444 h 469668"/>
                <a:gd name="connsiteX95" fmla="*/ 926243 w 1070784"/>
                <a:gd name="connsiteY95" fmla="*/ 366319 h 469668"/>
                <a:gd name="connsiteX96" fmla="*/ 985988 w 1070784"/>
                <a:gd name="connsiteY96" fmla="*/ 83551 h 469668"/>
                <a:gd name="connsiteX97" fmla="*/ 993929 w 1070784"/>
                <a:gd name="connsiteY97" fmla="*/ 67732 h 469668"/>
                <a:gd name="connsiteX98" fmla="*/ 1002059 w 1070784"/>
                <a:gd name="connsiteY98" fmla="*/ 85162 h 469668"/>
                <a:gd name="connsiteX99" fmla="*/ 1051122 w 1070784"/>
                <a:gd name="connsiteY99" fmla="*/ 318291 h 469668"/>
                <a:gd name="connsiteX100" fmla="*/ 1060575 w 1070784"/>
                <a:gd name="connsiteY100" fmla="*/ 318291 h 469668"/>
                <a:gd name="connsiteX101" fmla="*/ 1070785 w 1070784"/>
                <a:gd name="connsiteY101" fmla="*/ 332311 h 469668"/>
                <a:gd name="connsiteX102" fmla="*/ 1060575 w 1070784"/>
                <a:gd name="connsiteY102" fmla="*/ 346331 h 469668"/>
                <a:gd name="connsiteX103" fmla="*/ 1056794 w 1070784"/>
                <a:gd name="connsiteY103" fmla="*/ 346331 h 469668"/>
                <a:gd name="connsiteX104" fmla="*/ 1060859 w 1070784"/>
                <a:gd name="connsiteY104" fmla="*/ 366035 h 469668"/>
                <a:gd name="connsiteX105" fmla="*/ 1062561 w 1070784"/>
                <a:gd name="connsiteY105" fmla="*/ 377118 h 469668"/>
                <a:gd name="connsiteX106" fmla="*/ 1060386 w 1070784"/>
                <a:gd name="connsiteY106" fmla="*/ 386591 h 469668"/>
                <a:gd name="connsiteX107" fmla="*/ 1055471 w 1070784"/>
                <a:gd name="connsiteY107" fmla="*/ 390949 h 469668"/>
                <a:gd name="connsiteX108" fmla="*/ 1047719 w 1070784"/>
                <a:gd name="connsiteY108" fmla="*/ 375792 h 469668"/>
                <a:gd name="connsiteX109" fmla="*/ 1041574 w 1070784"/>
                <a:gd name="connsiteY109" fmla="*/ 346142 h 469668"/>
                <a:gd name="connsiteX110" fmla="*/ 434761 w 1070784"/>
                <a:gd name="connsiteY110" fmla="*/ 318575 h 469668"/>
                <a:gd name="connsiteX111" fmla="*/ 477491 w 1070784"/>
                <a:gd name="connsiteY111" fmla="*/ 116991 h 469668"/>
                <a:gd name="connsiteX112" fmla="*/ 519653 w 1070784"/>
                <a:gd name="connsiteY112" fmla="*/ 318575 h 469668"/>
                <a:gd name="connsiteX113" fmla="*/ 429089 w 1070784"/>
                <a:gd name="connsiteY113" fmla="*/ 346994 h 469668"/>
                <a:gd name="connsiteX114" fmla="*/ 525797 w 1070784"/>
                <a:gd name="connsiteY114" fmla="*/ 346994 h 469668"/>
                <a:gd name="connsiteX115" fmla="*/ 531942 w 1070784"/>
                <a:gd name="connsiteY115" fmla="*/ 376645 h 469668"/>
                <a:gd name="connsiteX116" fmla="*/ 539694 w 1070784"/>
                <a:gd name="connsiteY116" fmla="*/ 391801 h 469668"/>
                <a:gd name="connsiteX117" fmla="*/ 544610 w 1070784"/>
                <a:gd name="connsiteY117" fmla="*/ 387444 h 469668"/>
                <a:gd name="connsiteX118" fmla="*/ 546784 w 1070784"/>
                <a:gd name="connsiteY118" fmla="*/ 377971 h 469668"/>
                <a:gd name="connsiteX119" fmla="*/ 545082 w 1070784"/>
                <a:gd name="connsiteY119" fmla="*/ 366887 h 469668"/>
                <a:gd name="connsiteX120" fmla="*/ 541017 w 1070784"/>
                <a:gd name="connsiteY120" fmla="*/ 347184 h 469668"/>
                <a:gd name="connsiteX121" fmla="*/ 544799 w 1070784"/>
                <a:gd name="connsiteY121" fmla="*/ 347184 h 469668"/>
                <a:gd name="connsiteX122" fmla="*/ 555008 w 1070784"/>
                <a:gd name="connsiteY122" fmla="*/ 333164 h 469668"/>
                <a:gd name="connsiteX123" fmla="*/ 544799 w 1070784"/>
                <a:gd name="connsiteY123" fmla="*/ 319144 h 469668"/>
                <a:gd name="connsiteX124" fmla="*/ 535345 w 1070784"/>
                <a:gd name="connsiteY124" fmla="*/ 319144 h 469668"/>
                <a:gd name="connsiteX125" fmla="*/ 485904 w 1070784"/>
                <a:gd name="connsiteY125" fmla="*/ 85446 h 469668"/>
                <a:gd name="connsiteX126" fmla="*/ 477774 w 1070784"/>
                <a:gd name="connsiteY126" fmla="*/ 68016 h 469668"/>
                <a:gd name="connsiteX127" fmla="*/ 469833 w 1070784"/>
                <a:gd name="connsiteY127" fmla="*/ 83836 h 469668"/>
                <a:gd name="connsiteX128" fmla="*/ 410088 w 1070784"/>
                <a:gd name="connsiteY128" fmla="*/ 365940 h 469668"/>
                <a:gd name="connsiteX129" fmla="*/ 408481 w 1070784"/>
                <a:gd name="connsiteY129" fmla="*/ 378065 h 469668"/>
                <a:gd name="connsiteX130" fmla="*/ 410561 w 1070784"/>
                <a:gd name="connsiteY130" fmla="*/ 386781 h 469668"/>
                <a:gd name="connsiteX131" fmla="*/ 415193 w 1070784"/>
                <a:gd name="connsiteY131" fmla="*/ 391138 h 469668"/>
                <a:gd name="connsiteX132" fmla="*/ 422661 w 1070784"/>
                <a:gd name="connsiteY132" fmla="*/ 378065 h 469668"/>
                <a:gd name="connsiteX133" fmla="*/ 26375 w 1070784"/>
                <a:gd name="connsiteY133" fmla="*/ 318575 h 469668"/>
                <a:gd name="connsiteX134" fmla="*/ 111456 w 1070784"/>
                <a:gd name="connsiteY134" fmla="*/ 318575 h 469668"/>
                <a:gd name="connsiteX135" fmla="*/ 69199 w 1070784"/>
                <a:gd name="connsiteY135" fmla="*/ 116991 h 469668"/>
                <a:gd name="connsiteX136" fmla="*/ 20703 w 1070784"/>
                <a:gd name="connsiteY136" fmla="*/ 346994 h 469668"/>
                <a:gd name="connsiteX137" fmla="*/ 14180 w 1070784"/>
                <a:gd name="connsiteY137" fmla="*/ 378444 h 469668"/>
                <a:gd name="connsiteX138" fmla="*/ 6712 w 1070784"/>
                <a:gd name="connsiteY138" fmla="*/ 391517 h 469668"/>
                <a:gd name="connsiteX139" fmla="*/ 2080 w 1070784"/>
                <a:gd name="connsiteY139" fmla="*/ 387160 h 469668"/>
                <a:gd name="connsiteX140" fmla="*/ 0 w 1070784"/>
                <a:gd name="connsiteY140" fmla="*/ 378444 h 469668"/>
                <a:gd name="connsiteX141" fmla="*/ 1607 w 1070784"/>
                <a:gd name="connsiteY141" fmla="*/ 366319 h 469668"/>
                <a:gd name="connsiteX142" fmla="*/ 61447 w 1070784"/>
                <a:gd name="connsiteY142" fmla="*/ 83551 h 469668"/>
                <a:gd name="connsiteX143" fmla="*/ 69388 w 1070784"/>
                <a:gd name="connsiteY143" fmla="*/ 67732 h 469668"/>
                <a:gd name="connsiteX144" fmla="*/ 77518 w 1070784"/>
                <a:gd name="connsiteY144" fmla="*/ 85162 h 469668"/>
                <a:gd name="connsiteX145" fmla="*/ 126676 w 1070784"/>
                <a:gd name="connsiteY145" fmla="*/ 318291 h 469668"/>
                <a:gd name="connsiteX146" fmla="*/ 136129 w 1070784"/>
                <a:gd name="connsiteY146" fmla="*/ 318291 h 469668"/>
                <a:gd name="connsiteX147" fmla="*/ 146339 w 1070784"/>
                <a:gd name="connsiteY147" fmla="*/ 332311 h 469668"/>
                <a:gd name="connsiteX148" fmla="*/ 136129 w 1070784"/>
                <a:gd name="connsiteY148" fmla="*/ 346331 h 469668"/>
                <a:gd name="connsiteX149" fmla="*/ 132348 w 1070784"/>
                <a:gd name="connsiteY149" fmla="*/ 346331 h 469668"/>
                <a:gd name="connsiteX150" fmla="*/ 136412 w 1070784"/>
                <a:gd name="connsiteY150" fmla="*/ 366035 h 469668"/>
                <a:gd name="connsiteX151" fmla="*/ 138209 w 1070784"/>
                <a:gd name="connsiteY151" fmla="*/ 377118 h 469668"/>
                <a:gd name="connsiteX152" fmla="*/ 136034 w 1070784"/>
                <a:gd name="connsiteY152" fmla="*/ 386591 h 469668"/>
                <a:gd name="connsiteX153" fmla="*/ 131024 w 1070784"/>
                <a:gd name="connsiteY153" fmla="*/ 390949 h 469668"/>
                <a:gd name="connsiteX154" fmla="*/ 123272 w 1070784"/>
                <a:gd name="connsiteY154" fmla="*/ 375792 h 469668"/>
                <a:gd name="connsiteX155" fmla="*/ 117222 w 1070784"/>
                <a:gd name="connsiteY155" fmla="*/ 346142 h 4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070784" h="469668">
                  <a:moveTo>
                    <a:pt x="806941" y="133000"/>
                  </a:moveTo>
                  <a:lnTo>
                    <a:pt x="886349" y="380339"/>
                  </a:lnTo>
                  <a:cubicBezTo>
                    <a:pt x="888618" y="387254"/>
                    <a:pt x="891076" y="390759"/>
                    <a:pt x="893818" y="390759"/>
                  </a:cubicBezTo>
                  <a:cubicBezTo>
                    <a:pt x="896559" y="390759"/>
                    <a:pt x="897693" y="389149"/>
                    <a:pt x="899017" y="385928"/>
                  </a:cubicBezTo>
                  <a:cubicBezTo>
                    <a:pt x="900212" y="380713"/>
                    <a:pt x="900658" y="375354"/>
                    <a:pt x="900340" y="370013"/>
                  </a:cubicBezTo>
                  <a:lnTo>
                    <a:pt x="900340" y="20462"/>
                  </a:lnTo>
                  <a:cubicBezTo>
                    <a:pt x="900448" y="16209"/>
                    <a:pt x="900131" y="11957"/>
                    <a:pt x="899395" y="7768"/>
                  </a:cubicBezTo>
                  <a:cubicBezTo>
                    <a:pt x="898072" y="2842"/>
                    <a:pt x="896086" y="474"/>
                    <a:pt x="893439" y="474"/>
                  </a:cubicBezTo>
                  <a:cubicBezTo>
                    <a:pt x="888618" y="474"/>
                    <a:pt x="886255" y="7294"/>
                    <a:pt x="886255" y="20935"/>
                  </a:cubicBezTo>
                  <a:lnTo>
                    <a:pt x="886255" y="329564"/>
                  </a:lnTo>
                  <a:lnTo>
                    <a:pt x="810628" y="89898"/>
                  </a:lnTo>
                  <a:cubicBezTo>
                    <a:pt x="809210" y="85541"/>
                    <a:pt x="807603" y="81183"/>
                    <a:pt x="805712" y="76731"/>
                  </a:cubicBezTo>
                  <a:cubicBezTo>
                    <a:pt x="803821" y="72279"/>
                    <a:pt x="801647" y="69816"/>
                    <a:pt x="799662" y="69816"/>
                  </a:cubicBezTo>
                  <a:cubicBezTo>
                    <a:pt x="797677" y="69816"/>
                    <a:pt x="794652" y="72089"/>
                    <a:pt x="793517" y="76541"/>
                  </a:cubicBezTo>
                  <a:cubicBezTo>
                    <a:pt x="792766" y="81779"/>
                    <a:pt x="792481" y="87073"/>
                    <a:pt x="792666" y="92361"/>
                  </a:cubicBezTo>
                  <a:lnTo>
                    <a:pt x="792666" y="370487"/>
                  </a:lnTo>
                  <a:cubicBezTo>
                    <a:pt x="792495" y="374894"/>
                    <a:pt x="792781" y="379307"/>
                    <a:pt x="793517" y="383655"/>
                  </a:cubicBezTo>
                  <a:cubicBezTo>
                    <a:pt x="794841" y="388486"/>
                    <a:pt x="796826" y="390949"/>
                    <a:pt x="799473" y="390949"/>
                  </a:cubicBezTo>
                  <a:cubicBezTo>
                    <a:pt x="804200" y="390949"/>
                    <a:pt x="806657" y="384128"/>
                    <a:pt x="806657" y="370487"/>
                  </a:cubicBezTo>
                  <a:lnTo>
                    <a:pt x="806657" y="133663"/>
                  </a:lnTo>
                  <a:moveTo>
                    <a:pt x="748897" y="370487"/>
                  </a:moveTo>
                  <a:lnTo>
                    <a:pt x="748897" y="89614"/>
                  </a:lnTo>
                  <a:cubicBezTo>
                    <a:pt x="748897" y="76163"/>
                    <a:pt x="751166" y="69342"/>
                    <a:pt x="755987" y="69342"/>
                  </a:cubicBezTo>
                  <a:cubicBezTo>
                    <a:pt x="760808" y="69342"/>
                    <a:pt x="762794" y="76163"/>
                    <a:pt x="762794" y="89614"/>
                  </a:cubicBezTo>
                  <a:lnTo>
                    <a:pt x="762794" y="370298"/>
                  </a:lnTo>
                  <a:cubicBezTo>
                    <a:pt x="762794" y="383749"/>
                    <a:pt x="760430" y="390475"/>
                    <a:pt x="755704" y="390475"/>
                  </a:cubicBezTo>
                  <a:cubicBezTo>
                    <a:pt x="753057" y="390475"/>
                    <a:pt x="751071" y="388107"/>
                    <a:pt x="749748" y="383370"/>
                  </a:cubicBezTo>
                  <a:cubicBezTo>
                    <a:pt x="749118" y="379043"/>
                    <a:pt x="748928" y="374663"/>
                    <a:pt x="749181" y="370298"/>
                  </a:cubicBezTo>
                  <a:close/>
                  <a:moveTo>
                    <a:pt x="702576" y="152609"/>
                  </a:moveTo>
                  <a:lnTo>
                    <a:pt x="702576" y="449207"/>
                  </a:lnTo>
                  <a:cubicBezTo>
                    <a:pt x="702373" y="453587"/>
                    <a:pt x="702690" y="457975"/>
                    <a:pt x="703521" y="462280"/>
                  </a:cubicBezTo>
                  <a:cubicBezTo>
                    <a:pt x="704844" y="467206"/>
                    <a:pt x="706830" y="469669"/>
                    <a:pt x="709477" y="469669"/>
                  </a:cubicBezTo>
                  <a:cubicBezTo>
                    <a:pt x="714203" y="469669"/>
                    <a:pt x="716567" y="462754"/>
                    <a:pt x="716567" y="449207"/>
                  </a:cubicBezTo>
                  <a:lnTo>
                    <a:pt x="716567" y="119075"/>
                  </a:lnTo>
                  <a:cubicBezTo>
                    <a:pt x="716567" y="100129"/>
                    <a:pt x="716567" y="88951"/>
                    <a:pt x="716567" y="84120"/>
                  </a:cubicBezTo>
                  <a:cubicBezTo>
                    <a:pt x="716567" y="74078"/>
                    <a:pt x="713731" y="69153"/>
                    <a:pt x="709571" y="69153"/>
                  </a:cubicBezTo>
                  <a:cubicBezTo>
                    <a:pt x="707749" y="69189"/>
                    <a:pt x="706103" y="70252"/>
                    <a:pt x="705317" y="71900"/>
                  </a:cubicBezTo>
                  <a:cubicBezTo>
                    <a:pt x="703855" y="75658"/>
                    <a:pt x="702809" y="79565"/>
                    <a:pt x="702198" y="83551"/>
                  </a:cubicBezTo>
                  <a:lnTo>
                    <a:pt x="648219" y="338469"/>
                  </a:lnTo>
                  <a:lnTo>
                    <a:pt x="595658" y="90277"/>
                  </a:lnTo>
                  <a:cubicBezTo>
                    <a:pt x="594208" y="83583"/>
                    <a:pt x="593168" y="79131"/>
                    <a:pt x="592538" y="76920"/>
                  </a:cubicBezTo>
                  <a:cubicBezTo>
                    <a:pt x="591309" y="72847"/>
                    <a:pt x="589513" y="70763"/>
                    <a:pt x="587150" y="70763"/>
                  </a:cubicBezTo>
                  <a:cubicBezTo>
                    <a:pt x="584786" y="70763"/>
                    <a:pt x="582045" y="73226"/>
                    <a:pt x="580816" y="78152"/>
                  </a:cubicBezTo>
                  <a:cubicBezTo>
                    <a:pt x="580192" y="82384"/>
                    <a:pt x="579939" y="86664"/>
                    <a:pt x="580060" y="90940"/>
                  </a:cubicBezTo>
                  <a:lnTo>
                    <a:pt x="580060" y="370298"/>
                  </a:lnTo>
                  <a:cubicBezTo>
                    <a:pt x="579901" y="374673"/>
                    <a:pt x="580186" y="379053"/>
                    <a:pt x="580911" y="383370"/>
                  </a:cubicBezTo>
                  <a:cubicBezTo>
                    <a:pt x="582234" y="388107"/>
                    <a:pt x="584219" y="390475"/>
                    <a:pt x="586961" y="390475"/>
                  </a:cubicBezTo>
                  <a:cubicBezTo>
                    <a:pt x="591687" y="390475"/>
                    <a:pt x="594051" y="383749"/>
                    <a:pt x="594051" y="370298"/>
                  </a:cubicBezTo>
                  <a:lnTo>
                    <a:pt x="594051" y="154220"/>
                  </a:lnTo>
                  <a:lnTo>
                    <a:pt x="640561" y="373708"/>
                  </a:lnTo>
                  <a:cubicBezTo>
                    <a:pt x="642547" y="383181"/>
                    <a:pt x="645194" y="387538"/>
                    <a:pt x="648408" y="387538"/>
                  </a:cubicBezTo>
                  <a:cubicBezTo>
                    <a:pt x="651622" y="387538"/>
                    <a:pt x="653891" y="382991"/>
                    <a:pt x="655687" y="373897"/>
                  </a:cubicBezTo>
                  <a:close/>
                  <a:moveTo>
                    <a:pt x="368399" y="101076"/>
                  </a:moveTo>
                  <a:lnTo>
                    <a:pt x="368399" y="406105"/>
                  </a:lnTo>
                  <a:cubicBezTo>
                    <a:pt x="368399" y="419746"/>
                    <a:pt x="366035" y="426567"/>
                    <a:pt x="361309" y="426567"/>
                  </a:cubicBezTo>
                  <a:cubicBezTo>
                    <a:pt x="358567" y="426567"/>
                    <a:pt x="356582" y="424104"/>
                    <a:pt x="355353" y="419273"/>
                  </a:cubicBezTo>
                  <a:cubicBezTo>
                    <a:pt x="354518" y="414937"/>
                    <a:pt x="354201" y="410517"/>
                    <a:pt x="354408" y="406105"/>
                  </a:cubicBezTo>
                  <a:lnTo>
                    <a:pt x="354408" y="101076"/>
                  </a:lnTo>
                  <a:lnTo>
                    <a:pt x="301752" y="101076"/>
                  </a:lnTo>
                  <a:cubicBezTo>
                    <a:pt x="299022" y="101424"/>
                    <a:pt x="296297" y="100395"/>
                    <a:pt x="294473" y="98329"/>
                  </a:cubicBezTo>
                  <a:cubicBezTo>
                    <a:pt x="292372" y="94962"/>
                    <a:pt x="291380" y="91019"/>
                    <a:pt x="291637" y="87056"/>
                  </a:cubicBezTo>
                  <a:cubicBezTo>
                    <a:pt x="291210" y="82597"/>
                    <a:pt x="292533" y="78146"/>
                    <a:pt x="295324" y="74647"/>
                  </a:cubicBezTo>
                  <a:cubicBezTo>
                    <a:pt x="297203" y="73350"/>
                    <a:pt x="299486" y="72779"/>
                    <a:pt x="301752" y="73036"/>
                  </a:cubicBezTo>
                  <a:lnTo>
                    <a:pt x="421810" y="73036"/>
                  </a:lnTo>
                  <a:cubicBezTo>
                    <a:pt x="424541" y="72689"/>
                    <a:pt x="427266" y="73718"/>
                    <a:pt x="429089" y="75784"/>
                  </a:cubicBezTo>
                  <a:cubicBezTo>
                    <a:pt x="431190" y="79151"/>
                    <a:pt x="432182" y="83094"/>
                    <a:pt x="431925" y="87056"/>
                  </a:cubicBezTo>
                  <a:cubicBezTo>
                    <a:pt x="432322" y="91513"/>
                    <a:pt x="431003" y="95953"/>
                    <a:pt x="428238" y="99466"/>
                  </a:cubicBezTo>
                  <a:cubicBezTo>
                    <a:pt x="427293" y="100603"/>
                    <a:pt x="425119" y="101076"/>
                    <a:pt x="421810" y="101076"/>
                  </a:cubicBezTo>
                  <a:close/>
                  <a:moveTo>
                    <a:pt x="178575" y="133000"/>
                  </a:moveTo>
                  <a:lnTo>
                    <a:pt x="258078" y="380339"/>
                  </a:lnTo>
                  <a:cubicBezTo>
                    <a:pt x="260346" y="387254"/>
                    <a:pt x="262804" y="390759"/>
                    <a:pt x="265546" y="390759"/>
                  </a:cubicBezTo>
                  <a:cubicBezTo>
                    <a:pt x="268287" y="390759"/>
                    <a:pt x="269422" y="389149"/>
                    <a:pt x="270745" y="385928"/>
                  </a:cubicBezTo>
                  <a:cubicBezTo>
                    <a:pt x="271890" y="380706"/>
                    <a:pt x="272335" y="375354"/>
                    <a:pt x="272069" y="370013"/>
                  </a:cubicBezTo>
                  <a:lnTo>
                    <a:pt x="272069" y="20462"/>
                  </a:lnTo>
                  <a:cubicBezTo>
                    <a:pt x="272275" y="16050"/>
                    <a:pt x="271958" y="11630"/>
                    <a:pt x="271123" y="7294"/>
                  </a:cubicBezTo>
                  <a:cubicBezTo>
                    <a:pt x="269894" y="2368"/>
                    <a:pt x="267909" y="0"/>
                    <a:pt x="265168" y="0"/>
                  </a:cubicBezTo>
                  <a:cubicBezTo>
                    <a:pt x="260441" y="0"/>
                    <a:pt x="258078" y="6821"/>
                    <a:pt x="258078" y="20462"/>
                  </a:cubicBezTo>
                  <a:lnTo>
                    <a:pt x="258078" y="329090"/>
                  </a:lnTo>
                  <a:lnTo>
                    <a:pt x="182450" y="89425"/>
                  </a:lnTo>
                  <a:cubicBezTo>
                    <a:pt x="181032" y="85067"/>
                    <a:pt x="179425" y="80710"/>
                    <a:pt x="177535" y="76257"/>
                  </a:cubicBezTo>
                  <a:cubicBezTo>
                    <a:pt x="175644" y="71805"/>
                    <a:pt x="173470" y="69342"/>
                    <a:pt x="171390" y="69342"/>
                  </a:cubicBezTo>
                  <a:cubicBezTo>
                    <a:pt x="169310" y="69342"/>
                    <a:pt x="166474" y="71615"/>
                    <a:pt x="165340" y="76068"/>
                  </a:cubicBezTo>
                  <a:cubicBezTo>
                    <a:pt x="164539" y="81301"/>
                    <a:pt x="164223" y="86596"/>
                    <a:pt x="164395" y="91888"/>
                  </a:cubicBezTo>
                  <a:lnTo>
                    <a:pt x="164395" y="370013"/>
                  </a:lnTo>
                  <a:cubicBezTo>
                    <a:pt x="164239" y="374424"/>
                    <a:pt x="164555" y="378838"/>
                    <a:pt x="165340" y="383181"/>
                  </a:cubicBezTo>
                  <a:cubicBezTo>
                    <a:pt x="166663" y="388012"/>
                    <a:pt x="168649" y="390475"/>
                    <a:pt x="171295" y="390475"/>
                  </a:cubicBezTo>
                  <a:cubicBezTo>
                    <a:pt x="176022" y="390475"/>
                    <a:pt x="178386" y="383655"/>
                    <a:pt x="178386" y="370013"/>
                  </a:cubicBezTo>
                  <a:close/>
                  <a:moveTo>
                    <a:pt x="951011" y="318575"/>
                  </a:moveTo>
                  <a:lnTo>
                    <a:pt x="1036091" y="318575"/>
                  </a:lnTo>
                  <a:lnTo>
                    <a:pt x="993929" y="116991"/>
                  </a:lnTo>
                  <a:close/>
                  <a:moveTo>
                    <a:pt x="945244" y="346994"/>
                  </a:moveTo>
                  <a:lnTo>
                    <a:pt x="938721" y="378444"/>
                  </a:lnTo>
                  <a:cubicBezTo>
                    <a:pt x="936957" y="387159"/>
                    <a:pt x="934499" y="391517"/>
                    <a:pt x="931347" y="391517"/>
                  </a:cubicBezTo>
                  <a:cubicBezTo>
                    <a:pt x="929646" y="391517"/>
                    <a:pt x="928133" y="390096"/>
                    <a:pt x="926715" y="387160"/>
                  </a:cubicBezTo>
                  <a:cubicBezTo>
                    <a:pt x="925232" y="384503"/>
                    <a:pt x="924512" y="381486"/>
                    <a:pt x="924636" y="378444"/>
                  </a:cubicBezTo>
                  <a:cubicBezTo>
                    <a:pt x="924771" y="374360"/>
                    <a:pt x="925310" y="370298"/>
                    <a:pt x="926243" y="366319"/>
                  </a:cubicBezTo>
                  <a:lnTo>
                    <a:pt x="985988" y="83551"/>
                  </a:lnTo>
                  <a:cubicBezTo>
                    <a:pt x="988257" y="73036"/>
                    <a:pt x="990904" y="67732"/>
                    <a:pt x="993929" y="67732"/>
                  </a:cubicBezTo>
                  <a:cubicBezTo>
                    <a:pt x="996954" y="67732"/>
                    <a:pt x="999601" y="73510"/>
                    <a:pt x="1002059" y="85162"/>
                  </a:cubicBezTo>
                  <a:lnTo>
                    <a:pt x="1051122" y="318291"/>
                  </a:lnTo>
                  <a:lnTo>
                    <a:pt x="1060575" y="318291"/>
                  </a:lnTo>
                  <a:cubicBezTo>
                    <a:pt x="1067287" y="318291"/>
                    <a:pt x="1070785" y="322933"/>
                    <a:pt x="1070785" y="332311"/>
                  </a:cubicBezTo>
                  <a:cubicBezTo>
                    <a:pt x="1070785" y="341689"/>
                    <a:pt x="1067287" y="346331"/>
                    <a:pt x="1060575" y="346331"/>
                  </a:cubicBezTo>
                  <a:lnTo>
                    <a:pt x="1056794" y="346331"/>
                  </a:lnTo>
                  <a:lnTo>
                    <a:pt x="1060859" y="366035"/>
                  </a:lnTo>
                  <a:cubicBezTo>
                    <a:pt x="1061741" y="369674"/>
                    <a:pt x="1062310" y="373382"/>
                    <a:pt x="1062561" y="377118"/>
                  </a:cubicBezTo>
                  <a:cubicBezTo>
                    <a:pt x="1062637" y="380408"/>
                    <a:pt x="1061889" y="383665"/>
                    <a:pt x="1060386" y="386591"/>
                  </a:cubicBezTo>
                  <a:cubicBezTo>
                    <a:pt x="1059063" y="389528"/>
                    <a:pt x="1057361" y="390949"/>
                    <a:pt x="1055471" y="390949"/>
                  </a:cubicBezTo>
                  <a:cubicBezTo>
                    <a:pt x="1053580" y="390949"/>
                    <a:pt x="1049798" y="385928"/>
                    <a:pt x="1047719" y="375792"/>
                  </a:cubicBezTo>
                  <a:lnTo>
                    <a:pt x="1041574" y="346142"/>
                  </a:lnTo>
                  <a:close/>
                  <a:moveTo>
                    <a:pt x="434761" y="318575"/>
                  </a:moveTo>
                  <a:lnTo>
                    <a:pt x="477491" y="116991"/>
                  </a:lnTo>
                  <a:lnTo>
                    <a:pt x="519653" y="318575"/>
                  </a:lnTo>
                  <a:close/>
                  <a:moveTo>
                    <a:pt x="429089" y="346994"/>
                  </a:moveTo>
                  <a:lnTo>
                    <a:pt x="525797" y="346994"/>
                  </a:lnTo>
                  <a:lnTo>
                    <a:pt x="531942" y="376645"/>
                  </a:lnTo>
                  <a:cubicBezTo>
                    <a:pt x="534022" y="386781"/>
                    <a:pt x="536669" y="391801"/>
                    <a:pt x="539694" y="391801"/>
                  </a:cubicBezTo>
                  <a:cubicBezTo>
                    <a:pt x="542719" y="391801"/>
                    <a:pt x="543286" y="390380"/>
                    <a:pt x="544610" y="387444"/>
                  </a:cubicBezTo>
                  <a:cubicBezTo>
                    <a:pt x="546112" y="384518"/>
                    <a:pt x="546860" y="381261"/>
                    <a:pt x="546784" y="377971"/>
                  </a:cubicBezTo>
                  <a:cubicBezTo>
                    <a:pt x="546534" y="374234"/>
                    <a:pt x="545964" y="370526"/>
                    <a:pt x="545082" y="366887"/>
                  </a:cubicBezTo>
                  <a:lnTo>
                    <a:pt x="541017" y="347184"/>
                  </a:lnTo>
                  <a:lnTo>
                    <a:pt x="544799" y="347184"/>
                  </a:lnTo>
                  <a:cubicBezTo>
                    <a:pt x="551605" y="347184"/>
                    <a:pt x="555008" y="342447"/>
                    <a:pt x="555008" y="333164"/>
                  </a:cubicBezTo>
                  <a:cubicBezTo>
                    <a:pt x="555008" y="323880"/>
                    <a:pt x="551605" y="319144"/>
                    <a:pt x="544799" y="319144"/>
                  </a:cubicBezTo>
                  <a:lnTo>
                    <a:pt x="535345" y="319144"/>
                  </a:lnTo>
                  <a:lnTo>
                    <a:pt x="485904" y="85446"/>
                  </a:lnTo>
                  <a:cubicBezTo>
                    <a:pt x="483446" y="73794"/>
                    <a:pt x="480799" y="68016"/>
                    <a:pt x="477774" y="68016"/>
                  </a:cubicBezTo>
                  <a:cubicBezTo>
                    <a:pt x="474749" y="68016"/>
                    <a:pt x="472102" y="73321"/>
                    <a:pt x="469833" y="83836"/>
                  </a:cubicBezTo>
                  <a:lnTo>
                    <a:pt x="410088" y="365940"/>
                  </a:lnTo>
                  <a:cubicBezTo>
                    <a:pt x="409201" y="369927"/>
                    <a:pt x="408663" y="373984"/>
                    <a:pt x="408481" y="378065"/>
                  </a:cubicBezTo>
                  <a:cubicBezTo>
                    <a:pt x="408469" y="381095"/>
                    <a:pt x="409182" y="384084"/>
                    <a:pt x="410561" y="386781"/>
                  </a:cubicBezTo>
                  <a:cubicBezTo>
                    <a:pt x="411979" y="389717"/>
                    <a:pt x="413586" y="391138"/>
                    <a:pt x="415193" y="391138"/>
                  </a:cubicBezTo>
                  <a:cubicBezTo>
                    <a:pt x="418312" y="391138"/>
                    <a:pt x="420770" y="386781"/>
                    <a:pt x="422661" y="378065"/>
                  </a:cubicBezTo>
                  <a:close/>
                  <a:moveTo>
                    <a:pt x="26375" y="318575"/>
                  </a:moveTo>
                  <a:lnTo>
                    <a:pt x="111456" y="318575"/>
                  </a:lnTo>
                  <a:lnTo>
                    <a:pt x="69199" y="116991"/>
                  </a:lnTo>
                  <a:close/>
                  <a:moveTo>
                    <a:pt x="20703" y="346994"/>
                  </a:moveTo>
                  <a:lnTo>
                    <a:pt x="14180" y="378444"/>
                  </a:lnTo>
                  <a:cubicBezTo>
                    <a:pt x="12290" y="387160"/>
                    <a:pt x="9832" y="391517"/>
                    <a:pt x="6712" y="391517"/>
                  </a:cubicBezTo>
                  <a:cubicBezTo>
                    <a:pt x="5105" y="391517"/>
                    <a:pt x="3498" y="390096"/>
                    <a:pt x="2080" y="387160"/>
                  </a:cubicBezTo>
                  <a:cubicBezTo>
                    <a:pt x="701" y="384463"/>
                    <a:pt x="-12" y="381474"/>
                    <a:pt x="0" y="378444"/>
                  </a:cubicBezTo>
                  <a:cubicBezTo>
                    <a:pt x="183" y="374363"/>
                    <a:pt x="720" y="370306"/>
                    <a:pt x="1607" y="366319"/>
                  </a:cubicBezTo>
                  <a:lnTo>
                    <a:pt x="61447" y="83551"/>
                  </a:lnTo>
                  <a:cubicBezTo>
                    <a:pt x="63716" y="73036"/>
                    <a:pt x="66363" y="67732"/>
                    <a:pt x="69388" y="67732"/>
                  </a:cubicBezTo>
                  <a:cubicBezTo>
                    <a:pt x="72413" y="67732"/>
                    <a:pt x="75155" y="73510"/>
                    <a:pt x="77518" y="85162"/>
                  </a:cubicBezTo>
                  <a:lnTo>
                    <a:pt x="126676" y="318291"/>
                  </a:lnTo>
                  <a:lnTo>
                    <a:pt x="136129" y="318291"/>
                  </a:lnTo>
                  <a:cubicBezTo>
                    <a:pt x="142935" y="318291"/>
                    <a:pt x="146339" y="322933"/>
                    <a:pt x="146339" y="332311"/>
                  </a:cubicBezTo>
                  <a:cubicBezTo>
                    <a:pt x="146339" y="341689"/>
                    <a:pt x="142935" y="346331"/>
                    <a:pt x="136129" y="346331"/>
                  </a:cubicBezTo>
                  <a:lnTo>
                    <a:pt x="132348" y="346331"/>
                  </a:lnTo>
                  <a:lnTo>
                    <a:pt x="136412" y="366035"/>
                  </a:lnTo>
                  <a:cubicBezTo>
                    <a:pt x="137310" y="369674"/>
                    <a:pt x="137911" y="373381"/>
                    <a:pt x="138209" y="377118"/>
                  </a:cubicBezTo>
                  <a:cubicBezTo>
                    <a:pt x="138243" y="380404"/>
                    <a:pt x="137498" y="383651"/>
                    <a:pt x="136034" y="386591"/>
                  </a:cubicBezTo>
                  <a:cubicBezTo>
                    <a:pt x="134616" y="389528"/>
                    <a:pt x="133009" y="390949"/>
                    <a:pt x="131024" y="390949"/>
                  </a:cubicBezTo>
                  <a:cubicBezTo>
                    <a:pt x="129039" y="390949"/>
                    <a:pt x="125352" y="385928"/>
                    <a:pt x="123272" y="375792"/>
                  </a:cubicBezTo>
                  <a:lnTo>
                    <a:pt x="117222" y="346142"/>
                  </a:ln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  <p:sp>
          <p:nvSpPr>
            <p:cNvPr id="15" name="Gráfico 10">
              <a:extLst>
                <a:ext uri="{FF2B5EF4-FFF2-40B4-BE49-F238E27FC236}">
                  <a16:creationId xmlns:a16="http://schemas.microsoft.com/office/drawing/2014/main" id="{07281443-8BB5-C042-84AA-9459B49AFF2C}"/>
                </a:ext>
              </a:extLst>
            </p:cNvPr>
            <p:cNvSpPr/>
            <p:nvPr/>
          </p:nvSpPr>
          <p:spPr>
            <a:xfrm>
              <a:off x="5467350" y="2850987"/>
              <a:ext cx="1258528" cy="615904"/>
            </a:xfrm>
            <a:custGeom>
              <a:avLst/>
              <a:gdLst>
                <a:gd name="connsiteX0" fmla="*/ 666180 w 1258528"/>
                <a:gd name="connsiteY0" fmla="*/ 615241 h 615904"/>
                <a:gd name="connsiteX1" fmla="*/ 733204 w 1258528"/>
                <a:gd name="connsiteY1" fmla="*/ 551299 h 615904"/>
                <a:gd name="connsiteX2" fmla="*/ 802498 w 1258528"/>
                <a:gd name="connsiteY2" fmla="*/ 615241 h 615904"/>
                <a:gd name="connsiteX3" fmla="*/ 666180 w 1258528"/>
                <a:gd name="connsiteY3" fmla="*/ 615241 h 615904"/>
                <a:gd name="connsiteX4" fmla="*/ 1119942 w 1258528"/>
                <a:gd name="connsiteY4" fmla="*/ 375576 h 615904"/>
                <a:gd name="connsiteX5" fmla="*/ 1179121 w 1258528"/>
                <a:gd name="connsiteY5" fmla="*/ 480915 h 615904"/>
                <a:gd name="connsiteX6" fmla="*/ 1258529 w 1258528"/>
                <a:gd name="connsiteY6" fmla="*/ 614957 h 615904"/>
                <a:gd name="connsiteX7" fmla="*/ 1163050 w 1258528"/>
                <a:gd name="connsiteY7" fmla="*/ 614957 h 615904"/>
                <a:gd name="connsiteX8" fmla="*/ 737364 w 1258528"/>
                <a:gd name="connsiteY8" fmla="*/ 248070 h 615904"/>
                <a:gd name="connsiteX9" fmla="*/ 423133 w 1258528"/>
                <a:gd name="connsiteY9" fmla="*/ 337021 h 615904"/>
                <a:gd name="connsiteX10" fmla="*/ 240400 w 1258528"/>
                <a:gd name="connsiteY10" fmla="*/ 432413 h 615904"/>
                <a:gd name="connsiteX11" fmla="*/ 295513 w 1258528"/>
                <a:gd name="connsiteY11" fmla="*/ 466516 h 615904"/>
                <a:gd name="connsiteX12" fmla="*/ 460191 w 1258528"/>
                <a:gd name="connsiteY12" fmla="*/ 371787 h 615904"/>
                <a:gd name="connsiteX13" fmla="*/ 737364 w 1258528"/>
                <a:gd name="connsiteY13" fmla="*/ 281794 h 615904"/>
                <a:gd name="connsiteX14" fmla="*/ 1122400 w 1258528"/>
                <a:gd name="connsiteY14" fmla="*/ 614862 h 615904"/>
                <a:gd name="connsiteX15" fmla="*/ 1082412 w 1258528"/>
                <a:gd name="connsiteY15" fmla="*/ 614862 h 615904"/>
                <a:gd name="connsiteX16" fmla="*/ 737364 w 1258528"/>
                <a:gd name="connsiteY16" fmla="*/ 315422 h 615904"/>
                <a:gd name="connsiteX17" fmla="*/ 491576 w 1258528"/>
                <a:gd name="connsiteY17" fmla="*/ 398121 h 615904"/>
                <a:gd name="connsiteX18" fmla="*/ 338053 w 1258528"/>
                <a:gd name="connsiteY18" fmla="*/ 491998 h 615904"/>
                <a:gd name="connsiteX19" fmla="*/ 393355 w 1258528"/>
                <a:gd name="connsiteY19" fmla="*/ 526101 h 615904"/>
                <a:gd name="connsiteX20" fmla="*/ 524285 w 1258528"/>
                <a:gd name="connsiteY20" fmla="*/ 429098 h 615904"/>
                <a:gd name="connsiteX21" fmla="*/ 738215 w 1258528"/>
                <a:gd name="connsiteY21" fmla="*/ 349241 h 615904"/>
                <a:gd name="connsiteX22" fmla="*/ 1041763 w 1258528"/>
                <a:gd name="connsiteY22" fmla="*/ 615904 h 615904"/>
                <a:gd name="connsiteX23" fmla="*/ 1002059 w 1258528"/>
                <a:gd name="connsiteY23" fmla="*/ 615904 h 615904"/>
                <a:gd name="connsiteX24" fmla="*/ 739255 w 1258528"/>
                <a:gd name="connsiteY24" fmla="*/ 383154 h 615904"/>
                <a:gd name="connsiteX25" fmla="*/ 555292 w 1258528"/>
                <a:gd name="connsiteY25" fmla="*/ 454770 h 615904"/>
                <a:gd name="connsiteX26" fmla="*/ 435517 w 1258528"/>
                <a:gd name="connsiteY26" fmla="*/ 552436 h 615904"/>
                <a:gd name="connsiteX27" fmla="*/ 491009 w 1258528"/>
                <a:gd name="connsiteY27" fmla="*/ 586349 h 615904"/>
                <a:gd name="connsiteX28" fmla="*/ 586866 w 1258528"/>
                <a:gd name="connsiteY28" fmla="*/ 484420 h 615904"/>
                <a:gd name="connsiteX29" fmla="*/ 740200 w 1258528"/>
                <a:gd name="connsiteY29" fmla="*/ 416594 h 615904"/>
                <a:gd name="connsiteX30" fmla="*/ 961315 w 1258528"/>
                <a:gd name="connsiteY30" fmla="*/ 614862 h 615904"/>
                <a:gd name="connsiteX31" fmla="*/ 921138 w 1258528"/>
                <a:gd name="connsiteY31" fmla="*/ 614862 h 615904"/>
                <a:gd name="connsiteX32" fmla="*/ 738877 w 1258528"/>
                <a:gd name="connsiteY32" fmla="*/ 450223 h 615904"/>
                <a:gd name="connsiteX33" fmla="*/ 611256 w 1258528"/>
                <a:gd name="connsiteY33" fmla="*/ 511513 h 615904"/>
                <a:gd name="connsiteX34" fmla="*/ 536385 w 1258528"/>
                <a:gd name="connsiteY34" fmla="*/ 614862 h 615904"/>
                <a:gd name="connsiteX35" fmla="*/ 0 w 1258528"/>
                <a:gd name="connsiteY35" fmla="*/ 614862 h 615904"/>
                <a:gd name="connsiteX36" fmla="*/ 304872 w 1258528"/>
                <a:gd name="connsiteY36" fmla="*/ 247122 h 615904"/>
                <a:gd name="connsiteX37" fmla="*/ 376906 w 1258528"/>
                <a:gd name="connsiteY37" fmla="*/ 198337 h 615904"/>
                <a:gd name="connsiteX38" fmla="*/ 458111 w 1258528"/>
                <a:gd name="connsiteY38" fmla="*/ 155235 h 615904"/>
                <a:gd name="connsiteX39" fmla="*/ 549903 w 1258528"/>
                <a:gd name="connsiteY39" fmla="*/ 74431 h 615904"/>
                <a:gd name="connsiteX40" fmla="*/ 629879 w 1258528"/>
                <a:gd name="connsiteY40" fmla="*/ 11435 h 615904"/>
                <a:gd name="connsiteX41" fmla="*/ 699550 w 1258528"/>
                <a:gd name="connsiteY41" fmla="*/ 2057 h 615904"/>
                <a:gd name="connsiteX42" fmla="*/ 774516 w 1258528"/>
                <a:gd name="connsiteY42" fmla="*/ 61358 h 615904"/>
                <a:gd name="connsiteX43" fmla="*/ 840689 w 1258528"/>
                <a:gd name="connsiteY43" fmla="*/ 157319 h 615904"/>
                <a:gd name="connsiteX44" fmla="*/ 876329 w 1258528"/>
                <a:gd name="connsiteY44" fmla="*/ 188674 h 615904"/>
                <a:gd name="connsiteX45" fmla="*/ 970862 w 1258528"/>
                <a:gd name="connsiteY45" fmla="*/ 253564 h 615904"/>
                <a:gd name="connsiteX46" fmla="*/ 1120226 w 1258528"/>
                <a:gd name="connsiteY46" fmla="*/ 375576 h 615904"/>
                <a:gd name="connsiteX47" fmla="*/ 626192 w 1258528"/>
                <a:gd name="connsiteY47" fmla="*/ 615052 h 615904"/>
                <a:gd name="connsiteX48" fmla="*/ 734906 w 1258528"/>
                <a:gd name="connsiteY48" fmla="*/ 517575 h 615904"/>
                <a:gd name="connsiteX49" fmla="*/ 839933 w 1258528"/>
                <a:gd name="connsiteY49" fmla="*/ 615052 h 615904"/>
                <a:gd name="connsiteX50" fmla="*/ 879921 w 1258528"/>
                <a:gd name="connsiteY50" fmla="*/ 615052 h 615904"/>
                <a:gd name="connsiteX51" fmla="*/ 733583 w 1258528"/>
                <a:gd name="connsiteY51" fmla="*/ 483852 h 615904"/>
                <a:gd name="connsiteX52" fmla="*/ 586110 w 1258528"/>
                <a:gd name="connsiteY52" fmla="*/ 615052 h 61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258528" h="615904">
                  <a:moveTo>
                    <a:pt x="666180" y="615241"/>
                  </a:moveTo>
                  <a:cubicBezTo>
                    <a:pt x="666180" y="615241"/>
                    <a:pt x="688206" y="551299"/>
                    <a:pt x="733204" y="551299"/>
                  </a:cubicBezTo>
                  <a:cubicBezTo>
                    <a:pt x="778203" y="551299"/>
                    <a:pt x="801741" y="615241"/>
                    <a:pt x="802498" y="615241"/>
                  </a:cubicBezTo>
                  <a:lnTo>
                    <a:pt x="666180" y="615241"/>
                  </a:lnTo>
                  <a:moveTo>
                    <a:pt x="1119942" y="375576"/>
                  </a:moveTo>
                  <a:cubicBezTo>
                    <a:pt x="1145845" y="403237"/>
                    <a:pt x="1145845" y="441886"/>
                    <a:pt x="1179121" y="480915"/>
                  </a:cubicBezTo>
                  <a:cubicBezTo>
                    <a:pt x="1221377" y="554046"/>
                    <a:pt x="1258529" y="614957"/>
                    <a:pt x="1258529" y="614957"/>
                  </a:cubicBezTo>
                  <a:lnTo>
                    <a:pt x="1163050" y="614957"/>
                  </a:lnTo>
                  <a:cubicBezTo>
                    <a:pt x="1163050" y="614957"/>
                    <a:pt x="1054336" y="248070"/>
                    <a:pt x="737364" y="248070"/>
                  </a:cubicBezTo>
                  <a:cubicBezTo>
                    <a:pt x="636685" y="249207"/>
                    <a:pt x="496303" y="308318"/>
                    <a:pt x="423133" y="337021"/>
                  </a:cubicBezTo>
                  <a:cubicBezTo>
                    <a:pt x="349964" y="365724"/>
                    <a:pt x="237374" y="435255"/>
                    <a:pt x="240400" y="432413"/>
                  </a:cubicBezTo>
                  <a:lnTo>
                    <a:pt x="295513" y="466516"/>
                  </a:lnTo>
                  <a:cubicBezTo>
                    <a:pt x="295513" y="466516"/>
                    <a:pt x="389385" y="406552"/>
                    <a:pt x="460191" y="371787"/>
                  </a:cubicBezTo>
                  <a:cubicBezTo>
                    <a:pt x="530997" y="337021"/>
                    <a:pt x="650109" y="281794"/>
                    <a:pt x="737364" y="281794"/>
                  </a:cubicBezTo>
                  <a:cubicBezTo>
                    <a:pt x="1027961" y="281794"/>
                    <a:pt x="1122400" y="614862"/>
                    <a:pt x="1122400" y="614862"/>
                  </a:cubicBezTo>
                  <a:lnTo>
                    <a:pt x="1082412" y="614862"/>
                  </a:lnTo>
                  <a:cubicBezTo>
                    <a:pt x="1082412" y="614862"/>
                    <a:pt x="979276" y="315422"/>
                    <a:pt x="737364" y="315422"/>
                  </a:cubicBezTo>
                  <a:cubicBezTo>
                    <a:pt x="638387" y="315422"/>
                    <a:pt x="558884" y="362787"/>
                    <a:pt x="491576" y="398121"/>
                  </a:cubicBezTo>
                  <a:cubicBezTo>
                    <a:pt x="438542" y="426540"/>
                    <a:pt x="338053" y="491998"/>
                    <a:pt x="338053" y="491998"/>
                  </a:cubicBezTo>
                  <a:cubicBezTo>
                    <a:pt x="354785" y="502513"/>
                    <a:pt x="367737" y="510944"/>
                    <a:pt x="393355" y="526101"/>
                  </a:cubicBezTo>
                  <a:cubicBezTo>
                    <a:pt x="434312" y="490275"/>
                    <a:pt x="478098" y="457835"/>
                    <a:pt x="524285" y="429098"/>
                  </a:cubicBezTo>
                  <a:cubicBezTo>
                    <a:pt x="606151" y="378797"/>
                    <a:pt x="676957" y="349241"/>
                    <a:pt x="738215" y="349241"/>
                  </a:cubicBezTo>
                  <a:cubicBezTo>
                    <a:pt x="957061" y="349241"/>
                    <a:pt x="1041763" y="615904"/>
                    <a:pt x="1041763" y="615904"/>
                  </a:cubicBezTo>
                  <a:lnTo>
                    <a:pt x="1002059" y="615904"/>
                  </a:lnTo>
                  <a:cubicBezTo>
                    <a:pt x="1002059" y="615904"/>
                    <a:pt x="928984" y="383154"/>
                    <a:pt x="739255" y="383154"/>
                  </a:cubicBezTo>
                  <a:cubicBezTo>
                    <a:pt x="660319" y="383154"/>
                    <a:pt x="590553" y="431371"/>
                    <a:pt x="555292" y="454770"/>
                  </a:cubicBezTo>
                  <a:cubicBezTo>
                    <a:pt x="510483" y="483852"/>
                    <a:pt x="435517" y="552436"/>
                    <a:pt x="435517" y="552436"/>
                  </a:cubicBezTo>
                  <a:lnTo>
                    <a:pt x="491009" y="586349"/>
                  </a:lnTo>
                  <a:cubicBezTo>
                    <a:pt x="491009" y="586349"/>
                    <a:pt x="547729" y="519470"/>
                    <a:pt x="586866" y="484420"/>
                  </a:cubicBezTo>
                  <a:cubicBezTo>
                    <a:pt x="643586" y="433077"/>
                    <a:pt x="700307" y="416594"/>
                    <a:pt x="740200" y="416594"/>
                  </a:cubicBezTo>
                  <a:cubicBezTo>
                    <a:pt x="907525" y="416973"/>
                    <a:pt x="961315" y="614862"/>
                    <a:pt x="961315" y="614862"/>
                  </a:cubicBezTo>
                  <a:lnTo>
                    <a:pt x="921138" y="614862"/>
                  </a:lnTo>
                  <a:cubicBezTo>
                    <a:pt x="921138" y="614862"/>
                    <a:pt x="866875" y="450223"/>
                    <a:pt x="738877" y="450223"/>
                  </a:cubicBezTo>
                  <a:cubicBezTo>
                    <a:pt x="697471" y="450223"/>
                    <a:pt x="656916" y="465285"/>
                    <a:pt x="611256" y="511513"/>
                  </a:cubicBezTo>
                  <a:cubicBezTo>
                    <a:pt x="581904" y="542540"/>
                    <a:pt x="556733" y="577285"/>
                    <a:pt x="536385" y="614862"/>
                  </a:cubicBezTo>
                  <a:cubicBezTo>
                    <a:pt x="536385" y="614862"/>
                    <a:pt x="326520" y="615904"/>
                    <a:pt x="0" y="614862"/>
                  </a:cubicBezTo>
                  <a:cubicBezTo>
                    <a:pt x="0" y="614862"/>
                    <a:pt x="251649" y="308318"/>
                    <a:pt x="304872" y="247122"/>
                  </a:cubicBezTo>
                  <a:cubicBezTo>
                    <a:pt x="330301" y="217851"/>
                    <a:pt x="340511" y="209231"/>
                    <a:pt x="376906" y="198337"/>
                  </a:cubicBezTo>
                  <a:cubicBezTo>
                    <a:pt x="413302" y="187443"/>
                    <a:pt x="427009" y="177496"/>
                    <a:pt x="458111" y="155235"/>
                  </a:cubicBezTo>
                  <a:cubicBezTo>
                    <a:pt x="485148" y="135721"/>
                    <a:pt x="514831" y="103891"/>
                    <a:pt x="549903" y="74431"/>
                  </a:cubicBezTo>
                  <a:cubicBezTo>
                    <a:pt x="575233" y="51791"/>
                    <a:pt x="601943" y="30752"/>
                    <a:pt x="629879" y="11435"/>
                  </a:cubicBezTo>
                  <a:cubicBezTo>
                    <a:pt x="651436" y="699"/>
                    <a:pt x="675930" y="-2599"/>
                    <a:pt x="699550" y="2057"/>
                  </a:cubicBezTo>
                  <a:cubicBezTo>
                    <a:pt x="723657" y="6699"/>
                    <a:pt x="754853" y="38054"/>
                    <a:pt x="774516" y="61358"/>
                  </a:cubicBezTo>
                  <a:cubicBezTo>
                    <a:pt x="794179" y="84661"/>
                    <a:pt x="823012" y="134584"/>
                    <a:pt x="840689" y="157319"/>
                  </a:cubicBezTo>
                  <a:cubicBezTo>
                    <a:pt x="850890" y="169545"/>
                    <a:pt x="862911" y="180121"/>
                    <a:pt x="876329" y="188674"/>
                  </a:cubicBezTo>
                  <a:cubicBezTo>
                    <a:pt x="887106" y="196916"/>
                    <a:pt x="954225" y="236039"/>
                    <a:pt x="970862" y="253564"/>
                  </a:cubicBezTo>
                  <a:cubicBezTo>
                    <a:pt x="1022667" y="307939"/>
                    <a:pt x="1092528" y="346020"/>
                    <a:pt x="1120226" y="375576"/>
                  </a:cubicBezTo>
                  <a:close/>
                  <a:moveTo>
                    <a:pt x="626192" y="615052"/>
                  </a:moveTo>
                  <a:cubicBezTo>
                    <a:pt x="626192" y="615052"/>
                    <a:pt x="661737" y="517575"/>
                    <a:pt x="734906" y="517575"/>
                  </a:cubicBezTo>
                  <a:cubicBezTo>
                    <a:pt x="808075" y="517575"/>
                    <a:pt x="839933" y="615052"/>
                    <a:pt x="839933" y="615052"/>
                  </a:cubicBezTo>
                  <a:lnTo>
                    <a:pt x="879921" y="615052"/>
                  </a:lnTo>
                  <a:cubicBezTo>
                    <a:pt x="879921" y="615052"/>
                    <a:pt x="830763" y="483852"/>
                    <a:pt x="733583" y="483852"/>
                  </a:cubicBezTo>
                  <a:cubicBezTo>
                    <a:pt x="636402" y="483852"/>
                    <a:pt x="586110" y="615052"/>
                    <a:pt x="586110" y="615052"/>
                  </a:cubicBezTo>
                  <a:close/>
                </a:path>
              </a:pathLst>
            </a:custGeom>
            <a:solidFill>
              <a:srgbClr val="007582"/>
            </a:solidFill>
            <a:ln w="9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PE"/>
            </a:p>
          </p:txBody>
        </p:sp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FDCBD4AB-B79A-EF4D-A784-7A6EB5D28996}"/>
              </a:ext>
            </a:extLst>
          </p:cNvPr>
          <p:cNvSpPr/>
          <p:nvPr userDrawn="1"/>
        </p:nvSpPr>
        <p:spPr>
          <a:xfrm>
            <a:off x="0" y="6663058"/>
            <a:ext cx="12192000" cy="1949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Marcador de número de diapositiva 11">
            <a:extLst>
              <a:ext uri="{FF2B5EF4-FFF2-40B4-BE49-F238E27FC236}">
                <a16:creationId xmlns:a16="http://schemas.microsoft.com/office/drawing/2014/main" id="{94EC515F-72E0-5B45-A08A-B4A92FF99114}"/>
              </a:ext>
            </a:extLst>
          </p:cNvPr>
          <p:cNvSpPr txBox="1">
            <a:spLocks/>
          </p:cNvSpPr>
          <p:nvPr userDrawn="1"/>
        </p:nvSpPr>
        <p:spPr>
          <a:xfrm>
            <a:off x="11751398" y="6681011"/>
            <a:ext cx="361630" cy="143124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C141E98-0D91-5142-B85C-035B4CEE9641}" type="slidenum">
              <a:rPr lang="es-PE" sz="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s-PE" sz="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917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18" Type="http://schemas.openxmlformats.org/officeDocument/2006/relationships/tags" Target="../tags/tag17.xml"/><Relationship Id="rId3" Type="http://schemas.openxmlformats.org/officeDocument/2006/relationships/tags" Target="../tags/tag2.xml"/><Relationship Id="rId21" Type="http://schemas.openxmlformats.org/officeDocument/2006/relationships/tags" Target="../tags/tag20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17" Type="http://schemas.openxmlformats.org/officeDocument/2006/relationships/tags" Target="../tags/tag16.xml"/><Relationship Id="rId2" Type="http://schemas.openxmlformats.org/officeDocument/2006/relationships/theme" Target="../theme/theme1.xml"/><Relationship Id="rId16" Type="http://schemas.openxmlformats.org/officeDocument/2006/relationships/tags" Target="../tags/tag15.xml"/><Relationship Id="rId20" Type="http://schemas.openxmlformats.org/officeDocument/2006/relationships/tags" Target="../tags/tag19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24" Type="http://schemas.openxmlformats.org/officeDocument/2006/relationships/image" Target="../media/image1.emf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23" Type="http://schemas.openxmlformats.org/officeDocument/2006/relationships/oleObject" Target="../embeddings/oleObject1.bin"/><Relationship Id="rId10" Type="http://schemas.openxmlformats.org/officeDocument/2006/relationships/tags" Target="../tags/tag9.xml"/><Relationship Id="rId19" Type="http://schemas.openxmlformats.org/officeDocument/2006/relationships/tags" Target="../tags/tag18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Relationship Id="rId22" Type="http://schemas.openxmlformats.org/officeDocument/2006/relationships/tags" Target="../tags/tag2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image" Target="../media/image2.emf"/><Relationship Id="rId3" Type="http://schemas.openxmlformats.org/officeDocument/2006/relationships/slideLayout" Target="../slideLayouts/slideLayout4.xml"/><Relationship Id="rId21" Type="http://schemas.openxmlformats.org/officeDocument/2006/relationships/tags" Target="../tags/tag35.xml"/><Relationship Id="rId7" Type="http://schemas.openxmlformats.org/officeDocument/2006/relationships/theme" Target="../theme/theme2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6" Type="http://schemas.openxmlformats.org/officeDocument/2006/relationships/tags" Target="../tags/tag30.xml"/><Relationship Id="rId20" Type="http://schemas.openxmlformats.org/officeDocument/2006/relationships/tags" Target="../tags/tag34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5" Type="http://schemas.openxmlformats.org/officeDocument/2006/relationships/slideLayout" Target="../slideLayouts/slideLayout6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10" Type="http://schemas.openxmlformats.org/officeDocument/2006/relationships/tags" Target="../tags/tag24.xml"/><Relationship Id="rId19" Type="http://schemas.openxmlformats.org/officeDocument/2006/relationships/tags" Target="../tags/tag33.xml"/><Relationship Id="rId4" Type="http://schemas.openxmlformats.org/officeDocument/2006/relationships/slideLayout" Target="../slideLayouts/slideLayout5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26" Type="http://schemas.openxmlformats.org/officeDocument/2006/relationships/tags" Target="../tags/tag49.xml"/><Relationship Id="rId39" Type="http://schemas.openxmlformats.org/officeDocument/2006/relationships/tags" Target="../tags/tag62.xml"/><Relationship Id="rId21" Type="http://schemas.openxmlformats.org/officeDocument/2006/relationships/slideLayout" Target="../slideLayouts/slideLayout28.xml"/><Relationship Id="rId34" Type="http://schemas.openxmlformats.org/officeDocument/2006/relationships/tags" Target="../tags/tag57.xml"/><Relationship Id="rId42" Type="http://schemas.openxmlformats.org/officeDocument/2006/relationships/image" Target="../media/image2.emf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7.xml"/><Relationship Id="rId29" Type="http://schemas.openxmlformats.org/officeDocument/2006/relationships/tags" Target="../tags/tag52.xml"/><Relationship Id="rId41" Type="http://schemas.openxmlformats.org/officeDocument/2006/relationships/oleObject" Target="../embeddings/oleObject7.bin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24" Type="http://schemas.openxmlformats.org/officeDocument/2006/relationships/tags" Target="../tags/tag47.xml"/><Relationship Id="rId32" Type="http://schemas.openxmlformats.org/officeDocument/2006/relationships/tags" Target="../tags/tag55.xml"/><Relationship Id="rId37" Type="http://schemas.openxmlformats.org/officeDocument/2006/relationships/tags" Target="../tags/tag60.xml"/><Relationship Id="rId40" Type="http://schemas.openxmlformats.org/officeDocument/2006/relationships/tags" Target="../tags/tag63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23" Type="http://schemas.openxmlformats.org/officeDocument/2006/relationships/theme" Target="../theme/theme3.xml"/><Relationship Id="rId28" Type="http://schemas.openxmlformats.org/officeDocument/2006/relationships/tags" Target="../tags/tag51.xml"/><Relationship Id="rId36" Type="http://schemas.openxmlformats.org/officeDocument/2006/relationships/tags" Target="../tags/tag59.xml"/><Relationship Id="rId10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6.xml"/><Relationship Id="rId31" Type="http://schemas.openxmlformats.org/officeDocument/2006/relationships/tags" Target="../tags/tag54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9.xml"/><Relationship Id="rId27" Type="http://schemas.openxmlformats.org/officeDocument/2006/relationships/tags" Target="../tags/tag50.xml"/><Relationship Id="rId30" Type="http://schemas.openxmlformats.org/officeDocument/2006/relationships/tags" Target="../tags/tag53.xml"/><Relationship Id="rId35" Type="http://schemas.openxmlformats.org/officeDocument/2006/relationships/tags" Target="../tags/tag58.xml"/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5" Type="http://schemas.openxmlformats.org/officeDocument/2006/relationships/tags" Target="../tags/tag48.xml"/><Relationship Id="rId33" Type="http://schemas.openxmlformats.org/officeDocument/2006/relationships/tags" Target="../tags/tag56.xml"/><Relationship Id="rId38" Type="http://schemas.openxmlformats.org/officeDocument/2006/relationships/tags" Target="../tags/tag6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oleObject" Target="../embeddings/oleObject17.bin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ags" Target="../tags/tag10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tags" Target="../tags/tag100.xml"/><Relationship Id="rId5" Type="http://schemas.openxmlformats.org/officeDocument/2006/relationships/slideLayout" Target="../slideLayouts/slideLayout34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image" Target="../media/image24.emf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26" Type="http://schemas.openxmlformats.org/officeDocument/2006/relationships/slideLayout" Target="../slideLayouts/slideLayout64.xml"/><Relationship Id="rId3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59.xml"/><Relationship Id="rId34" Type="http://schemas.openxmlformats.org/officeDocument/2006/relationships/image" Target="../media/image29.emf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63.xml"/><Relationship Id="rId33" Type="http://schemas.openxmlformats.org/officeDocument/2006/relationships/oleObject" Target="../embeddings/oleObject22.bin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67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62.xml"/><Relationship Id="rId32" Type="http://schemas.openxmlformats.org/officeDocument/2006/relationships/tags" Target="../tags/tag10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61.xml"/><Relationship Id="rId28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31" Type="http://schemas.openxmlformats.org/officeDocument/2006/relationships/theme" Target="../theme/theme5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Relationship Id="rId27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8.xml"/><Relationship Id="rId8" Type="http://schemas.openxmlformats.org/officeDocument/2006/relationships/slideLayout" Target="../slideLayouts/slideLayout4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ags" Target="../tags/tag117.xml"/><Relationship Id="rId13" Type="http://schemas.openxmlformats.org/officeDocument/2006/relationships/tags" Target="../tags/tag122.xml"/><Relationship Id="rId18" Type="http://schemas.openxmlformats.org/officeDocument/2006/relationships/tags" Target="../tags/tag127.xml"/><Relationship Id="rId3" Type="http://schemas.openxmlformats.org/officeDocument/2006/relationships/tags" Target="../tags/tag112.xml"/><Relationship Id="rId21" Type="http://schemas.openxmlformats.org/officeDocument/2006/relationships/image" Target="../media/image2.emf"/><Relationship Id="rId7" Type="http://schemas.openxmlformats.org/officeDocument/2006/relationships/tags" Target="../tags/tag116.xml"/><Relationship Id="rId12" Type="http://schemas.openxmlformats.org/officeDocument/2006/relationships/tags" Target="../tags/tag121.xml"/><Relationship Id="rId17" Type="http://schemas.openxmlformats.org/officeDocument/2006/relationships/tags" Target="../tags/tag126.xml"/><Relationship Id="rId2" Type="http://schemas.openxmlformats.org/officeDocument/2006/relationships/theme" Target="../theme/theme6.xml"/><Relationship Id="rId16" Type="http://schemas.openxmlformats.org/officeDocument/2006/relationships/tags" Target="../tags/tag125.xml"/><Relationship Id="rId20" Type="http://schemas.openxmlformats.org/officeDocument/2006/relationships/oleObject" Target="../embeddings/oleObject23.bin"/><Relationship Id="rId1" Type="http://schemas.openxmlformats.org/officeDocument/2006/relationships/slideLayout" Target="../slideLayouts/slideLayout69.xml"/><Relationship Id="rId6" Type="http://schemas.openxmlformats.org/officeDocument/2006/relationships/tags" Target="../tags/tag115.xml"/><Relationship Id="rId11" Type="http://schemas.openxmlformats.org/officeDocument/2006/relationships/tags" Target="../tags/tag120.xml"/><Relationship Id="rId5" Type="http://schemas.openxmlformats.org/officeDocument/2006/relationships/tags" Target="../tags/tag114.xml"/><Relationship Id="rId15" Type="http://schemas.openxmlformats.org/officeDocument/2006/relationships/tags" Target="../tags/tag124.xml"/><Relationship Id="rId10" Type="http://schemas.openxmlformats.org/officeDocument/2006/relationships/tags" Target="../tags/tag119.xml"/><Relationship Id="rId19" Type="http://schemas.openxmlformats.org/officeDocument/2006/relationships/tags" Target="../tags/tag128.xml"/><Relationship Id="rId4" Type="http://schemas.openxmlformats.org/officeDocument/2006/relationships/tags" Target="../tags/tag113.xml"/><Relationship Id="rId9" Type="http://schemas.openxmlformats.org/officeDocument/2006/relationships/tags" Target="../tags/tag118.xml"/><Relationship Id="rId14" Type="http://schemas.openxmlformats.org/officeDocument/2006/relationships/tags" Target="../tags/tag1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0.xml"/><Relationship Id="rId5" Type="http://schemas.openxmlformats.org/officeDocument/2006/relationships/image" Target="../media/image72.emf"/><Relationship Id="rId4" Type="http://schemas.openxmlformats.org/officeDocument/2006/relationships/oleObject" Target="../embeddings/oleObject24.bin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2.bin"/><Relationship Id="rId4" Type="http://schemas.openxmlformats.org/officeDocument/2006/relationships/tags" Target="../tags/tag1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3881677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23" imgW="413" imgH="416" progId="TCLayout.ActiveDocument.1">
                  <p:embed/>
                </p:oleObj>
              </mc:Choice>
              <mc:Fallback>
                <p:oleObj name="Diapositiva de think-cell" r:id="rId23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PE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800" kern="1200" err="1">
                <a:latin typeface="+mn-lt"/>
                <a:ea typeface="+mn-ea"/>
                <a:cs typeface="Arial" panose="020B0604020202020204" pitchFamily="34" charset="0"/>
              </a:rPr>
              <a:t>Footnotes</a:t>
            </a:r>
            <a:endParaRPr lang="es-PE" sz="800" kern="1200"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s-PE"/>
              <a:t>Click to edit Master title style</a:t>
            </a:r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PE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s-PE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625033" y="4322824"/>
            <a:ext cx="1012231" cy="1717282"/>
            <a:chOff x="9585951" y="2980105"/>
            <a:chExt cx="1012231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PE" sz="140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PE" sz="140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PE" sz="140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PE" sz="140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PE" sz="140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PE" sz="1400"/>
                <a:t>Leyenda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PE" sz="1400"/>
                <a:t>Leyenda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PE" sz="1400"/>
                <a:t>Leyenda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PE" sz="1400"/>
                <a:t>Leyenda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PE" sz="1400"/>
                <a:t>Leyenda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 userDrawn="1"/>
        </p:nvGrpSpPr>
        <p:grpSpPr>
          <a:xfrm>
            <a:off x="10598547" y="1374156"/>
            <a:ext cx="1038717" cy="1731859"/>
            <a:chOff x="7723680" y="1702457"/>
            <a:chExt cx="1038717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PE" sz="1400"/>
                <a:t>Leyenda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PE" sz="1400"/>
                <a:t>Leyenda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PE" sz="1400"/>
                <a:t>Leyenda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PE" sz="1400"/>
                <a:t>Leyenda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PE" sz="1400"/>
                <a:t>Leyenda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PE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s-PE" sz="140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PE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s-PE" sz="140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PE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s-PE" sz="140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PE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s-PE" sz="140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PE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s-PE" sz="1400"/>
              </a:p>
            </p:txBody>
          </p:sp>
        </p:grp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334955" y="3235276"/>
            <a:ext cx="1302309" cy="958286"/>
            <a:chOff x="4372690" y="3739101"/>
            <a:chExt cx="1302309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PE" sz="1400"/>
                <a:t>Leyenda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PE" sz="1400"/>
                <a:t>Leyenda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PE" sz="1400"/>
                <a:t>Leyenda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rtl="0"/>
              <a:endParaRPr lang="es-PE" sz="1400" baseline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rtl="0"/>
              <a:endParaRPr lang="es-PE" sz="1400" baseline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rtl="0"/>
              <a:endParaRPr lang="es-PE" sz="1400" baseline="0">
                <a:latin typeface="+mn-lt"/>
                <a:ea typeface="+mn-ea"/>
              </a:endParaRPr>
            </a:p>
          </p:txBody>
        </p: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1289273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s-PE" sz="800" b="1" cap="all" baseline="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6" y="2171700"/>
            <a:ext cx="3049253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s-PE" sz="1600" b="1"/>
              <a:t>Título</a:t>
            </a:r>
          </a:p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s-PE" sz="1400"/>
              <a:t>Unidad de medida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s-PE"/>
              <a:t>Click to edit Master text styles</a:t>
            </a:r>
          </a:p>
          <a:p>
            <a:pPr lvl="1"/>
            <a:r>
              <a:rPr lang="es-PE"/>
              <a:t>Second level</a:t>
            </a:r>
          </a:p>
          <a:p>
            <a:pPr lvl="2"/>
            <a:r>
              <a:rPr lang="es-PE"/>
              <a:t>Third level</a:t>
            </a:r>
          </a:p>
          <a:p>
            <a:pPr lvl="3"/>
            <a:r>
              <a:rPr lang="es-PE"/>
              <a:t>Fourth level</a:t>
            </a:r>
          </a:p>
          <a:p>
            <a:pPr lvl="4"/>
            <a:r>
              <a:rPr lang="es-PE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93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5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39200" indent="-2088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604800" indent="-1548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3600" indent="-147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796859318"/>
              </p:ext>
            </p:extLst>
          </p:nvPr>
        </p:nvGraphicFramePr>
        <p:xfrm>
          <a:off x="0" y="3"/>
          <a:ext cx="215979" cy="1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25" imgW="270" imgH="270" progId="TCLayout.ActiveDocument.1">
                  <p:embed/>
                </p:oleObj>
              </mc:Choice>
              <mc:Fallback>
                <p:oleObj name="Diapositiva de think-cell" r:id="rId25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0" y="3"/>
                        <a:ext cx="215979" cy="16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9"/>
            </p:custDataLst>
          </p:nvPr>
        </p:nvSpPr>
        <p:spPr bwMode="auto">
          <a:xfrm>
            <a:off x="0" y="3"/>
            <a:ext cx="215979" cy="161975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s-CO" sz="1958" b="0" i="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gray">
          <a:xfrm>
            <a:off x="161989" y="234867"/>
            <a:ext cx="11725484" cy="282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latinLnBrk="0"/>
            <a:endParaRPr lang="es-CO" noProof="0"/>
          </a:p>
        </p:txBody>
      </p:sp>
      <p:sp>
        <p:nvSpPr>
          <p:cNvPr id="10" name="1. On-page tracker" hidden="1"/>
          <p:cNvSpPr>
            <a:spLocks noChangeArrowheads="1"/>
          </p:cNvSpPr>
          <p:nvPr/>
        </p:nvSpPr>
        <p:spPr bwMode="gray">
          <a:xfrm>
            <a:off x="161987" y="77304"/>
            <a:ext cx="447238" cy="112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s-CO" sz="734" cap="all" baseline="0" noProof="0" err="1">
                <a:solidFill>
                  <a:schemeClr val="accent6"/>
                </a:solidFill>
                <a:latin typeface="+mn-lt"/>
                <a:ea typeface="+mn-ea"/>
              </a:rPr>
              <a:t>Tracker</a:t>
            </a:r>
            <a:endParaRPr lang="es-CO" sz="734" cap="all" baseline="0" noProof="0">
              <a:solidFill>
                <a:schemeClr val="accent6"/>
              </a:solidFill>
              <a:latin typeface="+mn-lt"/>
              <a:ea typeface="+mn-ea"/>
            </a:endParaRP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gray">
          <a:xfrm>
            <a:off x="161989" y="566137"/>
            <a:ext cx="11725484" cy="22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s-CO" sz="1469" baseline="0" noProof="0" err="1">
                <a:solidFill>
                  <a:schemeClr val="accent6"/>
                </a:solidFill>
                <a:latin typeface="+mn-lt"/>
                <a:ea typeface="+mn-ea"/>
              </a:rPr>
              <a:t>Subtitle</a:t>
            </a:r>
            <a:endParaRPr lang="es-CO" sz="1469" baseline="0" noProof="0">
              <a:solidFill>
                <a:schemeClr val="accent6"/>
              </a:solidFill>
              <a:latin typeface="+mn-lt"/>
              <a:ea typeface="+mn-ea"/>
            </a:endParaRPr>
          </a:p>
        </p:txBody>
      </p:sp>
      <p:sp>
        <p:nvSpPr>
          <p:cNvPr id="13" name="4. Footnote" hidden="1"/>
          <p:cNvSpPr txBox="1">
            <a:spLocks noChangeArrowheads="1"/>
          </p:cNvSpPr>
          <p:nvPr/>
        </p:nvSpPr>
        <p:spPr bwMode="gray">
          <a:xfrm>
            <a:off x="161986" y="6447392"/>
            <a:ext cx="11630453" cy="112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marL="104775" indent="-104775"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10318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217613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404938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78716" indent="-78716">
              <a:defRPr/>
            </a:pPr>
            <a:r>
              <a:rPr lang="es-CO" sz="734" baseline="0" noProof="0">
                <a:solidFill>
                  <a:schemeClr val="accent6"/>
                </a:solidFill>
                <a:latin typeface="+mn-lt"/>
                <a:ea typeface="+mn-ea"/>
              </a:rPr>
              <a:t>1 </a:t>
            </a:r>
            <a:r>
              <a:rPr lang="es-CO" sz="734" baseline="0" noProof="0" err="1">
                <a:solidFill>
                  <a:schemeClr val="accent6"/>
                </a:solidFill>
                <a:latin typeface="+mn-lt"/>
                <a:ea typeface="+mn-ea"/>
              </a:rPr>
              <a:t>Footnote</a:t>
            </a:r>
            <a:endParaRPr lang="es-CO" sz="734" baseline="0" noProof="0">
              <a:solidFill>
                <a:schemeClr val="accent6"/>
              </a:solidFill>
              <a:latin typeface="+mn-lt"/>
              <a:ea typeface="+mn-ea"/>
            </a:endParaRPr>
          </a:p>
        </p:txBody>
      </p:sp>
      <p:sp>
        <p:nvSpPr>
          <p:cNvPr id="14" name="5. Source" hidden="1"/>
          <p:cNvSpPr>
            <a:spLocks noChangeArrowheads="1"/>
          </p:cNvSpPr>
          <p:nvPr/>
        </p:nvSpPr>
        <p:spPr bwMode="gray">
          <a:xfrm>
            <a:off x="161987" y="6653100"/>
            <a:ext cx="10155320" cy="112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453342" indent="-453342" defTabSz="1096240">
              <a:tabLst/>
            </a:pPr>
            <a:r>
              <a:rPr lang="es-CO" sz="734" baseline="0" noProof="0">
                <a:solidFill>
                  <a:schemeClr val="accent6"/>
                </a:solidFill>
                <a:latin typeface="+mn-lt"/>
                <a:ea typeface="+mn-ea"/>
              </a:rPr>
              <a:t>FUENTE: Fuente</a:t>
            </a:r>
          </a:p>
        </p:txBody>
      </p:sp>
      <p:grpSp>
        <p:nvGrpSpPr>
          <p:cNvPr id="15" name="ACET" hidden="1"/>
          <p:cNvGrpSpPr>
            <a:grpSpLocks/>
          </p:cNvGrpSpPr>
          <p:nvPr/>
        </p:nvGrpSpPr>
        <p:grpSpPr bwMode="gray">
          <a:xfrm>
            <a:off x="1976209" y="1330279"/>
            <a:ext cx="5801188" cy="471346"/>
            <a:chOff x="915" y="739"/>
            <a:chExt cx="2686" cy="291"/>
          </a:xfrm>
        </p:grpSpPr>
        <p:cxnSp>
          <p:nvCxnSpPr>
            <p:cNvPr id="16" name="AutoShape 249"/>
            <p:cNvCxnSpPr>
              <a:cxnSpLocks noChangeShapeType="1"/>
              <a:stCxn id="18" idx="4"/>
              <a:endCxn id="18" idx="6"/>
            </p:cNvCxnSpPr>
            <p:nvPr/>
          </p:nvCxnSpPr>
          <p:spPr bwMode="gray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AutoShape 250"/>
            <p:cNvSpPr>
              <a:spLocks noChangeArrowheads="1"/>
            </p:cNvSpPr>
            <p:nvPr/>
          </p:nvSpPr>
          <p:spPr bwMode="gray">
            <a:xfrm>
              <a:off x="915" y="739"/>
              <a:ext cx="2686" cy="291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es-CO" sz="1469" b="1" baseline="0" noProof="0">
                  <a:latin typeface="+mn-lt"/>
                  <a:ea typeface="+mn-ea"/>
                </a:rPr>
                <a:t>Título</a:t>
              </a:r>
            </a:p>
            <a:p>
              <a:r>
                <a:rPr lang="es-CO" sz="1469" baseline="0" noProof="0" err="1">
                  <a:solidFill>
                    <a:schemeClr val="accent6"/>
                  </a:solidFill>
                  <a:latin typeface="+mn-lt"/>
                  <a:ea typeface="+mn-ea"/>
                </a:rPr>
                <a:t>Unit</a:t>
              </a:r>
              <a:r>
                <a:rPr lang="es-CO" sz="1469" baseline="0" noProof="0">
                  <a:solidFill>
                    <a:schemeClr val="accent6"/>
                  </a:solidFill>
                  <a:latin typeface="+mn-lt"/>
                  <a:ea typeface="+mn-ea"/>
                </a:rPr>
                <a:t> </a:t>
              </a:r>
              <a:r>
                <a:rPr lang="es-CO" sz="1469" baseline="0" noProof="0" err="1">
                  <a:solidFill>
                    <a:schemeClr val="accent6"/>
                  </a:solidFill>
                  <a:latin typeface="+mn-lt"/>
                  <a:ea typeface="+mn-ea"/>
                </a:rPr>
                <a:t>of</a:t>
              </a:r>
              <a:r>
                <a:rPr lang="es-CO" sz="1469" baseline="0" noProof="0">
                  <a:solidFill>
                    <a:schemeClr val="accent6"/>
                  </a:solidFill>
                  <a:latin typeface="+mn-lt"/>
                  <a:ea typeface="+mn-ea"/>
                </a:rPr>
                <a:t> </a:t>
              </a:r>
              <a:r>
                <a:rPr lang="es-CO" sz="1469" baseline="0" noProof="0" err="1">
                  <a:solidFill>
                    <a:schemeClr val="accent6"/>
                  </a:solidFill>
                  <a:latin typeface="+mn-lt"/>
                  <a:ea typeface="+mn-ea"/>
                </a:rPr>
                <a:t>measure</a:t>
              </a:r>
              <a:endParaRPr lang="es-CO" sz="1469" baseline="0" noProof="0">
                <a:solidFill>
                  <a:schemeClr val="accent6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7" name="Sticker" hidden="1"/>
          <p:cNvGrpSpPr/>
          <p:nvPr/>
        </p:nvGrpSpPr>
        <p:grpSpPr bwMode="gray">
          <a:xfrm>
            <a:off x="11454195" y="291559"/>
            <a:ext cx="433259" cy="140680"/>
            <a:chOff x="8422318" y="285750"/>
            <a:chExt cx="318457" cy="137878"/>
          </a:xfrm>
        </p:grpSpPr>
        <p:sp>
          <p:nvSpPr>
            <p:cNvPr id="20" name="StickerRectangle"/>
            <p:cNvSpPr>
              <a:spLocks noChangeArrowheads="1"/>
            </p:cNvSpPr>
            <p:nvPr/>
          </p:nvSpPr>
          <p:spPr bwMode="gray">
            <a:xfrm>
              <a:off x="8422318" y="285750"/>
              <a:ext cx="318457" cy="137878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1096240">
                <a:buClr>
                  <a:schemeClr val="tx2"/>
                </a:buClr>
              </a:pPr>
              <a:r>
                <a:rPr lang="es-CO" sz="734" baseline="0">
                  <a:solidFill>
                    <a:schemeClr val="accent6"/>
                  </a:solidFill>
                  <a:latin typeface="+mn-lt"/>
                  <a:ea typeface="+mn-ea"/>
                </a:rPr>
                <a:t>STICKER</a:t>
              </a:r>
            </a:p>
          </p:txBody>
        </p:sp>
        <p:cxnSp>
          <p:nvCxnSpPr>
            <p:cNvPr id="21" name="AutoShape 31"/>
            <p:cNvCxnSpPr>
              <a:cxnSpLocks noChangeShapeType="1"/>
              <a:stCxn id="20" idx="2"/>
              <a:endCxn id="20" idx="4"/>
            </p:cNvCxnSpPr>
            <p:nvPr/>
          </p:nvCxnSpPr>
          <p:spPr bwMode="gray">
            <a:xfrm>
              <a:off x="8422318" y="285750"/>
              <a:ext cx="0" cy="137878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32"/>
            <p:cNvCxnSpPr>
              <a:cxnSpLocks noChangeShapeType="1"/>
              <a:stCxn id="20" idx="4"/>
              <a:endCxn id="20" idx="6"/>
            </p:cNvCxnSpPr>
            <p:nvPr/>
          </p:nvCxnSpPr>
          <p:spPr bwMode="gray">
            <a:xfrm>
              <a:off x="8422318" y="423628"/>
              <a:ext cx="318457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" name="SlideBottomBar" hidden="1"/>
          <p:cNvSpPr/>
          <p:nvPr/>
        </p:nvSpPr>
        <p:spPr>
          <a:xfrm>
            <a:off x="12003217" y="6639742"/>
            <a:ext cx="46648" cy="12634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s-CO" sz="2160" baseline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4" name="doc id" hidden="1"/>
          <p:cNvSpPr>
            <a:spLocks noChangeArrowheads="1"/>
          </p:cNvSpPr>
          <p:nvPr/>
        </p:nvSpPr>
        <p:spPr bwMode="gray">
          <a:xfrm>
            <a:off x="10670215" y="51835"/>
            <a:ext cx="1190120" cy="84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822138" eaLnBrk="1"/>
            <a:endParaRPr lang="es-CO" sz="551" baseline="0">
              <a:solidFill>
                <a:srgbClr val="808080"/>
              </a:solidFill>
              <a:latin typeface="+mn-lt"/>
              <a:ea typeface="+mn-ea"/>
            </a:endParaRPr>
          </a:p>
        </p:txBody>
      </p:sp>
      <p:grpSp>
        <p:nvGrpSpPr>
          <p:cNvPr id="25" name="LegendBoxes" hidden="1"/>
          <p:cNvGrpSpPr/>
          <p:nvPr/>
        </p:nvGrpSpPr>
        <p:grpSpPr bwMode="gray">
          <a:xfrm>
            <a:off x="11108190" y="285077"/>
            <a:ext cx="730445" cy="1004243"/>
            <a:chOff x="7835905" y="279400"/>
            <a:chExt cx="715894" cy="984251"/>
          </a:xfrm>
        </p:grpSpPr>
        <p:sp>
          <p:nvSpPr>
            <p:cNvPr id="26" name="RectangleLegend1"/>
            <p:cNvSpPr>
              <a:spLocks noChangeArrowheads="1"/>
            </p:cNvSpPr>
            <p:nvPr/>
          </p:nvSpPr>
          <p:spPr bwMode="gray">
            <a:xfrm>
              <a:off x="7835905" y="290513"/>
              <a:ext cx="165100" cy="1603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/>
              <a:endParaRPr lang="es-CO" sz="2160" baseline="0">
                <a:latin typeface="+mn-lt"/>
                <a:ea typeface="+mn-ea"/>
              </a:endParaRPr>
            </a:p>
          </p:txBody>
        </p:sp>
        <p:sp>
          <p:nvSpPr>
            <p:cNvPr id="27" name="RectangleLegend2"/>
            <p:cNvSpPr>
              <a:spLocks noChangeArrowheads="1"/>
            </p:cNvSpPr>
            <p:nvPr/>
          </p:nvSpPr>
          <p:spPr bwMode="gray">
            <a:xfrm>
              <a:off x="7835905" y="560388"/>
              <a:ext cx="165100" cy="16033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/>
              <a:endParaRPr lang="es-CO" sz="2160" baseline="0">
                <a:latin typeface="+mn-lt"/>
                <a:ea typeface="+mn-ea"/>
              </a:endParaRPr>
            </a:p>
          </p:txBody>
        </p:sp>
        <p:sp>
          <p:nvSpPr>
            <p:cNvPr id="28" name="RectangleLegend3"/>
            <p:cNvSpPr>
              <a:spLocks noChangeArrowheads="1"/>
            </p:cNvSpPr>
            <p:nvPr/>
          </p:nvSpPr>
          <p:spPr bwMode="gray">
            <a:xfrm>
              <a:off x="7835905" y="831851"/>
              <a:ext cx="165100" cy="160338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/>
              <a:endParaRPr lang="es-CO" sz="2160" baseline="0">
                <a:latin typeface="+mn-lt"/>
                <a:ea typeface="+mn-ea"/>
              </a:endParaRPr>
            </a:p>
          </p:txBody>
        </p:sp>
        <p:sp>
          <p:nvSpPr>
            <p:cNvPr id="29" name="RectangleLegend4"/>
            <p:cNvSpPr>
              <a:spLocks noChangeArrowheads="1"/>
            </p:cNvSpPr>
            <p:nvPr/>
          </p:nvSpPr>
          <p:spPr bwMode="gray">
            <a:xfrm>
              <a:off x="7835905" y="1103313"/>
              <a:ext cx="165100" cy="160338"/>
            </a:xfrm>
            <a:prstGeom prst="rect">
              <a:avLst/>
            </a:prstGeom>
            <a:solidFill>
              <a:schemeClr val="accent4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/>
              <a:endParaRPr lang="es-CO" sz="2160" baseline="0">
                <a:latin typeface="+mn-lt"/>
                <a:ea typeface="+mn-ea"/>
              </a:endParaRPr>
            </a:p>
          </p:txBody>
        </p:sp>
        <p:sp>
          <p:nvSpPr>
            <p:cNvPr id="30" name="Legend1"/>
            <p:cNvSpPr>
              <a:spLocks noChangeArrowheads="1"/>
            </p:cNvSpPr>
            <p:nvPr/>
          </p:nvSpPr>
          <p:spPr bwMode="gray">
            <a:xfrm>
              <a:off x="8089905" y="279400"/>
              <a:ext cx="461894" cy="166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2138">
                <a:buClr>
                  <a:schemeClr val="tx2"/>
                </a:buClr>
              </a:pPr>
              <a:r>
                <a:rPr lang="es-CO" sz="1102" baseline="0" err="1">
                  <a:latin typeface="+mn-lt"/>
                  <a:ea typeface="+mn-ea"/>
                </a:rPr>
                <a:t>Legend</a:t>
              </a:r>
              <a:endParaRPr lang="es-CO" sz="1102" baseline="0">
                <a:latin typeface="+mn-lt"/>
                <a:ea typeface="+mn-ea"/>
              </a:endParaRPr>
            </a:p>
          </p:txBody>
        </p:sp>
        <p:sp>
          <p:nvSpPr>
            <p:cNvPr id="31" name="Legend2"/>
            <p:cNvSpPr>
              <a:spLocks noChangeArrowheads="1"/>
            </p:cNvSpPr>
            <p:nvPr/>
          </p:nvSpPr>
          <p:spPr bwMode="gray">
            <a:xfrm>
              <a:off x="8089905" y="549275"/>
              <a:ext cx="461894" cy="166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2138">
                <a:buClr>
                  <a:schemeClr val="tx2"/>
                </a:buClr>
              </a:pPr>
              <a:r>
                <a:rPr lang="es-CO" sz="1102" baseline="0" err="1">
                  <a:latin typeface="+mn-lt"/>
                  <a:ea typeface="+mn-ea"/>
                </a:rPr>
                <a:t>Legend</a:t>
              </a:r>
              <a:endParaRPr lang="es-CO" sz="1102" baseline="0">
                <a:latin typeface="+mn-lt"/>
                <a:ea typeface="+mn-ea"/>
              </a:endParaRPr>
            </a:p>
          </p:txBody>
        </p:sp>
        <p:sp>
          <p:nvSpPr>
            <p:cNvPr id="32" name="Legend3"/>
            <p:cNvSpPr>
              <a:spLocks noChangeArrowheads="1"/>
            </p:cNvSpPr>
            <p:nvPr/>
          </p:nvSpPr>
          <p:spPr bwMode="gray">
            <a:xfrm>
              <a:off x="8089905" y="820738"/>
              <a:ext cx="461894" cy="166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2138">
                <a:buClr>
                  <a:schemeClr val="tx2"/>
                </a:buClr>
              </a:pPr>
              <a:r>
                <a:rPr lang="es-CO" sz="1102" baseline="0" err="1">
                  <a:latin typeface="+mn-lt"/>
                  <a:ea typeface="+mn-ea"/>
                </a:rPr>
                <a:t>Legend</a:t>
              </a:r>
              <a:endParaRPr lang="es-CO" sz="1102" baseline="0">
                <a:latin typeface="+mn-lt"/>
                <a:ea typeface="+mn-ea"/>
              </a:endParaRPr>
            </a:p>
          </p:txBody>
        </p:sp>
        <p:sp>
          <p:nvSpPr>
            <p:cNvPr id="33" name="Legend4"/>
            <p:cNvSpPr>
              <a:spLocks noChangeArrowheads="1"/>
            </p:cNvSpPr>
            <p:nvPr/>
          </p:nvSpPr>
          <p:spPr bwMode="gray">
            <a:xfrm>
              <a:off x="8089905" y="1092201"/>
              <a:ext cx="461894" cy="166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2138">
                <a:buClr>
                  <a:schemeClr val="tx2"/>
                </a:buClr>
              </a:pPr>
              <a:r>
                <a:rPr lang="es-CO" sz="1102" baseline="0" err="1">
                  <a:latin typeface="+mn-lt"/>
                  <a:ea typeface="+mn-ea"/>
                </a:rPr>
                <a:t>Legend</a:t>
              </a:r>
              <a:endParaRPr lang="es-CO" sz="1102" baseline="0">
                <a:latin typeface="+mn-lt"/>
                <a:ea typeface="+mn-ea"/>
              </a:endParaRPr>
            </a:p>
          </p:txBody>
        </p:sp>
      </p:grpSp>
      <p:grpSp>
        <p:nvGrpSpPr>
          <p:cNvPr id="34" name="LegendLines" hidden="1"/>
          <p:cNvGrpSpPr/>
          <p:nvPr/>
        </p:nvGrpSpPr>
        <p:grpSpPr bwMode="gray">
          <a:xfrm>
            <a:off x="10794130" y="285077"/>
            <a:ext cx="1044682" cy="726792"/>
            <a:chOff x="7540629" y="279400"/>
            <a:chExt cx="1023869" cy="712323"/>
          </a:xfrm>
        </p:grpSpPr>
        <p:sp>
          <p:nvSpPr>
            <p:cNvPr id="35" name="LineLegend1"/>
            <p:cNvSpPr>
              <a:spLocks noChangeShapeType="1"/>
            </p:cNvSpPr>
            <p:nvPr/>
          </p:nvSpPr>
          <p:spPr bwMode="gray">
            <a:xfrm>
              <a:off x="7540629" y="369888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/>
              <a:endParaRPr lang="es-CO" sz="2160" baseline="0">
                <a:latin typeface="+mn-lt"/>
                <a:ea typeface="+mn-ea"/>
              </a:endParaRPr>
            </a:p>
          </p:txBody>
        </p:sp>
        <p:sp>
          <p:nvSpPr>
            <p:cNvPr id="36" name="LineLegend2"/>
            <p:cNvSpPr>
              <a:spLocks noChangeShapeType="1"/>
            </p:cNvSpPr>
            <p:nvPr/>
          </p:nvSpPr>
          <p:spPr bwMode="gray">
            <a:xfrm>
              <a:off x="7540629" y="638175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/>
              <a:endParaRPr lang="es-CO" sz="2160" baseline="0">
                <a:latin typeface="+mn-lt"/>
                <a:ea typeface="+mn-ea"/>
              </a:endParaRPr>
            </a:p>
          </p:txBody>
        </p:sp>
        <p:sp>
          <p:nvSpPr>
            <p:cNvPr id="37" name="LineLegend3"/>
            <p:cNvSpPr>
              <a:spLocks noChangeShapeType="1"/>
            </p:cNvSpPr>
            <p:nvPr/>
          </p:nvSpPr>
          <p:spPr bwMode="gray">
            <a:xfrm>
              <a:off x="7540629" y="915988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/>
              <a:endParaRPr lang="es-CO" sz="2160" baseline="0">
                <a:latin typeface="+mn-lt"/>
                <a:ea typeface="+mn-ea"/>
              </a:endParaRPr>
            </a:p>
          </p:txBody>
        </p:sp>
        <p:sp>
          <p:nvSpPr>
            <p:cNvPr id="38" name="Legend1"/>
            <p:cNvSpPr>
              <a:spLocks noChangeArrowheads="1"/>
            </p:cNvSpPr>
            <p:nvPr/>
          </p:nvSpPr>
          <p:spPr bwMode="gray">
            <a:xfrm>
              <a:off x="8102604" y="279400"/>
              <a:ext cx="461894" cy="166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2138">
                <a:buClr>
                  <a:schemeClr val="tx2"/>
                </a:buClr>
              </a:pPr>
              <a:r>
                <a:rPr lang="es-CO" sz="1102" baseline="0" err="1">
                  <a:latin typeface="+mn-lt"/>
                  <a:ea typeface="+mn-ea"/>
                </a:rPr>
                <a:t>Legend</a:t>
              </a:r>
              <a:endParaRPr lang="es-CO" sz="1102" baseline="0">
                <a:latin typeface="+mn-lt"/>
                <a:ea typeface="+mn-ea"/>
              </a:endParaRPr>
            </a:p>
          </p:txBody>
        </p:sp>
        <p:sp>
          <p:nvSpPr>
            <p:cNvPr id="39" name="Legend2"/>
            <p:cNvSpPr>
              <a:spLocks noChangeArrowheads="1"/>
            </p:cNvSpPr>
            <p:nvPr/>
          </p:nvSpPr>
          <p:spPr bwMode="gray">
            <a:xfrm>
              <a:off x="8102604" y="546101"/>
              <a:ext cx="461894" cy="166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2138">
                <a:buClr>
                  <a:schemeClr val="tx2"/>
                </a:buClr>
              </a:pPr>
              <a:r>
                <a:rPr lang="es-CO" sz="1102" baseline="0" err="1">
                  <a:latin typeface="+mn-lt"/>
                  <a:ea typeface="+mn-ea"/>
                </a:rPr>
                <a:t>Legend</a:t>
              </a:r>
              <a:endParaRPr lang="es-CO" sz="1102" baseline="0">
                <a:latin typeface="+mn-lt"/>
                <a:ea typeface="+mn-ea"/>
              </a:endParaRPr>
            </a:p>
          </p:txBody>
        </p:sp>
        <p:sp>
          <p:nvSpPr>
            <p:cNvPr id="40" name="Legend3"/>
            <p:cNvSpPr>
              <a:spLocks noChangeArrowheads="1"/>
            </p:cNvSpPr>
            <p:nvPr/>
          </p:nvSpPr>
          <p:spPr bwMode="gray">
            <a:xfrm>
              <a:off x="8102604" y="825501"/>
              <a:ext cx="461894" cy="166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2138">
                <a:buClr>
                  <a:schemeClr val="tx2"/>
                </a:buClr>
              </a:pPr>
              <a:r>
                <a:rPr lang="es-CO" sz="1102" baseline="0" err="1">
                  <a:latin typeface="+mn-lt"/>
                  <a:ea typeface="+mn-ea"/>
                </a:rPr>
                <a:t>Legend</a:t>
              </a:r>
              <a:endParaRPr lang="es-CO" sz="1102" baseline="0">
                <a:latin typeface="+mn-lt"/>
                <a:ea typeface="+mn-ea"/>
              </a:endParaRPr>
            </a:p>
          </p:txBody>
        </p:sp>
      </p:grpSp>
      <p:grpSp>
        <p:nvGrpSpPr>
          <p:cNvPr id="41" name="LegendMoons" hidden="1"/>
          <p:cNvGrpSpPr/>
          <p:nvPr/>
        </p:nvGrpSpPr>
        <p:grpSpPr bwMode="gray">
          <a:xfrm>
            <a:off x="11040158" y="255919"/>
            <a:ext cx="798476" cy="1333053"/>
            <a:chOff x="7769225" y="250825"/>
            <a:chExt cx="782569" cy="1306516"/>
          </a:xfrm>
        </p:grpSpPr>
        <p:grpSp>
          <p:nvGrpSpPr>
            <p:cNvPr id="42" name="MoonLegend1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gray">
            <a:xfrm>
              <a:off x="7769225" y="250825"/>
              <a:ext cx="209550" cy="209551"/>
              <a:chOff x="4533" y="183"/>
              <a:chExt cx="144" cy="144"/>
            </a:xfrm>
          </p:grpSpPr>
          <p:sp>
            <p:nvSpPr>
              <p:cNvPr id="60" name="Oval 38"/>
              <p:cNvSpPr>
                <a:spLocks noChangeAspect="1" noChangeArrowheads="1"/>
              </p:cNvSpPr>
              <p:nvPr>
                <p:custDataLst>
                  <p:tags r:id="rId23"/>
                </p:custDataLst>
              </p:nvPr>
            </p:nvSpPr>
            <p:spPr bwMode="gray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CO" sz="2160" baseline="0">
                  <a:latin typeface="+mn-lt"/>
                  <a:ea typeface="+mn-ea"/>
                </a:endParaRPr>
              </a:p>
            </p:txBody>
          </p:sp>
          <p:sp>
            <p:nvSpPr>
              <p:cNvPr id="61" name="Arc 39"/>
              <p:cNvSpPr>
                <a:spLocks noChangeAspect="1"/>
              </p:cNvSpPr>
              <p:nvPr>
                <p:custDataLst>
                  <p:tags r:id="rId24"/>
                </p:custDataLst>
              </p:nvPr>
            </p:nvSpPr>
            <p:spPr bwMode="gray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CO" sz="2160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43" name="MoonLegend2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gray">
            <a:xfrm>
              <a:off x="7769225" y="525066"/>
              <a:ext cx="209550" cy="209551"/>
              <a:chOff x="1694" y="2044"/>
              <a:chExt cx="160" cy="160"/>
            </a:xfrm>
          </p:grpSpPr>
          <p:sp>
            <p:nvSpPr>
              <p:cNvPr id="58" name="Oval 41"/>
              <p:cNvSpPr>
                <a:spLocks noChangeAspect="1" noChangeArrowheads="1"/>
              </p:cNvSpPr>
              <p:nvPr>
                <p:custDataLst>
                  <p:tags r:id="rId21"/>
                </p:custDataLst>
              </p:nvPr>
            </p:nvSpPr>
            <p:spPr bwMode="gray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CO" sz="2160" baseline="0">
                  <a:latin typeface="+mn-lt"/>
                  <a:ea typeface="+mn-ea"/>
                </a:endParaRPr>
              </a:p>
            </p:txBody>
          </p:sp>
          <p:sp>
            <p:nvSpPr>
              <p:cNvPr id="59" name="Arc 42"/>
              <p:cNvSpPr>
                <a:spLocks noChangeAspect="1"/>
              </p:cNvSpPr>
              <p:nvPr>
                <p:custDataLst>
                  <p:tags r:id="rId22"/>
                </p:custDataLst>
              </p:nvPr>
            </p:nvSpPr>
            <p:spPr bwMode="gray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CO" sz="2160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44" name="MoonLegend4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gray">
            <a:xfrm>
              <a:off x="7769225" y="1073548"/>
              <a:ext cx="209550" cy="209551"/>
              <a:chOff x="4495" y="1198"/>
              <a:chExt cx="160" cy="160"/>
            </a:xfrm>
          </p:grpSpPr>
          <p:sp>
            <p:nvSpPr>
              <p:cNvPr id="56" name="Oval 47"/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CO" sz="2160" baseline="0">
                  <a:latin typeface="+mn-lt"/>
                  <a:ea typeface="+mn-ea"/>
                </a:endParaRPr>
              </a:p>
            </p:txBody>
          </p:sp>
          <p:sp>
            <p:nvSpPr>
              <p:cNvPr id="57" name="Arc 48"/>
              <p:cNvSpPr>
                <a:spLocks noChangeAspect="1"/>
              </p:cNvSpPr>
              <p:nvPr>
                <p:custDataLst>
                  <p:tags r:id="rId20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CO" sz="2160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45" name="MoonLegend5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gray">
            <a:xfrm>
              <a:off x="7769225" y="1347790"/>
              <a:ext cx="209550" cy="209551"/>
              <a:chOff x="4495" y="1440"/>
              <a:chExt cx="160" cy="160"/>
            </a:xfrm>
          </p:grpSpPr>
          <p:sp>
            <p:nvSpPr>
              <p:cNvPr id="54" name="Oval 50"/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gray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CO" sz="2160" baseline="0">
                  <a:latin typeface="+mn-lt"/>
                  <a:ea typeface="+mn-ea"/>
                </a:endParaRPr>
              </a:p>
            </p:txBody>
          </p:sp>
          <p:sp>
            <p:nvSpPr>
              <p:cNvPr id="55" name="Oval 51"/>
              <p:cNvSpPr>
                <a:spLocks noChangeAspect="1" noChangeArrowheads="1"/>
              </p:cNvSpPr>
              <p:nvPr>
                <p:custDataLst>
                  <p:tags r:id="rId18"/>
                </p:custDataLst>
              </p:nvPr>
            </p:nvSpPr>
            <p:spPr bwMode="gray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CO" sz="2160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46" name="MoonLegend3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gray">
            <a:xfrm>
              <a:off x="7769225" y="799307"/>
              <a:ext cx="209550" cy="209551"/>
              <a:chOff x="4495" y="1198"/>
              <a:chExt cx="160" cy="160"/>
            </a:xfrm>
          </p:grpSpPr>
          <p:sp>
            <p:nvSpPr>
              <p:cNvPr id="52" name="Oval 47"/>
              <p:cNvSpPr>
                <a:spLocks noChangeAspect="1" noChangeArrowheads="1"/>
              </p:cNvSpPr>
              <p:nvPr>
                <p:custDataLst>
                  <p:tags r:id="rId15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CO" sz="2160" baseline="0">
                  <a:latin typeface="+mn-lt"/>
                  <a:ea typeface="+mn-ea"/>
                </a:endParaRPr>
              </a:p>
            </p:txBody>
          </p:sp>
          <p:sp>
            <p:nvSpPr>
              <p:cNvPr id="53" name="Arc 48"/>
              <p:cNvSpPr>
                <a:spLocks noChangeAspect="1"/>
              </p:cNvSpPr>
              <p:nvPr>
                <p:custDataLst>
                  <p:tags r:id="rId16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CO" sz="2160" baseline="0">
                  <a:latin typeface="+mn-lt"/>
                  <a:ea typeface="+mn-ea"/>
                </a:endParaRPr>
              </a:p>
            </p:txBody>
          </p:sp>
        </p:grpSp>
        <p:sp>
          <p:nvSpPr>
            <p:cNvPr id="47" name="Legend1"/>
            <p:cNvSpPr>
              <a:spLocks noChangeArrowheads="1"/>
            </p:cNvSpPr>
            <p:nvPr/>
          </p:nvSpPr>
          <p:spPr bwMode="gray">
            <a:xfrm>
              <a:off x="8089900" y="263525"/>
              <a:ext cx="461894" cy="166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2138">
                <a:buClr>
                  <a:schemeClr val="tx2"/>
                </a:buClr>
              </a:pPr>
              <a:r>
                <a:rPr lang="es-CO" sz="1102" baseline="0" err="1">
                  <a:latin typeface="+mn-lt"/>
                  <a:ea typeface="+mn-ea"/>
                </a:rPr>
                <a:t>Legend</a:t>
              </a:r>
              <a:endParaRPr lang="es-CO" sz="1102" baseline="0">
                <a:latin typeface="+mn-lt"/>
                <a:ea typeface="+mn-ea"/>
              </a:endParaRPr>
            </a:p>
          </p:txBody>
        </p:sp>
        <p:sp>
          <p:nvSpPr>
            <p:cNvPr id="48" name="Legend2"/>
            <p:cNvSpPr>
              <a:spLocks noChangeArrowheads="1"/>
            </p:cNvSpPr>
            <p:nvPr/>
          </p:nvSpPr>
          <p:spPr bwMode="gray">
            <a:xfrm>
              <a:off x="8089900" y="538163"/>
              <a:ext cx="461894" cy="166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2138">
                <a:buClr>
                  <a:schemeClr val="tx2"/>
                </a:buClr>
              </a:pPr>
              <a:r>
                <a:rPr lang="es-CO" sz="1102" baseline="0" err="1">
                  <a:latin typeface="+mn-lt"/>
                  <a:ea typeface="+mn-ea"/>
                </a:rPr>
                <a:t>Legend</a:t>
              </a:r>
              <a:endParaRPr lang="es-CO" sz="1102" baseline="0">
                <a:latin typeface="+mn-lt"/>
                <a:ea typeface="+mn-ea"/>
              </a:endParaRPr>
            </a:p>
          </p:txBody>
        </p:sp>
        <p:sp>
          <p:nvSpPr>
            <p:cNvPr id="49" name="Legend3"/>
            <p:cNvSpPr>
              <a:spLocks noChangeArrowheads="1"/>
            </p:cNvSpPr>
            <p:nvPr/>
          </p:nvSpPr>
          <p:spPr bwMode="gray">
            <a:xfrm>
              <a:off x="8089900" y="812801"/>
              <a:ext cx="461894" cy="166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2138">
                <a:buClr>
                  <a:schemeClr val="tx2"/>
                </a:buClr>
              </a:pPr>
              <a:r>
                <a:rPr lang="es-CO" sz="1102" baseline="0" err="1">
                  <a:latin typeface="+mn-lt"/>
                  <a:ea typeface="+mn-ea"/>
                </a:rPr>
                <a:t>Legend</a:t>
              </a:r>
              <a:endParaRPr lang="es-CO" sz="1102" baseline="0">
                <a:latin typeface="+mn-lt"/>
                <a:ea typeface="+mn-ea"/>
              </a:endParaRPr>
            </a:p>
          </p:txBody>
        </p:sp>
        <p:sp>
          <p:nvSpPr>
            <p:cNvPr id="50" name="Legend4"/>
            <p:cNvSpPr>
              <a:spLocks noChangeArrowheads="1"/>
            </p:cNvSpPr>
            <p:nvPr/>
          </p:nvSpPr>
          <p:spPr bwMode="gray">
            <a:xfrm>
              <a:off x="8089900" y="1084266"/>
              <a:ext cx="461894" cy="166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2138">
                <a:buClr>
                  <a:schemeClr val="tx2"/>
                </a:buClr>
              </a:pPr>
              <a:r>
                <a:rPr lang="es-CO" sz="1102" baseline="0" err="1">
                  <a:latin typeface="+mn-lt"/>
                  <a:ea typeface="+mn-ea"/>
                </a:rPr>
                <a:t>Legend</a:t>
              </a:r>
              <a:endParaRPr lang="es-CO" sz="1102" baseline="0">
                <a:latin typeface="+mn-lt"/>
                <a:ea typeface="+mn-ea"/>
              </a:endParaRPr>
            </a:p>
          </p:txBody>
        </p:sp>
        <p:sp>
          <p:nvSpPr>
            <p:cNvPr id="51" name="Legend5"/>
            <p:cNvSpPr>
              <a:spLocks noChangeArrowheads="1"/>
            </p:cNvSpPr>
            <p:nvPr/>
          </p:nvSpPr>
          <p:spPr bwMode="gray">
            <a:xfrm>
              <a:off x="8089900" y="1360491"/>
              <a:ext cx="461894" cy="166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22138">
                <a:buClr>
                  <a:schemeClr val="tx2"/>
                </a:buClr>
              </a:pPr>
              <a:r>
                <a:rPr lang="es-CO" sz="1102" baseline="0" err="1">
                  <a:latin typeface="+mn-lt"/>
                  <a:ea typeface="+mn-ea"/>
                </a:rPr>
                <a:t>Legend</a:t>
              </a:r>
              <a:endParaRPr lang="es-CO" sz="1102" baseline="0">
                <a:latin typeface="+mn-lt"/>
                <a:ea typeface="+mn-ea"/>
              </a:endParaRPr>
            </a:p>
          </p:txBody>
        </p:sp>
      </p:grpSp>
      <p:sp>
        <p:nvSpPr>
          <p:cNvPr id="62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482091" y="1991019"/>
            <a:ext cx="4389573" cy="14440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latinLnBrk="0"/>
            <a:r>
              <a:rPr lang="es-CO"/>
              <a:t>Edit Master text styles</a:t>
            </a:r>
          </a:p>
          <a:p>
            <a:pPr lvl="1" latinLnBrk="0"/>
            <a:r>
              <a:rPr lang="es-CO"/>
              <a:t>Second level</a:t>
            </a:r>
          </a:p>
          <a:p>
            <a:pPr lvl="2" latinLnBrk="0"/>
            <a:r>
              <a:rPr lang="es-CO"/>
              <a:t>Third level</a:t>
            </a:r>
          </a:p>
          <a:p>
            <a:pPr lvl="3" latinLnBrk="0"/>
            <a:r>
              <a:rPr lang="es-CO"/>
              <a:t>Fourth level</a:t>
            </a:r>
          </a:p>
          <a:p>
            <a:pPr lvl="4" latinLnBrk="0"/>
            <a:r>
              <a:rPr lang="es-CO"/>
              <a:t>Fifth level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D88163E-E79F-44DA-ADB4-10E9D608A42E}"/>
              </a:ext>
            </a:extLst>
          </p:cNvPr>
          <p:cNvGrpSpPr/>
          <p:nvPr/>
        </p:nvGrpSpPr>
        <p:grpSpPr>
          <a:xfrm>
            <a:off x="4930578" y="3168225"/>
            <a:ext cx="7259804" cy="3689778"/>
            <a:chOff x="4832350" y="3105151"/>
            <a:chExt cx="7115175" cy="3616324"/>
          </a:xfrm>
          <a:solidFill>
            <a:schemeClr val="accent1">
              <a:alpha val="15000"/>
            </a:schemeClr>
          </a:solidFill>
        </p:grpSpPr>
        <p:sp>
          <p:nvSpPr>
            <p:cNvPr id="64" name="Freeform 13">
              <a:extLst>
                <a:ext uri="{FF2B5EF4-FFF2-40B4-BE49-F238E27FC236}">
                  <a16:creationId xmlns:a16="http://schemas.microsoft.com/office/drawing/2014/main" id="{08112715-D9B5-4EB4-8939-5F902FF15C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32350" y="3105151"/>
              <a:ext cx="7115175" cy="3616324"/>
            </a:xfrm>
            <a:custGeom>
              <a:avLst/>
              <a:gdLst>
                <a:gd name="T0" fmla="*/ 3293 w 3293"/>
                <a:gd name="T1" fmla="*/ 289 h 1675"/>
                <a:gd name="T2" fmla="*/ 3038 w 3293"/>
                <a:gd name="T3" fmla="*/ 206 h 1675"/>
                <a:gd name="T4" fmla="*/ 2344 w 3293"/>
                <a:gd name="T5" fmla="*/ 26 h 1675"/>
                <a:gd name="T6" fmla="*/ 1994 w 3293"/>
                <a:gd name="T7" fmla="*/ 1 h 1675"/>
                <a:gd name="T8" fmla="*/ 802 w 3293"/>
                <a:gd name="T9" fmla="*/ 507 h 1675"/>
                <a:gd name="T10" fmla="*/ 195 w 3293"/>
                <a:gd name="T11" fmla="*/ 1291 h 1675"/>
                <a:gd name="T12" fmla="*/ 0 w 3293"/>
                <a:gd name="T13" fmla="*/ 1675 h 1675"/>
                <a:gd name="T14" fmla="*/ 227 w 3293"/>
                <a:gd name="T15" fmla="*/ 1675 h 1675"/>
                <a:gd name="T16" fmla="*/ 257 w 3293"/>
                <a:gd name="T17" fmla="*/ 1618 h 1675"/>
                <a:gd name="T18" fmla="*/ 984 w 3293"/>
                <a:gd name="T19" fmla="*/ 591 h 1675"/>
                <a:gd name="T20" fmla="*/ 2306 w 3293"/>
                <a:gd name="T21" fmla="*/ 200 h 1675"/>
                <a:gd name="T22" fmla="*/ 3293 w 3293"/>
                <a:gd name="T23" fmla="*/ 538 h 1675"/>
                <a:gd name="T24" fmla="*/ 3293 w 3293"/>
                <a:gd name="T25" fmla="*/ 289 h 1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93" h="1675">
                  <a:moveTo>
                    <a:pt x="3293" y="289"/>
                  </a:moveTo>
                  <a:cubicBezTo>
                    <a:pt x="3208" y="261"/>
                    <a:pt x="3124" y="230"/>
                    <a:pt x="3038" y="206"/>
                  </a:cubicBezTo>
                  <a:cubicBezTo>
                    <a:pt x="2807" y="143"/>
                    <a:pt x="2577" y="77"/>
                    <a:pt x="2344" y="26"/>
                  </a:cubicBezTo>
                  <a:cubicBezTo>
                    <a:pt x="2231" y="1"/>
                    <a:pt x="2111" y="0"/>
                    <a:pt x="1994" y="1"/>
                  </a:cubicBezTo>
                  <a:cubicBezTo>
                    <a:pt x="1528" y="4"/>
                    <a:pt x="1135" y="184"/>
                    <a:pt x="802" y="507"/>
                  </a:cubicBezTo>
                  <a:cubicBezTo>
                    <a:pt x="562" y="740"/>
                    <a:pt x="358" y="999"/>
                    <a:pt x="195" y="1291"/>
                  </a:cubicBezTo>
                  <a:cubicBezTo>
                    <a:pt x="125" y="1416"/>
                    <a:pt x="64" y="1547"/>
                    <a:pt x="0" y="1675"/>
                  </a:cubicBezTo>
                  <a:cubicBezTo>
                    <a:pt x="75" y="1675"/>
                    <a:pt x="151" y="1675"/>
                    <a:pt x="227" y="1675"/>
                  </a:cubicBezTo>
                  <a:cubicBezTo>
                    <a:pt x="237" y="1656"/>
                    <a:pt x="247" y="1637"/>
                    <a:pt x="257" y="1618"/>
                  </a:cubicBezTo>
                  <a:cubicBezTo>
                    <a:pt x="450" y="1241"/>
                    <a:pt x="678" y="888"/>
                    <a:pt x="984" y="591"/>
                  </a:cubicBezTo>
                  <a:cubicBezTo>
                    <a:pt x="1356" y="229"/>
                    <a:pt x="1799" y="108"/>
                    <a:pt x="2306" y="200"/>
                  </a:cubicBezTo>
                  <a:cubicBezTo>
                    <a:pt x="2652" y="262"/>
                    <a:pt x="2974" y="397"/>
                    <a:pt x="3293" y="538"/>
                  </a:cubicBezTo>
                  <a:cubicBezTo>
                    <a:pt x="3293" y="455"/>
                    <a:pt x="3293" y="372"/>
                    <a:pt x="3293" y="2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65" name="Freeform 14">
              <a:extLst>
                <a:ext uri="{FF2B5EF4-FFF2-40B4-BE49-F238E27FC236}">
                  <a16:creationId xmlns:a16="http://schemas.microsoft.com/office/drawing/2014/main" id="{064A3178-7CEA-4592-BEAE-9BCD6ED2D5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43575" y="3806825"/>
              <a:ext cx="6203950" cy="2914650"/>
            </a:xfrm>
            <a:custGeom>
              <a:avLst/>
              <a:gdLst>
                <a:gd name="T0" fmla="*/ 2871 w 2871"/>
                <a:gd name="T1" fmla="*/ 690 h 1350"/>
                <a:gd name="T2" fmla="*/ 2871 w 2871"/>
                <a:gd name="T3" fmla="*/ 430 h 1350"/>
                <a:gd name="T4" fmla="*/ 2063 w 2871"/>
                <a:gd name="T5" fmla="*/ 88 h 1350"/>
                <a:gd name="T6" fmla="*/ 1159 w 2871"/>
                <a:gd name="T7" fmla="*/ 99 h 1350"/>
                <a:gd name="T8" fmla="*/ 338 w 2871"/>
                <a:gd name="T9" fmla="*/ 756 h 1350"/>
                <a:gd name="T10" fmla="*/ 0 w 2871"/>
                <a:gd name="T11" fmla="*/ 1350 h 1350"/>
                <a:gd name="T12" fmla="*/ 238 w 2871"/>
                <a:gd name="T13" fmla="*/ 1350 h 1350"/>
                <a:gd name="T14" fmla="*/ 403 w 2871"/>
                <a:gd name="T15" fmla="*/ 1054 h 1350"/>
                <a:gd name="T16" fmla="*/ 899 w 2871"/>
                <a:gd name="T17" fmla="*/ 459 h 1350"/>
                <a:gd name="T18" fmla="*/ 1904 w 2871"/>
                <a:gd name="T19" fmla="*/ 233 h 1350"/>
                <a:gd name="T20" fmla="*/ 2871 w 2871"/>
                <a:gd name="T21" fmla="*/ 690 h 1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71" h="1350">
                  <a:moveTo>
                    <a:pt x="2871" y="690"/>
                  </a:moveTo>
                  <a:cubicBezTo>
                    <a:pt x="2871" y="603"/>
                    <a:pt x="2871" y="516"/>
                    <a:pt x="2871" y="430"/>
                  </a:cubicBezTo>
                  <a:cubicBezTo>
                    <a:pt x="2610" y="296"/>
                    <a:pt x="2347" y="168"/>
                    <a:pt x="2063" y="88"/>
                  </a:cubicBezTo>
                  <a:cubicBezTo>
                    <a:pt x="1760" y="3"/>
                    <a:pt x="1459" y="0"/>
                    <a:pt x="1159" y="99"/>
                  </a:cubicBezTo>
                  <a:cubicBezTo>
                    <a:pt x="804" y="216"/>
                    <a:pt x="540" y="452"/>
                    <a:pt x="338" y="756"/>
                  </a:cubicBezTo>
                  <a:cubicBezTo>
                    <a:pt x="213" y="945"/>
                    <a:pt x="112" y="1152"/>
                    <a:pt x="0" y="1350"/>
                  </a:cubicBezTo>
                  <a:cubicBezTo>
                    <a:pt x="79" y="1350"/>
                    <a:pt x="159" y="1350"/>
                    <a:pt x="238" y="1350"/>
                  </a:cubicBezTo>
                  <a:cubicBezTo>
                    <a:pt x="293" y="1252"/>
                    <a:pt x="345" y="1151"/>
                    <a:pt x="403" y="1054"/>
                  </a:cubicBezTo>
                  <a:cubicBezTo>
                    <a:pt x="539" y="831"/>
                    <a:pt x="694" y="624"/>
                    <a:pt x="899" y="459"/>
                  </a:cubicBezTo>
                  <a:cubicBezTo>
                    <a:pt x="1197" y="220"/>
                    <a:pt x="1536" y="146"/>
                    <a:pt x="1904" y="233"/>
                  </a:cubicBezTo>
                  <a:cubicBezTo>
                    <a:pt x="2257" y="317"/>
                    <a:pt x="2568" y="497"/>
                    <a:pt x="2871" y="6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66" name="Freeform 15">
              <a:extLst>
                <a:ext uri="{FF2B5EF4-FFF2-40B4-BE49-F238E27FC236}">
                  <a16:creationId xmlns:a16="http://schemas.microsoft.com/office/drawing/2014/main" id="{B2A1A843-377F-4A71-B053-36CE57A430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57975" y="4592638"/>
              <a:ext cx="5289550" cy="2128837"/>
            </a:xfrm>
            <a:custGeom>
              <a:avLst/>
              <a:gdLst>
                <a:gd name="T0" fmla="*/ 0 w 2448"/>
                <a:gd name="T1" fmla="*/ 986 h 986"/>
                <a:gd name="T2" fmla="*/ 205 w 2448"/>
                <a:gd name="T3" fmla="*/ 986 h 986"/>
                <a:gd name="T4" fmla="*/ 376 w 2448"/>
                <a:gd name="T5" fmla="*/ 680 h 986"/>
                <a:gd name="T6" fmla="*/ 1590 w 2448"/>
                <a:gd name="T7" fmla="*/ 256 h 986"/>
                <a:gd name="T8" fmla="*/ 2199 w 2448"/>
                <a:gd name="T9" fmla="*/ 682 h 986"/>
                <a:gd name="T10" fmla="*/ 2448 w 2448"/>
                <a:gd name="T11" fmla="*/ 965 h 986"/>
                <a:gd name="T12" fmla="*/ 2448 w 2448"/>
                <a:gd name="T13" fmla="*/ 542 h 986"/>
                <a:gd name="T14" fmla="*/ 2416 w 2448"/>
                <a:gd name="T15" fmla="*/ 525 h 986"/>
                <a:gd name="T16" fmla="*/ 1919 w 2448"/>
                <a:gd name="T17" fmla="*/ 202 h 986"/>
                <a:gd name="T18" fmla="*/ 1185 w 2448"/>
                <a:gd name="T19" fmla="*/ 13 h 986"/>
                <a:gd name="T20" fmla="*/ 369 w 2448"/>
                <a:gd name="T21" fmla="*/ 411 h 986"/>
                <a:gd name="T22" fmla="*/ 0 w 2448"/>
                <a:gd name="T23" fmla="*/ 986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48" h="986">
                  <a:moveTo>
                    <a:pt x="0" y="986"/>
                  </a:moveTo>
                  <a:cubicBezTo>
                    <a:pt x="68" y="986"/>
                    <a:pt x="137" y="986"/>
                    <a:pt x="205" y="986"/>
                  </a:cubicBezTo>
                  <a:cubicBezTo>
                    <a:pt x="262" y="884"/>
                    <a:pt x="314" y="779"/>
                    <a:pt x="376" y="680"/>
                  </a:cubicBezTo>
                  <a:cubicBezTo>
                    <a:pt x="604" y="317"/>
                    <a:pt x="1070" y="57"/>
                    <a:pt x="1590" y="256"/>
                  </a:cubicBezTo>
                  <a:cubicBezTo>
                    <a:pt x="1829" y="348"/>
                    <a:pt x="2028" y="495"/>
                    <a:pt x="2199" y="682"/>
                  </a:cubicBezTo>
                  <a:cubicBezTo>
                    <a:pt x="2284" y="775"/>
                    <a:pt x="2365" y="871"/>
                    <a:pt x="2448" y="965"/>
                  </a:cubicBezTo>
                  <a:cubicBezTo>
                    <a:pt x="2448" y="824"/>
                    <a:pt x="2448" y="683"/>
                    <a:pt x="2448" y="542"/>
                  </a:cubicBezTo>
                  <a:cubicBezTo>
                    <a:pt x="2437" y="536"/>
                    <a:pt x="2425" y="532"/>
                    <a:pt x="2416" y="525"/>
                  </a:cubicBezTo>
                  <a:cubicBezTo>
                    <a:pt x="2265" y="395"/>
                    <a:pt x="2095" y="293"/>
                    <a:pt x="1919" y="202"/>
                  </a:cubicBezTo>
                  <a:cubicBezTo>
                    <a:pt x="1689" y="82"/>
                    <a:pt x="1448" y="0"/>
                    <a:pt x="1185" y="13"/>
                  </a:cubicBezTo>
                  <a:cubicBezTo>
                    <a:pt x="857" y="29"/>
                    <a:pt x="586" y="165"/>
                    <a:pt x="369" y="411"/>
                  </a:cubicBezTo>
                  <a:cubicBezTo>
                    <a:pt x="216" y="584"/>
                    <a:pt x="104" y="783"/>
                    <a:pt x="0" y="9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67" name="Freeform 16">
              <a:extLst>
                <a:ext uri="{FF2B5EF4-FFF2-40B4-BE49-F238E27FC236}">
                  <a16:creationId xmlns:a16="http://schemas.microsoft.com/office/drawing/2014/main" id="{59F95470-6F5C-468D-B1EA-AC198AC6ED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0938" y="5211763"/>
              <a:ext cx="3813175" cy="1509712"/>
            </a:xfrm>
            <a:custGeom>
              <a:avLst/>
              <a:gdLst>
                <a:gd name="T0" fmla="*/ 1765 w 1765"/>
                <a:gd name="T1" fmla="*/ 699 h 699"/>
                <a:gd name="T2" fmla="*/ 1108 w 1765"/>
                <a:gd name="T3" fmla="*/ 118 h 699"/>
                <a:gd name="T4" fmla="*/ 109 w 1765"/>
                <a:gd name="T5" fmla="*/ 484 h 699"/>
                <a:gd name="T6" fmla="*/ 0 w 1765"/>
                <a:gd name="T7" fmla="*/ 699 h 699"/>
                <a:gd name="T8" fmla="*/ 227 w 1765"/>
                <a:gd name="T9" fmla="*/ 699 h 699"/>
                <a:gd name="T10" fmla="*/ 428 w 1765"/>
                <a:gd name="T11" fmla="*/ 439 h 699"/>
                <a:gd name="T12" fmla="*/ 824 w 1765"/>
                <a:gd name="T13" fmla="*/ 253 h 699"/>
                <a:gd name="T14" fmla="*/ 1462 w 1765"/>
                <a:gd name="T15" fmla="*/ 699 h 699"/>
                <a:gd name="T16" fmla="*/ 1765 w 1765"/>
                <a:gd name="T17" fmla="*/ 699 h 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65" h="699">
                  <a:moveTo>
                    <a:pt x="1765" y="699"/>
                  </a:moveTo>
                  <a:cubicBezTo>
                    <a:pt x="1618" y="425"/>
                    <a:pt x="1414" y="204"/>
                    <a:pt x="1108" y="118"/>
                  </a:cubicBezTo>
                  <a:cubicBezTo>
                    <a:pt x="694" y="0"/>
                    <a:pt x="348" y="119"/>
                    <a:pt x="109" y="484"/>
                  </a:cubicBezTo>
                  <a:cubicBezTo>
                    <a:pt x="66" y="551"/>
                    <a:pt x="36" y="628"/>
                    <a:pt x="0" y="699"/>
                  </a:cubicBezTo>
                  <a:cubicBezTo>
                    <a:pt x="75" y="699"/>
                    <a:pt x="151" y="699"/>
                    <a:pt x="227" y="699"/>
                  </a:cubicBezTo>
                  <a:cubicBezTo>
                    <a:pt x="294" y="612"/>
                    <a:pt x="353" y="519"/>
                    <a:pt x="428" y="439"/>
                  </a:cubicBezTo>
                  <a:cubicBezTo>
                    <a:pt x="533" y="327"/>
                    <a:pt x="666" y="262"/>
                    <a:pt x="824" y="253"/>
                  </a:cubicBezTo>
                  <a:cubicBezTo>
                    <a:pt x="1110" y="238"/>
                    <a:pt x="1342" y="446"/>
                    <a:pt x="1462" y="699"/>
                  </a:cubicBezTo>
                  <a:cubicBezTo>
                    <a:pt x="1563" y="699"/>
                    <a:pt x="1664" y="699"/>
                    <a:pt x="1765" y="6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  <p:sp>
          <p:nvSpPr>
            <p:cNvPr id="68" name="Freeform 17">
              <a:extLst>
                <a:ext uri="{FF2B5EF4-FFF2-40B4-BE49-F238E27FC236}">
                  <a16:creationId xmlns:a16="http://schemas.microsoft.com/office/drawing/2014/main" id="{19804657-7B0A-488C-9CF6-6BA3B58791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35975" y="6038850"/>
              <a:ext cx="1754188" cy="682625"/>
            </a:xfrm>
            <a:custGeom>
              <a:avLst/>
              <a:gdLst>
                <a:gd name="T0" fmla="*/ 812 w 812"/>
                <a:gd name="T1" fmla="*/ 316 h 316"/>
                <a:gd name="T2" fmla="*/ 532 w 812"/>
                <a:gd name="T3" fmla="*/ 64 h 316"/>
                <a:gd name="T4" fmla="*/ 0 w 812"/>
                <a:gd name="T5" fmla="*/ 316 h 316"/>
                <a:gd name="T6" fmla="*/ 227 w 812"/>
                <a:gd name="T7" fmla="*/ 316 h 316"/>
                <a:gd name="T8" fmla="*/ 552 w 812"/>
                <a:gd name="T9" fmla="*/ 316 h 316"/>
                <a:gd name="T10" fmla="*/ 812 w 812"/>
                <a:gd name="T11" fmla="*/ 316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2" h="316">
                  <a:moveTo>
                    <a:pt x="812" y="316"/>
                  </a:moveTo>
                  <a:cubicBezTo>
                    <a:pt x="746" y="202"/>
                    <a:pt x="666" y="104"/>
                    <a:pt x="532" y="64"/>
                  </a:cubicBezTo>
                  <a:cubicBezTo>
                    <a:pt x="319" y="0"/>
                    <a:pt x="94" y="108"/>
                    <a:pt x="0" y="316"/>
                  </a:cubicBezTo>
                  <a:cubicBezTo>
                    <a:pt x="76" y="316"/>
                    <a:pt x="152" y="316"/>
                    <a:pt x="227" y="316"/>
                  </a:cubicBezTo>
                  <a:cubicBezTo>
                    <a:pt x="338" y="187"/>
                    <a:pt x="467" y="187"/>
                    <a:pt x="552" y="316"/>
                  </a:cubicBezTo>
                  <a:cubicBezTo>
                    <a:pt x="639" y="316"/>
                    <a:pt x="726" y="316"/>
                    <a:pt x="812" y="3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CO" sz="2160"/>
            </a:p>
          </p:txBody>
        </p:sp>
      </p:grpSp>
    </p:spTree>
    <p:extLst>
      <p:ext uri="{BB962C8B-B14F-4D97-AF65-F5344CB8AC3E}">
        <p14:creationId xmlns:p14="http://schemas.microsoft.com/office/powerpoint/2010/main" val="613866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3" r:id="rId1"/>
    <p:sldLayoutId id="2147484354" r:id="rId2"/>
    <p:sldLayoutId id="2147484355" r:id="rId3"/>
    <p:sldLayoutId id="2147484356" r:id="rId4"/>
    <p:sldLayoutId id="2147484386" r:id="rId5"/>
    <p:sldLayoutId id="2147484546" r:id="rId6"/>
  </p:sldLayoutIdLst>
  <p:txStyles>
    <p:titleStyle>
      <a:lvl1pPr algn="l" defTabSz="1096240" rtl="0" eaLnBrk="1" fontAlgn="base" hangingPunct="1">
        <a:spcBef>
          <a:spcPct val="0"/>
        </a:spcBef>
        <a:spcAft>
          <a:spcPct val="0"/>
        </a:spcAft>
        <a:tabLst>
          <a:tab pos="330426" algn="l"/>
        </a:tabLst>
        <a:defRPr sz="1836" b="0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1096240" rtl="0" eaLnBrk="1" fontAlgn="base" hangingPunct="1">
        <a:spcBef>
          <a:spcPct val="0"/>
        </a:spcBef>
        <a:spcAft>
          <a:spcPct val="0"/>
        </a:spcAft>
        <a:defRPr sz="2326" b="1">
          <a:solidFill>
            <a:schemeClr val="tx2"/>
          </a:solidFill>
          <a:latin typeface="Arial" charset="0"/>
        </a:defRPr>
      </a:lvl2pPr>
      <a:lvl3pPr algn="l" defTabSz="1096240" rtl="0" eaLnBrk="1" fontAlgn="base" hangingPunct="1">
        <a:spcBef>
          <a:spcPct val="0"/>
        </a:spcBef>
        <a:spcAft>
          <a:spcPct val="0"/>
        </a:spcAft>
        <a:defRPr sz="2326" b="1">
          <a:solidFill>
            <a:schemeClr val="tx2"/>
          </a:solidFill>
          <a:latin typeface="Arial" charset="0"/>
        </a:defRPr>
      </a:lvl3pPr>
      <a:lvl4pPr algn="l" defTabSz="1096240" rtl="0" eaLnBrk="1" fontAlgn="base" hangingPunct="1">
        <a:spcBef>
          <a:spcPct val="0"/>
        </a:spcBef>
        <a:spcAft>
          <a:spcPct val="0"/>
        </a:spcAft>
        <a:defRPr sz="2326" b="1">
          <a:solidFill>
            <a:schemeClr val="tx2"/>
          </a:solidFill>
          <a:latin typeface="Arial" charset="0"/>
        </a:defRPr>
      </a:lvl4pPr>
      <a:lvl5pPr algn="l" defTabSz="1096240" rtl="0" eaLnBrk="1" fontAlgn="base" hangingPunct="1">
        <a:spcBef>
          <a:spcPct val="0"/>
        </a:spcBef>
        <a:spcAft>
          <a:spcPct val="0"/>
        </a:spcAft>
        <a:defRPr sz="2326" b="1">
          <a:solidFill>
            <a:schemeClr val="tx2"/>
          </a:solidFill>
          <a:latin typeface="Arial" charset="0"/>
        </a:defRPr>
      </a:lvl5pPr>
      <a:lvl6pPr marL="559781" algn="l" defTabSz="1096240" rtl="0" eaLnBrk="1" fontAlgn="base" hangingPunct="1">
        <a:spcBef>
          <a:spcPct val="0"/>
        </a:spcBef>
        <a:spcAft>
          <a:spcPct val="0"/>
        </a:spcAft>
        <a:defRPr sz="2326" b="1">
          <a:solidFill>
            <a:schemeClr val="tx2"/>
          </a:solidFill>
          <a:latin typeface="Arial" charset="0"/>
        </a:defRPr>
      </a:lvl6pPr>
      <a:lvl7pPr marL="1119564" algn="l" defTabSz="1096240" rtl="0" eaLnBrk="1" fontAlgn="base" hangingPunct="1">
        <a:spcBef>
          <a:spcPct val="0"/>
        </a:spcBef>
        <a:spcAft>
          <a:spcPct val="0"/>
        </a:spcAft>
        <a:defRPr sz="2326" b="1">
          <a:solidFill>
            <a:schemeClr val="tx2"/>
          </a:solidFill>
          <a:latin typeface="Arial" charset="0"/>
        </a:defRPr>
      </a:lvl7pPr>
      <a:lvl8pPr marL="1679344" algn="l" defTabSz="1096240" rtl="0" eaLnBrk="1" fontAlgn="base" hangingPunct="1">
        <a:spcBef>
          <a:spcPct val="0"/>
        </a:spcBef>
        <a:spcAft>
          <a:spcPct val="0"/>
        </a:spcAft>
        <a:defRPr sz="2326" b="1">
          <a:solidFill>
            <a:schemeClr val="tx2"/>
          </a:solidFill>
          <a:latin typeface="Arial" charset="0"/>
        </a:defRPr>
      </a:lvl8pPr>
      <a:lvl9pPr marL="2239127" algn="l" defTabSz="1096240" rtl="0" eaLnBrk="1" fontAlgn="base" hangingPunct="1">
        <a:spcBef>
          <a:spcPct val="0"/>
        </a:spcBef>
        <a:spcAft>
          <a:spcPct val="0"/>
        </a:spcAft>
        <a:defRPr sz="2326" b="1">
          <a:solidFill>
            <a:schemeClr val="tx2"/>
          </a:solidFill>
          <a:latin typeface="Arial" charset="0"/>
        </a:defRPr>
      </a:lvl9pPr>
    </p:titleStyle>
    <p:bodyStyle>
      <a:lvl1pPr marL="0" indent="0" algn="l" defTabSz="822138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100000"/>
        <a:defRPr lang="es-ES" sz="1469" baseline="0" dirty="0">
          <a:solidFill>
            <a:schemeClr val="tx1"/>
          </a:solidFill>
          <a:latin typeface="+mn-lt"/>
          <a:ea typeface="+mn-ea"/>
          <a:cs typeface="+mn-cs"/>
        </a:defRPr>
      </a:lvl1pPr>
      <a:lvl2pPr marL="178505" indent="-175199" algn="l" defTabSz="822138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lang="es-ES" sz="1469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441680" indent="-262385" algn="l" defTabSz="822138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lang="es-ES" sz="1469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565262" indent="-142142" algn="l" defTabSz="822138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lang="es-ES" sz="1469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687571" indent="-119003" algn="l" defTabSz="822138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es-ES" sz="1469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918041" indent="-159382" algn="l" defTabSz="109624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958" baseline="0">
          <a:solidFill>
            <a:schemeClr val="tx1"/>
          </a:solidFill>
          <a:latin typeface="+mn-lt"/>
        </a:defRPr>
      </a:lvl6pPr>
      <a:lvl7pPr marL="918041" indent="-159382" algn="l" defTabSz="109624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958" baseline="0">
          <a:solidFill>
            <a:schemeClr val="tx1"/>
          </a:solidFill>
          <a:latin typeface="+mn-lt"/>
        </a:defRPr>
      </a:lvl7pPr>
      <a:lvl8pPr marL="918041" indent="-159382" algn="l" defTabSz="109624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958" baseline="0">
          <a:solidFill>
            <a:schemeClr val="tx1"/>
          </a:solidFill>
          <a:latin typeface="+mn-lt"/>
        </a:defRPr>
      </a:lvl8pPr>
      <a:lvl9pPr marL="918041" indent="-159382" algn="l" defTabSz="109624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958" baseline="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1119564" rtl="0" eaLnBrk="1" latinLnBrk="0" hangingPunct="1">
        <a:defRPr sz="2203" kern="1200">
          <a:solidFill>
            <a:schemeClr val="tx1"/>
          </a:solidFill>
          <a:latin typeface="+mn-lt"/>
          <a:ea typeface="+mn-ea"/>
          <a:cs typeface="+mn-cs"/>
        </a:defRPr>
      </a:lvl1pPr>
      <a:lvl2pPr marL="559781" algn="l" defTabSz="1119564" rtl="0" eaLnBrk="1" latinLnBrk="0" hangingPunct="1">
        <a:defRPr sz="2203" kern="1200">
          <a:solidFill>
            <a:schemeClr val="tx1"/>
          </a:solidFill>
          <a:latin typeface="+mn-lt"/>
          <a:ea typeface="+mn-ea"/>
          <a:cs typeface="+mn-cs"/>
        </a:defRPr>
      </a:lvl2pPr>
      <a:lvl3pPr marL="1119564" algn="l" defTabSz="1119564" rtl="0" eaLnBrk="1" latinLnBrk="0" hangingPunct="1">
        <a:defRPr sz="2203" kern="1200">
          <a:solidFill>
            <a:schemeClr val="tx1"/>
          </a:solidFill>
          <a:latin typeface="+mn-lt"/>
          <a:ea typeface="+mn-ea"/>
          <a:cs typeface="+mn-cs"/>
        </a:defRPr>
      </a:lvl3pPr>
      <a:lvl4pPr marL="1679344" algn="l" defTabSz="1119564" rtl="0" eaLnBrk="1" latinLnBrk="0" hangingPunct="1">
        <a:defRPr sz="2203" kern="1200">
          <a:solidFill>
            <a:schemeClr val="tx1"/>
          </a:solidFill>
          <a:latin typeface="+mn-lt"/>
          <a:ea typeface="+mn-ea"/>
          <a:cs typeface="+mn-cs"/>
        </a:defRPr>
      </a:lvl4pPr>
      <a:lvl5pPr marL="2239127" algn="l" defTabSz="1119564" rtl="0" eaLnBrk="1" latinLnBrk="0" hangingPunct="1">
        <a:defRPr sz="2203" kern="1200">
          <a:solidFill>
            <a:schemeClr val="tx1"/>
          </a:solidFill>
          <a:latin typeface="+mn-lt"/>
          <a:ea typeface="+mn-ea"/>
          <a:cs typeface="+mn-cs"/>
        </a:defRPr>
      </a:lvl5pPr>
      <a:lvl6pPr marL="2798908" algn="l" defTabSz="1119564" rtl="0" eaLnBrk="1" latinLnBrk="0" hangingPunct="1">
        <a:defRPr sz="2203" kern="1200">
          <a:solidFill>
            <a:schemeClr val="tx1"/>
          </a:solidFill>
          <a:latin typeface="+mn-lt"/>
          <a:ea typeface="+mn-ea"/>
          <a:cs typeface="+mn-cs"/>
        </a:defRPr>
      </a:lvl6pPr>
      <a:lvl7pPr marL="3358690" algn="l" defTabSz="1119564" rtl="0" eaLnBrk="1" latinLnBrk="0" hangingPunct="1">
        <a:defRPr sz="2203" kern="1200">
          <a:solidFill>
            <a:schemeClr val="tx1"/>
          </a:solidFill>
          <a:latin typeface="+mn-lt"/>
          <a:ea typeface="+mn-ea"/>
          <a:cs typeface="+mn-cs"/>
        </a:defRPr>
      </a:lvl7pPr>
      <a:lvl8pPr marL="3918470" algn="l" defTabSz="1119564" rtl="0" eaLnBrk="1" latinLnBrk="0" hangingPunct="1">
        <a:defRPr sz="2203" kern="1200">
          <a:solidFill>
            <a:schemeClr val="tx1"/>
          </a:solidFill>
          <a:latin typeface="+mn-lt"/>
          <a:ea typeface="+mn-ea"/>
          <a:cs typeface="+mn-cs"/>
        </a:defRPr>
      </a:lvl8pPr>
      <a:lvl9pPr marL="4478252" algn="l" defTabSz="1119564" rtl="0" eaLnBrk="1" latinLnBrk="0" hangingPunct="1">
        <a:defRPr sz="22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3537298783"/>
              </p:ext>
            </p:extLst>
          </p:nvPr>
        </p:nvGraphicFramePr>
        <p:xfrm>
          <a:off x="0" y="0"/>
          <a:ext cx="215979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1" imgW="270" imgH="270" progId="TCLayout.ActiveDocument.1">
                  <p:embed/>
                </p:oleObj>
              </mc:Choice>
              <mc:Fallback>
                <p:oleObj name="Diapositiva de think-cell" r:id="rId41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15979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25"/>
            </p:custDataLst>
          </p:nvPr>
        </p:nvSpPr>
        <p:spPr bwMode="auto">
          <a:xfrm>
            <a:off x="0" y="0"/>
            <a:ext cx="215979" cy="16197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s-ES" sz="2176" b="0" i="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gray">
          <a:xfrm>
            <a:off x="161987" y="234865"/>
            <a:ext cx="11725484" cy="314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latinLnBrk="0"/>
            <a:endParaRPr lang="en-US" noProof="0"/>
          </a:p>
        </p:txBody>
      </p:sp>
      <p:sp>
        <p:nvSpPr>
          <p:cNvPr id="10" name="1. On-page tracker" hidden="1"/>
          <p:cNvSpPr>
            <a:spLocks noChangeArrowheads="1"/>
          </p:cNvSpPr>
          <p:nvPr/>
        </p:nvSpPr>
        <p:spPr bwMode="gray">
          <a:xfrm>
            <a:off x="161985" y="77303"/>
            <a:ext cx="511939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816" cap="all" baseline="0" noProof="0">
                <a:solidFill>
                  <a:schemeClr val="accent6"/>
                </a:solidFill>
                <a:latin typeface="+mn-lt"/>
                <a:ea typeface="+mn-ea"/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gray">
          <a:xfrm>
            <a:off x="161987" y="566136"/>
            <a:ext cx="11725484" cy="256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32" baseline="0" noProof="0">
                <a:solidFill>
                  <a:schemeClr val="accent6"/>
                </a:solidFill>
                <a:latin typeface="+mn-lt"/>
                <a:ea typeface="+mn-ea"/>
              </a:rPr>
              <a:t>Subtitle</a:t>
            </a:r>
          </a:p>
        </p:txBody>
      </p:sp>
      <p:sp>
        <p:nvSpPr>
          <p:cNvPr id="13" name="4. Footnote" hidden="1"/>
          <p:cNvSpPr txBox="1">
            <a:spLocks noChangeArrowheads="1"/>
          </p:cNvSpPr>
          <p:nvPr/>
        </p:nvSpPr>
        <p:spPr bwMode="gray">
          <a:xfrm>
            <a:off x="161985" y="6432273"/>
            <a:ext cx="11630454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marL="104775" indent="-104775"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10318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217613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404938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87465" indent="-87465">
              <a:defRPr/>
            </a:pPr>
            <a:r>
              <a:rPr lang="en-US" sz="816" baseline="0" noProof="0">
                <a:solidFill>
                  <a:schemeClr val="accent6"/>
                </a:solidFill>
                <a:latin typeface="+mn-lt"/>
                <a:ea typeface="+mn-ea"/>
              </a:rPr>
              <a:t>1 Footnote</a:t>
            </a:r>
          </a:p>
        </p:txBody>
      </p:sp>
      <p:sp>
        <p:nvSpPr>
          <p:cNvPr id="14" name="5. Source" hidden="1"/>
          <p:cNvSpPr>
            <a:spLocks noChangeArrowheads="1"/>
          </p:cNvSpPr>
          <p:nvPr/>
        </p:nvSpPr>
        <p:spPr bwMode="gray">
          <a:xfrm>
            <a:off x="161985" y="6637982"/>
            <a:ext cx="10155320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503735" indent="-503735" defTabSz="1218095">
              <a:tabLst/>
            </a:pPr>
            <a:r>
              <a:rPr lang="en-US" sz="816" baseline="0" noProof="0">
                <a:solidFill>
                  <a:schemeClr val="accent6"/>
                </a:solidFill>
                <a:latin typeface="+mn-lt"/>
                <a:ea typeface="+mn-ea"/>
              </a:rPr>
              <a:t>FUENTE: Fuente</a:t>
            </a:r>
          </a:p>
        </p:txBody>
      </p:sp>
      <p:grpSp>
        <p:nvGrpSpPr>
          <p:cNvPr id="15" name="ACET" hidden="1"/>
          <p:cNvGrpSpPr>
            <a:grpSpLocks/>
          </p:cNvGrpSpPr>
          <p:nvPr/>
        </p:nvGrpSpPr>
        <p:grpSpPr bwMode="gray">
          <a:xfrm>
            <a:off x="1976207" y="1270343"/>
            <a:ext cx="5801188" cy="531276"/>
            <a:chOff x="915" y="702"/>
            <a:chExt cx="2686" cy="328"/>
          </a:xfrm>
        </p:grpSpPr>
        <p:cxnSp>
          <p:nvCxnSpPr>
            <p:cNvPr id="16" name="AutoShape 249"/>
            <p:cNvCxnSpPr>
              <a:cxnSpLocks noChangeShapeType="1"/>
              <a:stCxn id="18" idx="4"/>
              <a:endCxn id="18" idx="6"/>
            </p:cNvCxnSpPr>
            <p:nvPr/>
          </p:nvCxnSpPr>
          <p:spPr bwMode="gray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AutoShape 250"/>
            <p:cNvSpPr>
              <a:spLocks noChangeArrowheads="1"/>
            </p:cNvSpPr>
            <p:nvPr/>
          </p:nvSpPr>
          <p:spPr bwMode="gray">
            <a:xfrm>
              <a:off x="915" y="702"/>
              <a:ext cx="2686" cy="328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en-US" sz="1632" b="1" baseline="0" noProof="0" err="1">
                  <a:latin typeface="+mn-lt"/>
                  <a:ea typeface="+mn-ea"/>
                </a:rPr>
                <a:t>Título</a:t>
              </a:r>
              <a:endParaRPr lang="en-US" sz="1632" b="1" baseline="0" noProof="0">
                <a:latin typeface="+mn-lt"/>
                <a:ea typeface="+mn-ea"/>
              </a:endParaRPr>
            </a:p>
            <a:p>
              <a:r>
                <a:rPr lang="en-US" sz="1632" baseline="0" noProof="0">
                  <a:solidFill>
                    <a:schemeClr val="accent6"/>
                  </a:solidFill>
                  <a:latin typeface="+mn-lt"/>
                  <a:ea typeface="+mn-ea"/>
                </a:rPr>
                <a:t>Unit of measure</a:t>
              </a:r>
            </a:p>
          </p:txBody>
        </p:sp>
      </p:grpSp>
      <p:grpSp>
        <p:nvGrpSpPr>
          <p:cNvPr id="17" name="Sticker" hidden="1"/>
          <p:cNvGrpSpPr/>
          <p:nvPr/>
        </p:nvGrpSpPr>
        <p:grpSpPr bwMode="gray">
          <a:xfrm>
            <a:off x="11394692" y="291554"/>
            <a:ext cx="492770" cy="156360"/>
            <a:chOff x="8378576" y="285750"/>
            <a:chExt cx="362199" cy="153247"/>
          </a:xfrm>
        </p:grpSpPr>
        <p:sp>
          <p:nvSpPr>
            <p:cNvPr id="20" name="StickerRectangle"/>
            <p:cNvSpPr>
              <a:spLocks noChangeArrowheads="1"/>
            </p:cNvSpPr>
            <p:nvPr/>
          </p:nvSpPr>
          <p:spPr bwMode="gray">
            <a:xfrm>
              <a:off x="8378576" y="285750"/>
              <a:ext cx="362199" cy="15324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1218095">
                <a:buClr>
                  <a:schemeClr val="tx2"/>
                </a:buClr>
              </a:pPr>
              <a:r>
                <a:rPr lang="en-US" sz="816" baseline="0">
                  <a:solidFill>
                    <a:schemeClr val="accent6"/>
                  </a:solidFill>
                  <a:latin typeface="+mn-lt"/>
                  <a:ea typeface="+mn-ea"/>
                </a:rPr>
                <a:t>STICKER</a:t>
              </a:r>
            </a:p>
          </p:txBody>
        </p:sp>
        <p:cxnSp>
          <p:nvCxnSpPr>
            <p:cNvPr id="21" name="AutoShape 31"/>
            <p:cNvCxnSpPr>
              <a:cxnSpLocks noChangeShapeType="1"/>
              <a:stCxn id="20" idx="2"/>
              <a:endCxn id="20" idx="4"/>
            </p:cNvCxnSpPr>
            <p:nvPr/>
          </p:nvCxnSpPr>
          <p:spPr bwMode="gray">
            <a:xfrm>
              <a:off x="8385789" y="285750"/>
              <a:ext cx="0" cy="150811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32"/>
            <p:cNvCxnSpPr>
              <a:cxnSpLocks noChangeShapeType="1"/>
              <a:stCxn id="20" idx="4"/>
              <a:endCxn id="20" idx="6"/>
            </p:cNvCxnSpPr>
            <p:nvPr/>
          </p:nvCxnSpPr>
          <p:spPr bwMode="gray">
            <a:xfrm>
              <a:off x="8385789" y="436561"/>
              <a:ext cx="354986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" name="SlideBottomBar" hidden="1"/>
          <p:cNvSpPr/>
          <p:nvPr/>
        </p:nvSpPr>
        <p:spPr>
          <a:xfrm>
            <a:off x="12003218" y="6639739"/>
            <a:ext cx="46648" cy="12634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 sz="1837" baseline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4" name="doc id" hidden="1"/>
          <p:cNvSpPr>
            <a:spLocks noChangeArrowheads="1"/>
          </p:cNvSpPr>
          <p:nvPr/>
        </p:nvSpPr>
        <p:spPr bwMode="gray">
          <a:xfrm>
            <a:off x="10670215" y="51833"/>
            <a:ext cx="1190119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913526" eaLnBrk="1"/>
            <a:endParaRPr lang="en-US" sz="612" baseline="0">
              <a:solidFill>
                <a:srgbClr val="808080"/>
              </a:solidFill>
              <a:latin typeface="+mn-lt"/>
              <a:ea typeface="+mn-ea"/>
            </a:endParaRPr>
          </a:p>
        </p:txBody>
      </p:sp>
      <p:grpSp>
        <p:nvGrpSpPr>
          <p:cNvPr id="25" name="LegendBoxes" hidden="1"/>
          <p:cNvGrpSpPr/>
          <p:nvPr/>
        </p:nvGrpSpPr>
        <p:grpSpPr bwMode="gray">
          <a:xfrm>
            <a:off x="11108191" y="285075"/>
            <a:ext cx="789093" cy="1021522"/>
            <a:chOff x="7835905" y="279400"/>
            <a:chExt cx="773373" cy="1001186"/>
          </a:xfrm>
        </p:grpSpPr>
        <p:sp>
          <p:nvSpPr>
            <p:cNvPr id="26" name="RectangleLegend1"/>
            <p:cNvSpPr>
              <a:spLocks noChangeArrowheads="1"/>
            </p:cNvSpPr>
            <p:nvPr/>
          </p:nvSpPr>
          <p:spPr bwMode="gray">
            <a:xfrm>
              <a:off x="7835905" y="290513"/>
              <a:ext cx="165100" cy="1603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/>
              <a:endParaRPr lang="en-US" sz="1837" baseline="0">
                <a:latin typeface="+mn-lt"/>
                <a:ea typeface="+mn-ea"/>
              </a:endParaRPr>
            </a:p>
          </p:txBody>
        </p:sp>
        <p:sp>
          <p:nvSpPr>
            <p:cNvPr id="27" name="RectangleLegend2"/>
            <p:cNvSpPr>
              <a:spLocks noChangeArrowheads="1"/>
            </p:cNvSpPr>
            <p:nvPr/>
          </p:nvSpPr>
          <p:spPr bwMode="gray">
            <a:xfrm>
              <a:off x="7835905" y="560388"/>
              <a:ext cx="165100" cy="16033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/>
              <a:endParaRPr lang="en-US" sz="1837" baseline="0">
                <a:latin typeface="+mn-lt"/>
                <a:ea typeface="+mn-ea"/>
              </a:endParaRPr>
            </a:p>
          </p:txBody>
        </p:sp>
        <p:sp>
          <p:nvSpPr>
            <p:cNvPr id="28" name="RectangleLegend3"/>
            <p:cNvSpPr>
              <a:spLocks noChangeArrowheads="1"/>
            </p:cNvSpPr>
            <p:nvPr/>
          </p:nvSpPr>
          <p:spPr bwMode="gray">
            <a:xfrm>
              <a:off x="7835905" y="831851"/>
              <a:ext cx="165100" cy="160338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/>
              <a:endParaRPr lang="en-US" sz="1837" baseline="0">
                <a:latin typeface="+mn-lt"/>
                <a:ea typeface="+mn-ea"/>
              </a:endParaRPr>
            </a:p>
          </p:txBody>
        </p:sp>
        <p:sp>
          <p:nvSpPr>
            <p:cNvPr id="29" name="RectangleLegend4"/>
            <p:cNvSpPr>
              <a:spLocks noChangeArrowheads="1"/>
            </p:cNvSpPr>
            <p:nvPr/>
          </p:nvSpPr>
          <p:spPr bwMode="gray">
            <a:xfrm>
              <a:off x="7835905" y="1103313"/>
              <a:ext cx="165100" cy="160338"/>
            </a:xfrm>
            <a:prstGeom prst="rect">
              <a:avLst/>
            </a:prstGeom>
            <a:solidFill>
              <a:schemeClr val="accent4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/>
              <a:endParaRPr lang="en-US" sz="1837" baseline="0">
                <a:latin typeface="+mn-lt"/>
                <a:ea typeface="+mn-ea"/>
              </a:endParaRPr>
            </a:p>
          </p:txBody>
        </p:sp>
        <p:sp>
          <p:nvSpPr>
            <p:cNvPr id="30" name="Legend1"/>
            <p:cNvSpPr>
              <a:spLocks noChangeArrowheads="1"/>
            </p:cNvSpPr>
            <p:nvPr/>
          </p:nvSpPr>
          <p:spPr bwMode="gray">
            <a:xfrm>
              <a:off x="8089905" y="279400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31" name="Legend2"/>
            <p:cNvSpPr>
              <a:spLocks noChangeArrowheads="1"/>
            </p:cNvSpPr>
            <p:nvPr/>
          </p:nvSpPr>
          <p:spPr bwMode="gray">
            <a:xfrm>
              <a:off x="8089905" y="549275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32" name="Legend3"/>
            <p:cNvSpPr>
              <a:spLocks noChangeArrowheads="1"/>
            </p:cNvSpPr>
            <p:nvPr/>
          </p:nvSpPr>
          <p:spPr bwMode="gray">
            <a:xfrm>
              <a:off x="8089905" y="820738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33" name="Legend4"/>
            <p:cNvSpPr>
              <a:spLocks noChangeArrowheads="1"/>
            </p:cNvSpPr>
            <p:nvPr/>
          </p:nvSpPr>
          <p:spPr bwMode="gray">
            <a:xfrm>
              <a:off x="8089905" y="1092201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>
                  <a:latin typeface="+mn-lt"/>
                  <a:ea typeface="+mn-ea"/>
                </a:rPr>
                <a:t>Legend</a:t>
              </a:r>
            </a:p>
          </p:txBody>
        </p:sp>
      </p:grpSp>
      <p:grpSp>
        <p:nvGrpSpPr>
          <p:cNvPr id="34" name="LegendLines" hidden="1"/>
          <p:cNvGrpSpPr/>
          <p:nvPr/>
        </p:nvGrpSpPr>
        <p:grpSpPr bwMode="gray">
          <a:xfrm>
            <a:off x="10794126" y="285075"/>
            <a:ext cx="1103328" cy="749405"/>
            <a:chOff x="7540629" y="279400"/>
            <a:chExt cx="1081348" cy="734486"/>
          </a:xfrm>
        </p:grpSpPr>
        <p:sp>
          <p:nvSpPr>
            <p:cNvPr id="35" name="LineLegend1"/>
            <p:cNvSpPr>
              <a:spLocks noChangeShapeType="1"/>
            </p:cNvSpPr>
            <p:nvPr/>
          </p:nvSpPr>
          <p:spPr bwMode="gray">
            <a:xfrm>
              <a:off x="7540629" y="369888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/>
              <a:endParaRPr lang="en-US" sz="1837" baseline="0">
                <a:latin typeface="+mn-lt"/>
                <a:ea typeface="+mn-ea"/>
              </a:endParaRPr>
            </a:p>
          </p:txBody>
        </p:sp>
        <p:sp>
          <p:nvSpPr>
            <p:cNvPr id="36" name="LineLegend2"/>
            <p:cNvSpPr>
              <a:spLocks noChangeShapeType="1"/>
            </p:cNvSpPr>
            <p:nvPr/>
          </p:nvSpPr>
          <p:spPr bwMode="gray">
            <a:xfrm>
              <a:off x="7540629" y="638175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/>
              <a:endParaRPr lang="en-US" sz="1837" baseline="0">
                <a:latin typeface="+mn-lt"/>
                <a:ea typeface="+mn-ea"/>
              </a:endParaRPr>
            </a:p>
          </p:txBody>
        </p:sp>
        <p:sp>
          <p:nvSpPr>
            <p:cNvPr id="37" name="LineLegend3"/>
            <p:cNvSpPr>
              <a:spLocks noChangeShapeType="1"/>
            </p:cNvSpPr>
            <p:nvPr/>
          </p:nvSpPr>
          <p:spPr bwMode="gray">
            <a:xfrm>
              <a:off x="7540629" y="915988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/>
              <a:endParaRPr lang="en-US" sz="1837" baseline="0">
                <a:latin typeface="+mn-lt"/>
                <a:ea typeface="+mn-ea"/>
              </a:endParaRPr>
            </a:p>
          </p:txBody>
        </p:sp>
        <p:sp>
          <p:nvSpPr>
            <p:cNvPr id="38" name="Legend1"/>
            <p:cNvSpPr>
              <a:spLocks noChangeArrowheads="1"/>
            </p:cNvSpPr>
            <p:nvPr/>
          </p:nvSpPr>
          <p:spPr bwMode="gray">
            <a:xfrm>
              <a:off x="8102604" y="279400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39" name="Legend2"/>
            <p:cNvSpPr>
              <a:spLocks noChangeArrowheads="1"/>
            </p:cNvSpPr>
            <p:nvPr/>
          </p:nvSpPr>
          <p:spPr bwMode="gray">
            <a:xfrm>
              <a:off x="8102604" y="546100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40" name="Legend3"/>
            <p:cNvSpPr>
              <a:spLocks noChangeArrowheads="1"/>
            </p:cNvSpPr>
            <p:nvPr/>
          </p:nvSpPr>
          <p:spPr bwMode="gray">
            <a:xfrm>
              <a:off x="8102604" y="825501"/>
              <a:ext cx="519373" cy="188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>
                  <a:latin typeface="+mn-lt"/>
                  <a:ea typeface="+mn-ea"/>
                </a:rPr>
                <a:t>Legend</a:t>
              </a:r>
            </a:p>
          </p:txBody>
        </p:sp>
      </p:grpSp>
      <p:grpSp>
        <p:nvGrpSpPr>
          <p:cNvPr id="41" name="LegendMoons" hidden="1"/>
          <p:cNvGrpSpPr/>
          <p:nvPr/>
        </p:nvGrpSpPr>
        <p:grpSpPr bwMode="gray">
          <a:xfrm>
            <a:off x="11040160" y="255920"/>
            <a:ext cx="857123" cy="1333054"/>
            <a:chOff x="7769225" y="250825"/>
            <a:chExt cx="840048" cy="1306516"/>
          </a:xfrm>
        </p:grpSpPr>
        <p:grpSp>
          <p:nvGrpSpPr>
            <p:cNvPr id="42" name="MoonLegend1"/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 bwMode="gray">
            <a:xfrm>
              <a:off x="7769225" y="250825"/>
              <a:ext cx="209550" cy="209551"/>
              <a:chOff x="4533" y="183"/>
              <a:chExt cx="144" cy="144"/>
            </a:xfrm>
          </p:grpSpPr>
          <p:sp>
            <p:nvSpPr>
              <p:cNvPr id="60" name="Oval 38"/>
              <p:cNvSpPr>
                <a:spLocks noChangeAspect="1" noChangeArrowheads="1"/>
              </p:cNvSpPr>
              <p:nvPr>
                <p:custDataLst>
                  <p:tags r:id="rId39"/>
                </p:custDataLst>
              </p:nvPr>
            </p:nvSpPr>
            <p:spPr bwMode="gray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n-US" sz="1837" baseline="0">
                  <a:latin typeface="+mn-lt"/>
                  <a:ea typeface="+mn-ea"/>
                </a:endParaRPr>
              </a:p>
            </p:txBody>
          </p:sp>
          <p:sp>
            <p:nvSpPr>
              <p:cNvPr id="61" name="Arc 39"/>
              <p:cNvSpPr>
                <a:spLocks noChangeAspect="1"/>
              </p:cNvSpPr>
              <p:nvPr>
                <p:custDataLst>
                  <p:tags r:id="rId40"/>
                </p:custDataLst>
              </p:nvPr>
            </p:nvSpPr>
            <p:spPr bwMode="gray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n-US" sz="1837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43" name="MoonLegend2"/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 bwMode="gray">
            <a:xfrm>
              <a:off x="7769225" y="525066"/>
              <a:ext cx="209550" cy="209551"/>
              <a:chOff x="1694" y="2044"/>
              <a:chExt cx="160" cy="160"/>
            </a:xfrm>
          </p:grpSpPr>
          <p:sp>
            <p:nvSpPr>
              <p:cNvPr id="58" name="Oval 41"/>
              <p:cNvSpPr>
                <a:spLocks noChangeAspect="1" noChangeArrowheads="1"/>
              </p:cNvSpPr>
              <p:nvPr>
                <p:custDataLst>
                  <p:tags r:id="rId37"/>
                </p:custDataLst>
              </p:nvPr>
            </p:nvSpPr>
            <p:spPr bwMode="gray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n-US" sz="1837" baseline="0">
                  <a:latin typeface="+mn-lt"/>
                  <a:ea typeface="+mn-ea"/>
                </a:endParaRPr>
              </a:p>
            </p:txBody>
          </p:sp>
          <p:sp>
            <p:nvSpPr>
              <p:cNvPr id="59" name="Arc 42"/>
              <p:cNvSpPr>
                <a:spLocks noChangeAspect="1"/>
              </p:cNvSpPr>
              <p:nvPr>
                <p:custDataLst>
                  <p:tags r:id="rId38"/>
                </p:custDataLst>
              </p:nvPr>
            </p:nvSpPr>
            <p:spPr bwMode="gray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n-US" sz="1837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44" name="MoonLegend4"/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 bwMode="gray">
            <a:xfrm>
              <a:off x="7769225" y="1073548"/>
              <a:ext cx="209550" cy="209551"/>
              <a:chOff x="4495" y="1198"/>
              <a:chExt cx="160" cy="160"/>
            </a:xfrm>
          </p:grpSpPr>
          <p:sp>
            <p:nvSpPr>
              <p:cNvPr id="56" name="Oval 47"/>
              <p:cNvSpPr>
                <a:spLocks noChangeAspect="1" noChangeArrowheads="1"/>
              </p:cNvSpPr>
              <p:nvPr>
                <p:custDataLst>
                  <p:tags r:id="rId35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n-US" sz="1837" baseline="0">
                  <a:latin typeface="+mn-lt"/>
                  <a:ea typeface="+mn-ea"/>
                </a:endParaRPr>
              </a:p>
            </p:txBody>
          </p:sp>
          <p:sp>
            <p:nvSpPr>
              <p:cNvPr id="57" name="Arc 48"/>
              <p:cNvSpPr>
                <a:spLocks noChangeAspect="1"/>
              </p:cNvSpPr>
              <p:nvPr>
                <p:custDataLst>
                  <p:tags r:id="rId36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n-US" sz="1837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45" name="MoonLegend5"/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 bwMode="gray">
            <a:xfrm>
              <a:off x="7769225" y="1347790"/>
              <a:ext cx="209550" cy="209551"/>
              <a:chOff x="4495" y="1440"/>
              <a:chExt cx="160" cy="160"/>
            </a:xfrm>
          </p:grpSpPr>
          <p:sp>
            <p:nvSpPr>
              <p:cNvPr id="54" name="Oval 50"/>
              <p:cNvSpPr>
                <a:spLocks noChangeAspect="1" noChangeArrowheads="1"/>
              </p:cNvSpPr>
              <p:nvPr>
                <p:custDataLst>
                  <p:tags r:id="rId33"/>
                </p:custDataLst>
              </p:nvPr>
            </p:nvSpPr>
            <p:spPr bwMode="gray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n-US" sz="1837" baseline="0">
                  <a:latin typeface="+mn-lt"/>
                  <a:ea typeface="+mn-ea"/>
                </a:endParaRPr>
              </a:p>
            </p:txBody>
          </p:sp>
          <p:sp>
            <p:nvSpPr>
              <p:cNvPr id="55" name="Oval 51"/>
              <p:cNvSpPr>
                <a:spLocks noChangeAspect="1" noChangeArrowheads="1"/>
              </p:cNvSpPr>
              <p:nvPr>
                <p:custDataLst>
                  <p:tags r:id="rId34"/>
                </p:custDataLst>
              </p:nvPr>
            </p:nvSpPr>
            <p:spPr bwMode="gray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n-US" sz="1837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46" name="MoonLegend3"/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 bwMode="gray">
            <a:xfrm>
              <a:off x="7769225" y="799307"/>
              <a:ext cx="209550" cy="209551"/>
              <a:chOff x="4495" y="1198"/>
              <a:chExt cx="160" cy="160"/>
            </a:xfrm>
          </p:grpSpPr>
          <p:sp>
            <p:nvSpPr>
              <p:cNvPr id="52" name="Oval 47"/>
              <p:cNvSpPr>
                <a:spLocks noChangeAspect="1" noChangeArrowheads="1"/>
              </p:cNvSpPr>
              <p:nvPr>
                <p:custDataLst>
                  <p:tags r:id="rId31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n-US" sz="1837" baseline="0">
                  <a:latin typeface="+mn-lt"/>
                  <a:ea typeface="+mn-ea"/>
                </a:endParaRPr>
              </a:p>
            </p:txBody>
          </p:sp>
          <p:sp>
            <p:nvSpPr>
              <p:cNvPr id="53" name="Arc 48"/>
              <p:cNvSpPr>
                <a:spLocks noChangeAspect="1"/>
              </p:cNvSpPr>
              <p:nvPr>
                <p:custDataLst>
                  <p:tags r:id="rId32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n-US" sz="1837" baseline="0">
                  <a:latin typeface="+mn-lt"/>
                  <a:ea typeface="+mn-ea"/>
                </a:endParaRPr>
              </a:p>
            </p:txBody>
          </p:sp>
        </p:grpSp>
        <p:sp>
          <p:nvSpPr>
            <p:cNvPr id="47" name="Legend1"/>
            <p:cNvSpPr>
              <a:spLocks noChangeArrowheads="1"/>
            </p:cNvSpPr>
            <p:nvPr/>
          </p:nvSpPr>
          <p:spPr bwMode="gray">
            <a:xfrm>
              <a:off x="8089900" y="263525"/>
              <a:ext cx="519373" cy="188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48" name="Legend2"/>
            <p:cNvSpPr>
              <a:spLocks noChangeArrowheads="1"/>
            </p:cNvSpPr>
            <p:nvPr/>
          </p:nvSpPr>
          <p:spPr bwMode="gray">
            <a:xfrm>
              <a:off x="8089900" y="538163"/>
              <a:ext cx="519373" cy="188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49" name="Legend3"/>
            <p:cNvSpPr>
              <a:spLocks noChangeArrowheads="1"/>
            </p:cNvSpPr>
            <p:nvPr/>
          </p:nvSpPr>
          <p:spPr bwMode="gray">
            <a:xfrm>
              <a:off x="8089900" y="812802"/>
              <a:ext cx="519373" cy="188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50" name="Legend4"/>
            <p:cNvSpPr>
              <a:spLocks noChangeArrowheads="1"/>
            </p:cNvSpPr>
            <p:nvPr/>
          </p:nvSpPr>
          <p:spPr bwMode="gray">
            <a:xfrm>
              <a:off x="8089900" y="1084265"/>
              <a:ext cx="519373" cy="188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51" name="Legend5"/>
            <p:cNvSpPr>
              <a:spLocks noChangeArrowheads="1"/>
            </p:cNvSpPr>
            <p:nvPr/>
          </p:nvSpPr>
          <p:spPr bwMode="gray">
            <a:xfrm>
              <a:off x="8089900" y="1360490"/>
              <a:ext cx="519373" cy="188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>
                  <a:latin typeface="+mn-lt"/>
                  <a:ea typeface="+mn-ea"/>
                </a:rPr>
                <a:t>Legend</a:t>
              </a:r>
            </a:p>
          </p:txBody>
        </p:sp>
      </p:grpSp>
      <p:sp>
        <p:nvSpPr>
          <p:cNvPr id="62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482091" y="1991015"/>
            <a:ext cx="4389573" cy="14440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latinLnBrk="0"/>
            <a:r>
              <a:rPr lang="en-US"/>
              <a:t>Edit Master text styles</a:t>
            </a:r>
          </a:p>
          <a:p>
            <a:pPr lvl="1" latinLnBrk="0"/>
            <a:r>
              <a:rPr lang="en-US"/>
              <a:t>Second level</a:t>
            </a:r>
          </a:p>
          <a:p>
            <a:pPr lvl="2" latinLnBrk="0"/>
            <a:r>
              <a:rPr lang="en-US"/>
              <a:t>Third level</a:t>
            </a:r>
          </a:p>
          <a:p>
            <a:pPr lvl="3" latinLnBrk="0"/>
            <a:r>
              <a:rPr lang="en-US"/>
              <a:t>Fourth level</a:t>
            </a:r>
          </a:p>
          <a:p>
            <a:pPr lvl="4" latinLnBrk="0"/>
            <a:r>
              <a:rPr lang="en-US"/>
              <a:t>Fifth level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D88163E-E79F-44DA-ADB4-10E9D608A42E}"/>
              </a:ext>
            </a:extLst>
          </p:cNvPr>
          <p:cNvGrpSpPr/>
          <p:nvPr/>
        </p:nvGrpSpPr>
        <p:grpSpPr>
          <a:xfrm>
            <a:off x="4930576" y="3168222"/>
            <a:ext cx="7259804" cy="3689778"/>
            <a:chOff x="4832350" y="3105151"/>
            <a:chExt cx="7115175" cy="3616324"/>
          </a:xfrm>
          <a:solidFill>
            <a:schemeClr val="accent1">
              <a:alpha val="15000"/>
            </a:schemeClr>
          </a:solidFill>
        </p:grpSpPr>
        <p:sp>
          <p:nvSpPr>
            <p:cNvPr id="64" name="Freeform 13">
              <a:extLst>
                <a:ext uri="{FF2B5EF4-FFF2-40B4-BE49-F238E27FC236}">
                  <a16:creationId xmlns:a16="http://schemas.microsoft.com/office/drawing/2014/main" id="{08112715-D9B5-4EB4-8939-5F902FF15C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32350" y="3105151"/>
              <a:ext cx="7115175" cy="3616324"/>
            </a:xfrm>
            <a:custGeom>
              <a:avLst/>
              <a:gdLst>
                <a:gd name="T0" fmla="*/ 3293 w 3293"/>
                <a:gd name="T1" fmla="*/ 289 h 1675"/>
                <a:gd name="T2" fmla="*/ 3038 w 3293"/>
                <a:gd name="T3" fmla="*/ 206 h 1675"/>
                <a:gd name="T4" fmla="*/ 2344 w 3293"/>
                <a:gd name="T5" fmla="*/ 26 h 1675"/>
                <a:gd name="T6" fmla="*/ 1994 w 3293"/>
                <a:gd name="T7" fmla="*/ 1 h 1675"/>
                <a:gd name="T8" fmla="*/ 802 w 3293"/>
                <a:gd name="T9" fmla="*/ 507 h 1675"/>
                <a:gd name="T10" fmla="*/ 195 w 3293"/>
                <a:gd name="T11" fmla="*/ 1291 h 1675"/>
                <a:gd name="T12" fmla="*/ 0 w 3293"/>
                <a:gd name="T13" fmla="*/ 1675 h 1675"/>
                <a:gd name="T14" fmla="*/ 227 w 3293"/>
                <a:gd name="T15" fmla="*/ 1675 h 1675"/>
                <a:gd name="T16" fmla="*/ 257 w 3293"/>
                <a:gd name="T17" fmla="*/ 1618 h 1675"/>
                <a:gd name="T18" fmla="*/ 984 w 3293"/>
                <a:gd name="T19" fmla="*/ 591 h 1675"/>
                <a:gd name="T20" fmla="*/ 2306 w 3293"/>
                <a:gd name="T21" fmla="*/ 200 h 1675"/>
                <a:gd name="T22" fmla="*/ 3293 w 3293"/>
                <a:gd name="T23" fmla="*/ 538 h 1675"/>
                <a:gd name="T24" fmla="*/ 3293 w 3293"/>
                <a:gd name="T25" fmla="*/ 289 h 1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93" h="1675">
                  <a:moveTo>
                    <a:pt x="3293" y="289"/>
                  </a:moveTo>
                  <a:cubicBezTo>
                    <a:pt x="3208" y="261"/>
                    <a:pt x="3124" y="230"/>
                    <a:pt x="3038" y="206"/>
                  </a:cubicBezTo>
                  <a:cubicBezTo>
                    <a:pt x="2807" y="143"/>
                    <a:pt x="2577" y="77"/>
                    <a:pt x="2344" y="26"/>
                  </a:cubicBezTo>
                  <a:cubicBezTo>
                    <a:pt x="2231" y="1"/>
                    <a:pt x="2111" y="0"/>
                    <a:pt x="1994" y="1"/>
                  </a:cubicBezTo>
                  <a:cubicBezTo>
                    <a:pt x="1528" y="4"/>
                    <a:pt x="1135" y="184"/>
                    <a:pt x="802" y="507"/>
                  </a:cubicBezTo>
                  <a:cubicBezTo>
                    <a:pt x="562" y="740"/>
                    <a:pt x="358" y="999"/>
                    <a:pt x="195" y="1291"/>
                  </a:cubicBezTo>
                  <a:cubicBezTo>
                    <a:pt x="125" y="1416"/>
                    <a:pt x="64" y="1547"/>
                    <a:pt x="0" y="1675"/>
                  </a:cubicBezTo>
                  <a:cubicBezTo>
                    <a:pt x="75" y="1675"/>
                    <a:pt x="151" y="1675"/>
                    <a:pt x="227" y="1675"/>
                  </a:cubicBezTo>
                  <a:cubicBezTo>
                    <a:pt x="237" y="1656"/>
                    <a:pt x="247" y="1637"/>
                    <a:pt x="257" y="1618"/>
                  </a:cubicBezTo>
                  <a:cubicBezTo>
                    <a:pt x="450" y="1241"/>
                    <a:pt x="678" y="888"/>
                    <a:pt x="984" y="591"/>
                  </a:cubicBezTo>
                  <a:cubicBezTo>
                    <a:pt x="1356" y="229"/>
                    <a:pt x="1799" y="108"/>
                    <a:pt x="2306" y="200"/>
                  </a:cubicBezTo>
                  <a:cubicBezTo>
                    <a:pt x="2652" y="262"/>
                    <a:pt x="2974" y="397"/>
                    <a:pt x="3293" y="538"/>
                  </a:cubicBezTo>
                  <a:cubicBezTo>
                    <a:pt x="3293" y="455"/>
                    <a:pt x="3293" y="372"/>
                    <a:pt x="3293" y="2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65" name="Freeform 14">
              <a:extLst>
                <a:ext uri="{FF2B5EF4-FFF2-40B4-BE49-F238E27FC236}">
                  <a16:creationId xmlns:a16="http://schemas.microsoft.com/office/drawing/2014/main" id="{064A3178-7CEA-4592-BEAE-9BCD6ED2D5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43575" y="3806825"/>
              <a:ext cx="6203950" cy="2914650"/>
            </a:xfrm>
            <a:custGeom>
              <a:avLst/>
              <a:gdLst>
                <a:gd name="T0" fmla="*/ 2871 w 2871"/>
                <a:gd name="T1" fmla="*/ 690 h 1350"/>
                <a:gd name="T2" fmla="*/ 2871 w 2871"/>
                <a:gd name="T3" fmla="*/ 430 h 1350"/>
                <a:gd name="T4" fmla="*/ 2063 w 2871"/>
                <a:gd name="T5" fmla="*/ 88 h 1350"/>
                <a:gd name="T6" fmla="*/ 1159 w 2871"/>
                <a:gd name="T7" fmla="*/ 99 h 1350"/>
                <a:gd name="T8" fmla="*/ 338 w 2871"/>
                <a:gd name="T9" fmla="*/ 756 h 1350"/>
                <a:gd name="T10" fmla="*/ 0 w 2871"/>
                <a:gd name="T11" fmla="*/ 1350 h 1350"/>
                <a:gd name="T12" fmla="*/ 238 w 2871"/>
                <a:gd name="T13" fmla="*/ 1350 h 1350"/>
                <a:gd name="T14" fmla="*/ 403 w 2871"/>
                <a:gd name="T15" fmla="*/ 1054 h 1350"/>
                <a:gd name="T16" fmla="*/ 899 w 2871"/>
                <a:gd name="T17" fmla="*/ 459 h 1350"/>
                <a:gd name="T18" fmla="*/ 1904 w 2871"/>
                <a:gd name="T19" fmla="*/ 233 h 1350"/>
                <a:gd name="T20" fmla="*/ 2871 w 2871"/>
                <a:gd name="T21" fmla="*/ 690 h 1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71" h="1350">
                  <a:moveTo>
                    <a:pt x="2871" y="690"/>
                  </a:moveTo>
                  <a:cubicBezTo>
                    <a:pt x="2871" y="603"/>
                    <a:pt x="2871" y="516"/>
                    <a:pt x="2871" y="430"/>
                  </a:cubicBezTo>
                  <a:cubicBezTo>
                    <a:pt x="2610" y="296"/>
                    <a:pt x="2347" y="168"/>
                    <a:pt x="2063" y="88"/>
                  </a:cubicBezTo>
                  <a:cubicBezTo>
                    <a:pt x="1760" y="3"/>
                    <a:pt x="1459" y="0"/>
                    <a:pt x="1159" y="99"/>
                  </a:cubicBezTo>
                  <a:cubicBezTo>
                    <a:pt x="804" y="216"/>
                    <a:pt x="540" y="452"/>
                    <a:pt x="338" y="756"/>
                  </a:cubicBezTo>
                  <a:cubicBezTo>
                    <a:pt x="213" y="945"/>
                    <a:pt x="112" y="1152"/>
                    <a:pt x="0" y="1350"/>
                  </a:cubicBezTo>
                  <a:cubicBezTo>
                    <a:pt x="79" y="1350"/>
                    <a:pt x="159" y="1350"/>
                    <a:pt x="238" y="1350"/>
                  </a:cubicBezTo>
                  <a:cubicBezTo>
                    <a:pt x="293" y="1252"/>
                    <a:pt x="345" y="1151"/>
                    <a:pt x="403" y="1054"/>
                  </a:cubicBezTo>
                  <a:cubicBezTo>
                    <a:pt x="539" y="831"/>
                    <a:pt x="694" y="624"/>
                    <a:pt x="899" y="459"/>
                  </a:cubicBezTo>
                  <a:cubicBezTo>
                    <a:pt x="1197" y="220"/>
                    <a:pt x="1536" y="146"/>
                    <a:pt x="1904" y="233"/>
                  </a:cubicBezTo>
                  <a:cubicBezTo>
                    <a:pt x="2257" y="317"/>
                    <a:pt x="2568" y="497"/>
                    <a:pt x="2871" y="6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66" name="Freeform 15">
              <a:extLst>
                <a:ext uri="{FF2B5EF4-FFF2-40B4-BE49-F238E27FC236}">
                  <a16:creationId xmlns:a16="http://schemas.microsoft.com/office/drawing/2014/main" id="{B2A1A843-377F-4A71-B053-36CE57A430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57975" y="4592638"/>
              <a:ext cx="5289550" cy="2128837"/>
            </a:xfrm>
            <a:custGeom>
              <a:avLst/>
              <a:gdLst>
                <a:gd name="T0" fmla="*/ 0 w 2448"/>
                <a:gd name="T1" fmla="*/ 986 h 986"/>
                <a:gd name="T2" fmla="*/ 205 w 2448"/>
                <a:gd name="T3" fmla="*/ 986 h 986"/>
                <a:gd name="T4" fmla="*/ 376 w 2448"/>
                <a:gd name="T5" fmla="*/ 680 h 986"/>
                <a:gd name="T6" fmla="*/ 1590 w 2448"/>
                <a:gd name="T7" fmla="*/ 256 h 986"/>
                <a:gd name="T8" fmla="*/ 2199 w 2448"/>
                <a:gd name="T9" fmla="*/ 682 h 986"/>
                <a:gd name="T10" fmla="*/ 2448 w 2448"/>
                <a:gd name="T11" fmla="*/ 965 h 986"/>
                <a:gd name="T12" fmla="*/ 2448 w 2448"/>
                <a:gd name="T13" fmla="*/ 542 h 986"/>
                <a:gd name="T14" fmla="*/ 2416 w 2448"/>
                <a:gd name="T15" fmla="*/ 525 h 986"/>
                <a:gd name="T16" fmla="*/ 1919 w 2448"/>
                <a:gd name="T17" fmla="*/ 202 h 986"/>
                <a:gd name="T18" fmla="*/ 1185 w 2448"/>
                <a:gd name="T19" fmla="*/ 13 h 986"/>
                <a:gd name="T20" fmla="*/ 369 w 2448"/>
                <a:gd name="T21" fmla="*/ 411 h 986"/>
                <a:gd name="T22" fmla="*/ 0 w 2448"/>
                <a:gd name="T23" fmla="*/ 986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48" h="986">
                  <a:moveTo>
                    <a:pt x="0" y="986"/>
                  </a:moveTo>
                  <a:cubicBezTo>
                    <a:pt x="68" y="986"/>
                    <a:pt x="137" y="986"/>
                    <a:pt x="205" y="986"/>
                  </a:cubicBezTo>
                  <a:cubicBezTo>
                    <a:pt x="262" y="884"/>
                    <a:pt x="314" y="779"/>
                    <a:pt x="376" y="680"/>
                  </a:cubicBezTo>
                  <a:cubicBezTo>
                    <a:pt x="604" y="317"/>
                    <a:pt x="1070" y="57"/>
                    <a:pt x="1590" y="256"/>
                  </a:cubicBezTo>
                  <a:cubicBezTo>
                    <a:pt x="1829" y="348"/>
                    <a:pt x="2028" y="495"/>
                    <a:pt x="2199" y="682"/>
                  </a:cubicBezTo>
                  <a:cubicBezTo>
                    <a:pt x="2284" y="775"/>
                    <a:pt x="2365" y="871"/>
                    <a:pt x="2448" y="965"/>
                  </a:cubicBezTo>
                  <a:cubicBezTo>
                    <a:pt x="2448" y="824"/>
                    <a:pt x="2448" y="683"/>
                    <a:pt x="2448" y="542"/>
                  </a:cubicBezTo>
                  <a:cubicBezTo>
                    <a:pt x="2437" y="536"/>
                    <a:pt x="2425" y="532"/>
                    <a:pt x="2416" y="525"/>
                  </a:cubicBezTo>
                  <a:cubicBezTo>
                    <a:pt x="2265" y="395"/>
                    <a:pt x="2095" y="293"/>
                    <a:pt x="1919" y="202"/>
                  </a:cubicBezTo>
                  <a:cubicBezTo>
                    <a:pt x="1689" y="82"/>
                    <a:pt x="1448" y="0"/>
                    <a:pt x="1185" y="13"/>
                  </a:cubicBezTo>
                  <a:cubicBezTo>
                    <a:pt x="857" y="29"/>
                    <a:pt x="586" y="165"/>
                    <a:pt x="369" y="411"/>
                  </a:cubicBezTo>
                  <a:cubicBezTo>
                    <a:pt x="216" y="584"/>
                    <a:pt x="104" y="783"/>
                    <a:pt x="0" y="9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67" name="Freeform 16">
              <a:extLst>
                <a:ext uri="{FF2B5EF4-FFF2-40B4-BE49-F238E27FC236}">
                  <a16:creationId xmlns:a16="http://schemas.microsoft.com/office/drawing/2014/main" id="{59F95470-6F5C-468D-B1EA-AC198AC6ED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0938" y="5211763"/>
              <a:ext cx="3813175" cy="1509712"/>
            </a:xfrm>
            <a:custGeom>
              <a:avLst/>
              <a:gdLst>
                <a:gd name="T0" fmla="*/ 1765 w 1765"/>
                <a:gd name="T1" fmla="*/ 699 h 699"/>
                <a:gd name="T2" fmla="*/ 1108 w 1765"/>
                <a:gd name="T3" fmla="*/ 118 h 699"/>
                <a:gd name="T4" fmla="*/ 109 w 1765"/>
                <a:gd name="T5" fmla="*/ 484 h 699"/>
                <a:gd name="T6" fmla="*/ 0 w 1765"/>
                <a:gd name="T7" fmla="*/ 699 h 699"/>
                <a:gd name="T8" fmla="*/ 227 w 1765"/>
                <a:gd name="T9" fmla="*/ 699 h 699"/>
                <a:gd name="T10" fmla="*/ 428 w 1765"/>
                <a:gd name="T11" fmla="*/ 439 h 699"/>
                <a:gd name="T12" fmla="*/ 824 w 1765"/>
                <a:gd name="T13" fmla="*/ 253 h 699"/>
                <a:gd name="T14" fmla="*/ 1462 w 1765"/>
                <a:gd name="T15" fmla="*/ 699 h 699"/>
                <a:gd name="T16" fmla="*/ 1765 w 1765"/>
                <a:gd name="T17" fmla="*/ 699 h 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65" h="699">
                  <a:moveTo>
                    <a:pt x="1765" y="699"/>
                  </a:moveTo>
                  <a:cubicBezTo>
                    <a:pt x="1618" y="425"/>
                    <a:pt x="1414" y="204"/>
                    <a:pt x="1108" y="118"/>
                  </a:cubicBezTo>
                  <a:cubicBezTo>
                    <a:pt x="694" y="0"/>
                    <a:pt x="348" y="119"/>
                    <a:pt x="109" y="484"/>
                  </a:cubicBezTo>
                  <a:cubicBezTo>
                    <a:pt x="66" y="551"/>
                    <a:pt x="36" y="628"/>
                    <a:pt x="0" y="699"/>
                  </a:cubicBezTo>
                  <a:cubicBezTo>
                    <a:pt x="75" y="699"/>
                    <a:pt x="151" y="699"/>
                    <a:pt x="227" y="699"/>
                  </a:cubicBezTo>
                  <a:cubicBezTo>
                    <a:pt x="294" y="612"/>
                    <a:pt x="353" y="519"/>
                    <a:pt x="428" y="439"/>
                  </a:cubicBezTo>
                  <a:cubicBezTo>
                    <a:pt x="533" y="327"/>
                    <a:pt x="666" y="262"/>
                    <a:pt x="824" y="253"/>
                  </a:cubicBezTo>
                  <a:cubicBezTo>
                    <a:pt x="1110" y="238"/>
                    <a:pt x="1342" y="446"/>
                    <a:pt x="1462" y="699"/>
                  </a:cubicBezTo>
                  <a:cubicBezTo>
                    <a:pt x="1563" y="699"/>
                    <a:pt x="1664" y="699"/>
                    <a:pt x="1765" y="6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  <p:sp>
          <p:nvSpPr>
            <p:cNvPr id="68" name="Freeform 17">
              <a:extLst>
                <a:ext uri="{FF2B5EF4-FFF2-40B4-BE49-F238E27FC236}">
                  <a16:creationId xmlns:a16="http://schemas.microsoft.com/office/drawing/2014/main" id="{19804657-7B0A-488C-9CF6-6BA3B58791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35975" y="6038850"/>
              <a:ext cx="1754188" cy="682625"/>
            </a:xfrm>
            <a:custGeom>
              <a:avLst/>
              <a:gdLst>
                <a:gd name="T0" fmla="*/ 812 w 812"/>
                <a:gd name="T1" fmla="*/ 316 h 316"/>
                <a:gd name="T2" fmla="*/ 532 w 812"/>
                <a:gd name="T3" fmla="*/ 64 h 316"/>
                <a:gd name="T4" fmla="*/ 0 w 812"/>
                <a:gd name="T5" fmla="*/ 316 h 316"/>
                <a:gd name="T6" fmla="*/ 227 w 812"/>
                <a:gd name="T7" fmla="*/ 316 h 316"/>
                <a:gd name="T8" fmla="*/ 552 w 812"/>
                <a:gd name="T9" fmla="*/ 316 h 316"/>
                <a:gd name="T10" fmla="*/ 812 w 812"/>
                <a:gd name="T11" fmla="*/ 316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2" h="316">
                  <a:moveTo>
                    <a:pt x="812" y="316"/>
                  </a:moveTo>
                  <a:cubicBezTo>
                    <a:pt x="746" y="202"/>
                    <a:pt x="666" y="104"/>
                    <a:pt x="532" y="64"/>
                  </a:cubicBezTo>
                  <a:cubicBezTo>
                    <a:pt x="319" y="0"/>
                    <a:pt x="94" y="108"/>
                    <a:pt x="0" y="316"/>
                  </a:cubicBezTo>
                  <a:cubicBezTo>
                    <a:pt x="76" y="316"/>
                    <a:pt x="152" y="316"/>
                    <a:pt x="227" y="316"/>
                  </a:cubicBezTo>
                  <a:cubicBezTo>
                    <a:pt x="338" y="187"/>
                    <a:pt x="467" y="187"/>
                    <a:pt x="552" y="316"/>
                  </a:cubicBezTo>
                  <a:cubicBezTo>
                    <a:pt x="639" y="316"/>
                    <a:pt x="726" y="316"/>
                    <a:pt x="812" y="3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US" sz="1837"/>
            </a:p>
          </p:txBody>
        </p:sp>
      </p:grpSp>
    </p:spTree>
    <p:extLst>
      <p:ext uri="{BB962C8B-B14F-4D97-AF65-F5344CB8AC3E}">
        <p14:creationId xmlns:p14="http://schemas.microsoft.com/office/powerpoint/2010/main" val="4118235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50" r:id="rId1"/>
    <p:sldLayoutId id="2147484451" r:id="rId2"/>
    <p:sldLayoutId id="2147484452" r:id="rId3"/>
    <p:sldLayoutId id="2147484453" r:id="rId4"/>
    <p:sldLayoutId id="2147484454" r:id="rId5"/>
    <p:sldLayoutId id="2147484455" r:id="rId6"/>
    <p:sldLayoutId id="2147484456" r:id="rId7"/>
    <p:sldLayoutId id="2147484457" r:id="rId8"/>
    <p:sldLayoutId id="2147484458" r:id="rId9"/>
    <p:sldLayoutId id="2147484459" r:id="rId10"/>
    <p:sldLayoutId id="2147484460" r:id="rId11"/>
    <p:sldLayoutId id="2147484461" r:id="rId12"/>
    <p:sldLayoutId id="2147484462" r:id="rId13"/>
    <p:sldLayoutId id="2147484463" r:id="rId14"/>
    <p:sldLayoutId id="2147484464" r:id="rId15"/>
    <p:sldLayoutId id="2147484466" r:id="rId16"/>
    <p:sldLayoutId id="2147484467" r:id="rId17"/>
    <p:sldLayoutId id="2147484469" r:id="rId18"/>
    <p:sldLayoutId id="2147484470" r:id="rId19"/>
    <p:sldLayoutId id="2147484471" r:id="rId20"/>
    <p:sldLayoutId id="2147484472" r:id="rId21"/>
    <p:sldLayoutId id="2147484473" r:id="rId22"/>
  </p:sldLayoutIdLst>
  <p:txStyles>
    <p:titleStyle>
      <a:lvl1pPr algn="l" defTabSz="1218095" rtl="0" eaLnBrk="1" fontAlgn="base" hangingPunct="1">
        <a:spcBef>
          <a:spcPct val="0"/>
        </a:spcBef>
        <a:spcAft>
          <a:spcPct val="0"/>
        </a:spcAft>
        <a:tabLst>
          <a:tab pos="367156" algn="l"/>
        </a:tabLst>
        <a:defRPr sz="2041" b="0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2pPr>
      <a:lvl3pPr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3pPr>
      <a:lvl4pPr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4pPr>
      <a:lvl5pPr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5pPr>
      <a:lvl6pPr marL="622005"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6pPr>
      <a:lvl7pPr marL="1244012"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7pPr>
      <a:lvl8pPr marL="1866017"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8pPr>
      <a:lvl9pPr marL="2488024" algn="l" defTabSz="1218095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526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100000"/>
        <a:defRPr lang="es-ES" sz="1632" baseline="0" dirty="0">
          <a:solidFill>
            <a:schemeClr val="tx1"/>
          </a:solidFill>
          <a:latin typeface="+mn-lt"/>
          <a:ea typeface="+mn-ea"/>
          <a:cs typeface="+mn-cs"/>
        </a:defRPr>
      </a:lvl1pPr>
      <a:lvl2pPr marL="198346" indent="-194673" algn="l" defTabSz="913526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lang="es-ES" sz="1632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490777" indent="-291551" algn="l" defTabSz="913526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lang="es-ES" sz="1632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628097" indent="-157942" algn="l" defTabSz="913526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lang="es-ES" sz="1632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64001" indent="-132231" algn="l" defTabSz="913526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es-ES" sz="1632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1020090" indent="-177099" algn="l" defTabSz="1218095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76" baseline="0">
          <a:solidFill>
            <a:schemeClr val="tx1"/>
          </a:solidFill>
          <a:latin typeface="+mn-lt"/>
        </a:defRPr>
      </a:lvl6pPr>
      <a:lvl7pPr marL="1020090" indent="-177099" algn="l" defTabSz="1218095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76" baseline="0">
          <a:solidFill>
            <a:schemeClr val="tx1"/>
          </a:solidFill>
          <a:latin typeface="+mn-lt"/>
        </a:defRPr>
      </a:lvl7pPr>
      <a:lvl8pPr marL="1020090" indent="-177099" algn="l" defTabSz="1218095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76" baseline="0">
          <a:solidFill>
            <a:schemeClr val="tx1"/>
          </a:solidFill>
          <a:latin typeface="+mn-lt"/>
        </a:defRPr>
      </a:lvl8pPr>
      <a:lvl9pPr marL="1020090" indent="-177099" algn="l" defTabSz="1218095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76" baseline="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1pPr>
      <a:lvl2pPr marL="622005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2pPr>
      <a:lvl3pPr marL="1244012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3pPr>
      <a:lvl4pPr marL="1866017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4pPr>
      <a:lvl5pPr marL="2488024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5pPr>
      <a:lvl6pPr marL="3110029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6pPr>
      <a:lvl7pPr marL="3732036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7pPr>
      <a:lvl8pPr marL="4354041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8pPr>
      <a:lvl9pPr marL="4976048" algn="l" defTabSz="1244012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25D2C087-5752-43C1-B823-DAC59AE54A6F}"/>
              </a:ext>
            </a:extLst>
          </p:cNvPr>
          <p:cNvGraphicFramePr>
            <a:graphicFrameLocks noChangeAspect="1"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59408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3" imgW="421" imgH="420" progId="TCLayout.ActiveDocument.1">
                  <p:embed/>
                </p:oleObj>
              </mc:Choice>
              <mc:Fallback>
                <p:oleObj name="Diapositiva de think-cell" r:id="rId13" imgW="421" imgH="42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25D2C087-5752-43C1-B823-DAC59AE54A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" hidden="1">
            <a:extLst>
              <a:ext uri="{FF2B5EF4-FFF2-40B4-BE49-F238E27FC236}">
                <a16:creationId xmlns:a16="http://schemas.microsoft.com/office/drawing/2014/main" id="{1273131A-D82D-4247-A706-0DB103448DF9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C62A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400" b="0" i="0" baseline="0">
              <a:solidFill>
                <a:schemeClr val="bg1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0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5" r:id="rId1"/>
    <p:sldLayoutId id="2147484476" r:id="rId2"/>
    <p:sldLayoutId id="2147484477" r:id="rId3"/>
    <p:sldLayoutId id="2147484478" r:id="rId4"/>
    <p:sldLayoutId id="2147484479" r:id="rId5"/>
    <p:sldLayoutId id="2147484480" r:id="rId6"/>
    <p:sldLayoutId id="2147484481" r:id="rId7"/>
    <p:sldLayoutId id="2147484482" r:id="rId8"/>
    <p:sldLayoutId id="2147484483" r:id="rId9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2DA551FA-D91C-A653-5CA1-A3F7E4271D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2"/>
            </p:custDataLst>
            <p:extLst>
              <p:ext uri="{D42A27DB-BD31-4B8C-83A1-F6EECF244321}">
                <p14:modId xmlns:p14="http://schemas.microsoft.com/office/powerpoint/2010/main" val="31199440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3" imgW="306" imgH="306" progId="TCLayout.ActiveDocument.1">
                  <p:embed/>
                </p:oleObj>
              </mc:Choice>
              <mc:Fallback>
                <p:oleObj name="Diapositiva de think-cell" r:id="rId33" imgW="306" imgH="306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2DA551FA-D91C-A653-5CA1-A3F7E4271D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D22BAB-437F-9AF7-152C-4446DAF1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F31B2F-BF80-A39C-475B-1B4A0C7DDB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27582"/>
                </a:solidFill>
              </a:defRPr>
            </a:lvl1pPr>
          </a:lstStyle>
          <a:p>
            <a:fld id="{92911ED8-0423-4E46-BDF0-EC1D611987A6}" type="datetimeFigureOut">
              <a:rPr lang="es-PE" smtClean="0"/>
              <a:pPr/>
              <a:t>15/01/2026</a:t>
            </a:fld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27838F-31D0-6BF6-BE47-FB6E9CF04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E05D8-2CA3-2847-AEAC-4A00D373412A}" type="slidenum">
              <a:rPr lang="es-PE" smtClean="0"/>
              <a:t>‹#›</a:t>
            </a:fld>
            <a:endParaRPr lang="es-PE"/>
          </a:p>
        </p:txBody>
      </p:sp>
      <p:sp>
        <p:nvSpPr>
          <p:cNvPr id="5" name="Marcador de título 4">
            <a:extLst>
              <a:ext uri="{FF2B5EF4-FFF2-40B4-BE49-F238E27FC236}">
                <a16:creationId xmlns:a16="http://schemas.microsoft.com/office/drawing/2014/main" id="{C95089D1-05E7-3DF6-A46B-12285180A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50243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8" r:id="rId1"/>
    <p:sldLayoutId id="2147484549" r:id="rId2"/>
    <p:sldLayoutId id="2147484550" r:id="rId3"/>
    <p:sldLayoutId id="2147484551" r:id="rId4"/>
    <p:sldLayoutId id="2147484552" r:id="rId5"/>
    <p:sldLayoutId id="2147484553" r:id="rId6"/>
    <p:sldLayoutId id="2147484554" r:id="rId7"/>
    <p:sldLayoutId id="2147484555" r:id="rId8"/>
    <p:sldLayoutId id="2147484556" r:id="rId9"/>
    <p:sldLayoutId id="2147484557" r:id="rId10"/>
    <p:sldLayoutId id="2147484558" r:id="rId11"/>
    <p:sldLayoutId id="2147484559" r:id="rId12"/>
    <p:sldLayoutId id="2147484560" r:id="rId13"/>
    <p:sldLayoutId id="2147484561" r:id="rId14"/>
    <p:sldLayoutId id="2147484562" r:id="rId15"/>
    <p:sldLayoutId id="2147484563" r:id="rId16"/>
    <p:sldLayoutId id="2147484564" r:id="rId17"/>
    <p:sldLayoutId id="2147484565" r:id="rId18"/>
    <p:sldLayoutId id="2147484566" r:id="rId19"/>
    <p:sldLayoutId id="2147484567" r:id="rId20"/>
    <p:sldLayoutId id="2147484568" r:id="rId21"/>
    <p:sldLayoutId id="2147484569" r:id="rId22"/>
    <p:sldLayoutId id="2147484570" r:id="rId23"/>
    <p:sldLayoutId id="2147484571" r:id="rId24"/>
    <p:sldLayoutId id="2147484572" r:id="rId25"/>
    <p:sldLayoutId id="2147484573" r:id="rId26"/>
    <p:sldLayoutId id="2147484575" r:id="rId27"/>
    <p:sldLayoutId id="2147484576" r:id="rId28"/>
    <p:sldLayoutId id="2147484578" r:id="rId29"/>
    <p:sldLayoutId id="2147484581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1" i="0" kern="1200">
          <a:solidFill>
            <a:srgbClr val="027582"/>
          </a:solidFill>
          <a:latin typeface="Roboto Black" panose="02000000000000000000" pitchFamily="2" charset="0"/>
          <a:ea typeface="Roboto Black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rgbClr val="56C2B8"/>
          </a:solidFill>
          <a:latin typeface="Roboto" pitchFamily="2" charset="0"/>
          <a:ea typeface="Roboto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>
              <a:lumMod val="85000"/>
              <a:lumOff val="15000"/>
            </a:schemeClr>
          </a:solidFill>
          <a:latin typeface="Roboto" pitchFamily="2" charset="0"/>
          <a:ea typeface="Roboto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>
              <a:lumMod val="85000"/>
              <a:lumOff val="15000"/>
            </a:schemeClr>
          </a:solidFill>
          <a:latin typeface="Roboto" pitchFamily="2" charset="0"/>
          <a:ea typeface="Roboto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b="0" i="0" kern="1200">
          <a:solidFill>
            <a:schemeClr val="tx1">
              <a:lumMod val="85000"/>
              <a:lumOff val="15000"/>
            </a:schemeClr>
          </a:solidFill>
          <a:latin typeface="Roboto" pitchFamily="2" charset="0"/>
          <a:ea typeface="Roboto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800" b="0" i="0" kern="1200">
          <a:solidFill>
            <a:schemeClr val="tx1">
              <a:lumMod val="85000"/>
              <a:lumOff val="15000"/>
            </a:schemeClr>
          </a:solidFill>
          <a:latin typeface="Roboto" pitchFamily="2" charset="0"/>
          <a:ea typeface="Roboto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0" y="1"/>
          <a:ext cx="215979" cy="1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270" imgH="270" progId="TCLayout.ActiveDocument.1">
                  <p:embed/>
                </p:oleObj>
              </mc:Choice>
              <mc:Fallback>
                <p:oleObj name="think-cell Slide" r:id="rId20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0" y="1"/>
                        <a:ext cx="215979" cy="16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4"/>
            </p:custDataLst>
          </p:nvPr>
        </p:nvSpPr>
        <p:spPr bwMode="auto">
          <a:xfrm>
            <a:off x="0" y="1"/>
            <a:ext cx="215979" cy="161975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s-419" sz="2176" b="0" i="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gray">
          <a:xfrm>
            <a:off x="161987" y="234866"/>
            <a:ext cx="11725484" cy="314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latinLnBrk="0"/>
            <a:endParaRPr lang="es-419" noProof="0"/>
          </a:p>
        </p:txBody>
      </p:sp>
      <p:sp>
        <p:nvSpPr>
          <p:cNvPr id="10" name="1. On-page tracker" hidden="1"/>
          <p:cNvSpPr>
            <a:spLocks noChangeArrowheads="1"/>
          </p:cNvSpPr>
          <p:nvPr/>
        </p:nvSpPr>
        <p:spPr bwMode="gray">
          <a:xfrm>
            <a:off x="161985" y="77305"/>
            <a:ext cx="501740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s-419" sz="816" cap="all" baseline="0" noProof="0">
                <a:solidFill>
                  <a:schemeClr val="accent6"/>
                </a:solidFill>
                <a:latin typeface="+mn-lt"/>
                <a:ea typeface="+mn-ea"/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gray">
          <a:xfrm>
            <a:off x="161987" y="566137"/>
            <a:ext cx="11725484" cy="251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s-419" sz="1632" baseline="0" noProof="0">
                <a:solidFill>
                  <a:schemeClr val="accent6"/>
                </a:solidFill>
                <a:latin typeface="+mn-lt"/>
                <a:ea typeface="+mn-ea"/>
              </a:rPr>
              <a:t>Subtitle</a:t>
            </a:r>
          </a:p>
        </p:txBody>
      </p:sp>
      <p:sp>
        <p:nvSpPr>
          <p:cNvPr id="13" name="4. Footnote" hidden="1"/>
          <p:cNvSpPr txBox="1">
            <a:spLocks noChangeArrowheads="1"/>
          </p:cNvSpPr>
          <p:nvPr/>
        </p:nvSpPr>
        <p:spPr bwMode="gray">
          <a:xfrm>
            <a:off x="161986" y="6434824"/>
            <a:ext cx="11630455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marL="104775" indent="-104775"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10318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217613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404938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87463" indent="-87463">
              <a:defRPr/>
            </a:pPr>
            <a:r>
              <a:rPr lang="es-419" sz="816" baseline="0" noProof="0">
                <a:solidFill>
                  <a:schemeClr val="accent6"/>
                </a:solidFill>
                <a:latin typeface="+mn-lt"/>
                <a:ea typeface="+mn-ea"/>
              </a:rPr>
              <a:t>1 Footnote</a:t>
            </a:r>
          </a:p>
        </p:txBody>
      </p:sp>
      <p:sp>
        <p:nvSpPr>
          <p:cNvPr id="14" name="5. Source" hidden="1"/>
          <p:cNvSpPr>
            <a:spLocks noChangeArrowheads="1"/>
          </p:cNvSpPr>
          <p:nvPr/>
        </p:nvSpPr>
        <p:spPr bwMode="gray">
          <a:xfrm>
            <a:off x="161985" y="6640534"/>
            <a:ext cx="10155320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503722" indent="-503722" defTabSz="1218064">
              <a:tabLst/>
            </a:pPr>
            <a:r>
              <a:rPr lang="es-419" sz="816" baseline="0" noProof="0">
                <a:solidFill>
                  <a:schemeClr val="accent6"/>
                </a:solidFill>
                <a:latin typeface="+mn-lt"/>
                <a:ea typeface="+mn-ea"/>
              </a:rPr>
              <a:t>FUENTE: Fuente</a:t>
            </a:r>
          </a:p>
        </p:txBody>
      </p:sp>
      <p:grpSp>
        <p:nvGrpSpPr>
          <p:cNvPr id="15" name="ACET" hidden="1"/>
          <p:cNvGrpSpPr>
            <a:grpSpLocks/>
          </p:cNvGrpSpPr>
          <p:nvPr/>
        </p:nvGrpSpPr>
        <p:grpSpPr bwMode="gray">
          <a:xfrm>
            <a:off x="1976207" y="1280062"/>
            <a:ext cx="5801188" cy="521559"/>
            <a:chOff x="915" y="708"/>
            <a:chExt cx="2686" cy="322"/>
          </a:xfrm>
        </p:grpSpPr>
        <p:cxnSp>
          <p:nvCxnSpPr>
            <p:cNvPr id="16" name="AutoShape 249"/>
            <p:cNvCxnSpPr>
              <a:cxnSpLocks noChangeShapeType="1"/>
              <a:stCxn id="18" idx="4"/>
              <a:endCxn id="18" idx="6"/>
            </p:cNvCxnSpPr>
            <p:nvPr/>
          </p:nvCxnSpPr>
          <p:spPr bwMode="gray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AutoShape 250"/>
            <p:cNvSpPr>
              <a:spLocks noChangeArrowheads="1"/>
            </p:cNvSpPr>
            <p:nvPr/>
          </p:nvSpPr>
          <p:spPr bwMode="gray">
            <a:xfrm>
              <a:off x="915" y="708"/>
              <a:ext cx="2686" cy="322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es-419" sz="1632" b="1" baseline="0" noProof="0">
                  <a:latin typeface="+mn-lt"/>
                  <a:ea typeface="+mn-ea"/>
                </a:rPr>
                <a:t>Título</a:t>
              </a:r>
            </a:p>
            <a:p>
              <a:r>
                <a:rPr lang="es-419" sz="1632" baseline="0" noProof="0">
                  <a:solidFill>
                    <a:schemeClr val="accent6"/>
                  </a:solidFill>
                  <a:latin typeface="+mn-lt"/>
                  <a:ea typeface="+mn-ea"/>
                </a:rPr>
                <a:t>Unit of measure</a:t>
              </a:r>
            </a:p>
          </p:txBody>
        </p:sp>
      </p:grpSp>
      <p:grpSp>
        <p:nvGrpSpPr>
          <p:cNvPr id="17" name="Sticker" hidden="1"/>
          <p:cNvGrpSpPr/>
          <p:nvPr/>
        </p:nvGrpSpPr>
        <p:grpSpPr bwMode="gray">
          <a:xfrm>
            <a:off x="11404479" y="291556"/>
            <a:ext cx="482953" cy="153247"/>
            <a:chOff x="8385791" y="285750"/>
            <a:chExt cx="354984" cy="150196"/>
          </a:xfrm>
        </p:grpSpPr>
        <p:sp>
          <p:nvSpPr>
            <p:cNvPr id="20" name="StickerRectangle"/>
            <p:cNvSpPr>
              <a:spLocks noChangeArrowheads="1"/>
            </p:cNvSpPr>
            <p:nvPr/>
          </p:nvSpPr>
          <p:spPr bwMode="gray">
            <a:xfrm>
              <a:off x="8385791" y="285750"/>
              <a:ext cx="354984" cy="15019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1218064">
                <a:buClr>
                  <a:schemeClr val="tx2"/>
                </a:buClr>
              </a:pPr>
              <a:r>
                <a:rPr lang="es-419" sz="816" baseline="0">
                  <a:solidFill>
                    <a:schemeClr val="accent6"/>
                  </a:solidFill>
                  <a:latin typeface="+mn-lt"/>
                  <a:ea typeface="+mn-ea"/>
                </a:rPr>
                <a:t>STICKER</a:t>
              </a:r>
            </a:p>
          </p:txBody>
        </p:sp>
        <p:cxnSp>
          <p:nvCxnSpPr>
            <p:cNvPr id="21" name="AutoShape 31"/>
            <p:cNvCxnSpPr>
              <a:cxnSpLocks noChangeShapeType="1"/>
              <a:stCxn id="20" idx="2"/>
              <a:endCxn id="20" idx="4"/>
            </p:cNvCxnSpPr>
            <p:nvPr/>
          </p:nvCxnSpPr>
          <p:spPr bwMode="gray">
            <a:xfrm>
              <a:off x="8385791" y="285750"/>
              <a:ext cx="0" cy="150196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32"/>
            <p:cNvCxnSpPr>
              <a:cxnSpLocks noChangeShapeType="1"/>
              <a:stCxn id="20" idx="4"/>
              <a:endCxn id="20" idx="6"/>
            </p:cNvCxnSpPr>
            <p:nvPr/>
          </p:nvCxnSpPr>
          <p:spPr bwMode="gray">
            <a:xfrm>
              <a:off x="8385791" y="435946"/>
              <a:ext cx="354984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" name="SlideBottomBar" hidden="1"/>
          <p:cNvSpPr/>
          <p:nvPr/>
        </p:nvSpPr>
        <p:spPr>
          <a:xfrm>
            <a:off x="12003219" y="6639739"/>
            <a:ext cx="46648" cy="12634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s-419" sz="1837" baseline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4" name="doc id" hidden="1"/>
          <p:cNvSpPr>
            <a:spLocks noChangeArrowheads="1"/>
          </p:cNvSpPr>
          <p:nvPr/>
        </p:nvSpPr>
        <p:spPr bwMode="gray">
          <a:xfrm>
            <a:off x="10670217" y="51834"/>
            <a:ext cx="1190119" cy="94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913504" eaLnBrk="1"/>
            <a:endParaRPr lang="es-419" sz="612" baseline="0">
              <a:solidFill>
                <a:srgbClr val="808080"/>
              </a:solidFill>
              <a:latin typeface="+mn-lt"/>
              <a:ea typeface="+mn-ea"/>
            </a:endParaRPr>
          </a:p>
        </p:txBody>
      </p:sp>
      <p:grpSp>
        <p:nvGrpSpPr>
          <p:cNvPr id="25" name="LegendBoxes" hidden="1"/>
          <p:cNvGrpSpPr/>
          <p:nvPr/>
        </p:nvGrpSpPr>
        <p:grpSpPr bwMode="gray">
          <a:xfrm>
            <a:off x="11108210" y="285077"/>
            <a:ext cx="778537" cy="1017694"/>
            <a:chOff x="7835905" y="279400"/>
            <a:chExt cx="763025" cy="997436"/>
          </a:xfrm>
        </p:grpSpPr>
        <p:sp>
          <p:nvSpPr>
            <p:cNvPr id="26" name="RectangleLegend1"/>
            <p:cNvSpPr>
              <a:spLocks noChangeArrowheads="1"/>
            </p:cNvSpPr>
            <p:nvPr/>
          </p:nvSpPr>
          <p:spPr bwMode="gray">
            <a:xfrm>
              <a:off x="7835905" y="290513"/>
              <a:ext cx="165100" cy="1603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/>
              <a:endParaRPr lang="es-419" sz="1837" baseline="0">
                <a:latin typeface="+mn-lt"/>
                <a:ea typeface="+mn-ea"/>
              </a:endParaRPr>
            </a:p>
          </p:txBody>
        </p:sp>
        <p:sp>
          <p:nvSpPr>
            <p:cNvPr id="27" name="RectangleLegend2"/>
            <p:cNvSpPr>
              <a:spLocks noChangeArrowheads="1"/>
            </p:cNvSpPr>
            <p:nvPr/>
          </p:nvSpPr>
          <p:spPr bwMode="gray">
            <a:xfrm>
              <a:off x="7835905" y="560388"/>
              <a:ext cx="165100" cy="16033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/>
              <a:endParaRPr lang="es-419" sz="1837" baseline="0">
                <a:latin typeface="+mn-lt"/>
                <a:ea typeface="+mn-ea"/>
              </a:endParaRPr>
            </a:p>
          </p:txBody>
        </p:sp>
        <p:sp>
          <p:nvSpPr>
            <p:cNvPr id="28" name="RectangleLegend3"/>
            <p:cNvSpPr>
              <a:spLocks noChangeArrowheads="1"/>
            </p:cNvSpPr>
            <p:nvPr/>
          </p:nvSpPr>
          <p:spPr bwMode="gray">
            <a:xfrm>
              <a:off x="7835905" y="831851"/>
              <a:ext cx="165100" cy="160338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/>
              <a:endParaRPr lang="es-419" sz="1837" baseline="0">
                <a:latin typeface="+mn-lt"/>
                <a:ea typeface="+mn-ea"/>
              </a:endParaRPr>
            </a:p>
          </p:txBody>
        </p:sp>
        <p:sp>
          <p:nvSpPr>
            <p:cNvPr id="29" name="RectangleLegend4"/>
            <p:cNvSpPr>
              <a:spLocks noChangeArrowheads="1"/>
            </p:cNvSpPr>
            <p:nvPr/>
          </p:nvSpPr>
          <p:spPr bwMode="gray">
            <a:xfrm>
              <a:off x="7835905" y="1103313"/>
              <a:ext cx="165100" cy="160338"/>
            </a:xfrm>
            <a:prstGeom prst="rect">
              <a:avLst/>
            </a:prstGeom>
            <a:solidFill>
              <a:schemeClr val="accent4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/>
              <a:endParaRPr lang="es-419" sz="1837" baseline="0">
                <a:latin typeface="+mn-lt"/>
                <a:ea typeface="+mn-ea"/>
              </a:endParaRPr>
            </a:p>
          </p:txBody>
        </p:sp>
        <p:sp>
          <p:nvSpPr>
            <p:cNvPr id="30" name="Legend1"/>
            <p:cNvSpPr>
              <a:spLocks noChangeArrowheads="1"/>
            </p:cNvSpPr>
            <p:nvPr/>
          </p:nvSpPr>
          <p:spPr bwMode="gray">
            <a:xfrm>
              <a:off x="8089904" y="279400"/>
              <a:ext cx="509025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04">
                <a:buClr>
                  <a:schemeClr val="tx2"/>
                </a:buClr>
              </a:pPr>
              <a:r>
                <a:rPr lang="es-419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31" name="Legend2"/>
            <p:cNvSpPr>
              <a:spLocks noChangeArrowheads="1"/>
            </p:cNvSpPr>
            <p:nvPr/>
          </p:nvSpPr>
          <p:spPr bwMode="gray">
            <a:xfrm>
              <a:off x="8089905" y="549275"/>
              <a:ext cx="509025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04">
                <a:buClr>
                  <a:schemeClr val="tx2"/>
                </a:buClr>
              </a:pPr>
              <a:r>
                <a:rPr lang="es-419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32" name="Legend3"/>
            <p:cNvSpPr>
              <a:spLocks noChangeArrowheads="1"/>
            </p:cNvSpPr>
            <p:nvPr/>
          </p:nvSpPr>
          <p:spPr bwMode="gray">
            <a:xfrm>
              <a:off x="8089905" y="820738"/>
              <a:ext cx="509025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04">
                <a:buClr>
                  <a:schemeClr val="tx2"/>
                </a:buClr>
              </a:pPr>
              <a:r>
                <a:rPr lang="es-419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33" name="Legend4"/>
            <p:cNvSpPr>
              <a:spLocks noChangeArrowheads="1"/>
            </p:cNvSpPr>
            <p:nvPr/>
          </p:nvSpPr>
          <p:spPr bwMode="gray">
            <a:xfrm>
              <a:off x="8089905" y="1092201"/>
              <a:ext cx="509025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04">
                <a:buClr>
                  <a:schemeClr val="tx2"/>
                </a:buClr>
              </a:pPr>
              <a:r>
                <a:rPr lang="es-419" sz="1224" baseline="0">
                  <a:latin typeface="+mn-lt"/>
                  <a:ea typeface="+mn-ea"/>
                </a:rPr>
                <a:t>Legend</a:t>
              </a:r>
            </a:p>
          </p:txBody>
        </p:sp>
      </p:grpSp>
      <p:grpSp>
        <p:nvGrpSpPr>
          <p:cNvPr id="34" name="LegendLines" hidden="1"/>
          <p:cNvGrpSpPr/>
          <p:nvPr/>
        </p:nvGrpSpPr>
        <p:grpSpPr bwMode="gray">
          <a:xfrm>
            <a:off x="10794129" y="285076"/>
            <a:ext cx="1092772" cy="745578"/>
            <a:chOff x="7540629" y="279400"/>
            <a:chExt cx="1071002" cy="730736"/>
          </a:xfrm>
        </p:grpSpPr>
        <p:sp>
          <p:nvSpPr>
            <p:cNvPr id="35" name="LineLegend1"/>
            <p:cNvSpPr>
              <a:spLocks noChangeShapeType="1"/>
            </p:cNvSpPr>
            <p:nvPr/>
          </p:nvSpPr>
          <p:spPr bwMode="gray">
            <a:xfrm>
              <a:off x="7540629" y="369888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/>
              <a:endParaRPr lang="es-419" sz="1837" baseline="0">
                <a:latin typeface="+mn-lt"/>
                <a:ea typeface="+mn-ea"/>
              </a:endParaRPr>
            </a:p>
          </p:txBody>
        </p:sp>
        <p:sp>
          <p:nvSpPr>
            <p:cNvPr id="36" name="LineLegend2"/>
            <p:cNvSpPr>
              <a:spLocks noChangeShapeType="1"/>
            </p:cNvSpPr>
            <p:nvPr/>
          </p:nvSpPr>
          <p:spPr bwMode="gray">
            <a:xfrm>
              <a:off x="7540629" y="638175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/>
              <a:endParaRPr lang="es-419" sz="1837" baseline="0">
                <a:latin typeface="+mn-lt"/>
                <a:ea typeface="+mn-ea"/>
              </a:endParaRPr>
            </a:p>
          </p:txBody>
        </p:sp>
        <p:sp>
          <p:nvSpPr>
            <p:cNvPr id="37" name="LineLegend3"/>
            <p:cNvSpPr>
              <a:spLocks noChangeShapeType="1"/>
            </p:cNvSpPr>
            <p:nvPr/>
          </p:nvSpPr>
          <p:spPr bwMode="gray">
            <a:xfrm>
              <a:off x="7540629" y="915988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/>
              <a:endParaRPr lang="es-419" sz="1837" baseline="0">
                <a:latin typeface="+mn-lt"/>
                <a:ea typeface="+mn-ea"/>
              </a:endParaRPr>
            </a:p>
          </p:txBody>
        </p:sp>
        <p:sp>
          <p:nvSpPr>
            <p:cNvPr id="38" name="Legend1"/>
            <p:cNvSpPr>
              <a:spLocks noChangeArrowheads="1"/>
            </p:cNvSpPr>
            <p:nvPr/>
          </p:nvSpPr>
          <p:spPr bwMode="gray">
            <a:xfrm>
              <a:off x="8102604" y="279400"/>
              <a:ext cx="509026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04">
                <a:buClr>
                  <a:schemeClr val="tx2"/>
                </a:buClr>
              </a:pPr>
              <a:r>
                <a:rPr lang="es-419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39" name="Legend2"/>
            <p:cNvSpPr>
              <a:spLocks noChangeArrowheads="1"/>
            </p:cNvSpPr>
            <p:nvPr/>
          </p:nvSpPr>
          <p:spPr bwMode="gray">
            <a:xfrm>
              <a:off x="8102605" y="546100"/>
              <a:ext cx="509026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04">
                <a:buClr>
                  <a:schemeClr val="tx2"/>
                </a:buClr>
              </a:pPr>
              <a:r>
                <a:rPr lang="es-419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40" name="Legend3"/>
            <p:cNvSpPr>
              <a:spLocks noChangeArrowheads="1"/>
            </p:cNvSpPr>
            <p:nvPr/>
          </p:nvSpPr>
          <p:spPr bwMode="gray">
            <a:xfrm>
              <a:off x="8102604" y="825501"/>
              <a:ext cx="509026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04">
                <a:buClr>
                  <a:schemeClr val="tx2"/>
                </a:buClr>
              </a:pPr>
              <a:r>
                <a:rPr lang="es-419" sz="1224" baseline="0">
                  <a:latin typeface="+mn-lt"/>
                  <a:ea typeface="+mn-ea"/>
                </a:rPr>
                <a:t>Legend</a:t>
              </a:r>
            </a:p>
          </p:txBody>
        </p:sp>
      </p:grpSp>
      <p:grpSp>
        <p:nvGrpSpPr>
          <p:cNvPr id="41" name="LegendMoons" hidden="1"/>
          <p:cNvGrpSpPr/>
          <p:nvPr/>
        </p:nvGrpSpPr>
        <p:grpSpPr bwMode="gray">
          <a:xfrm>
            <a:off x="11040161" y="255920"/>
            <a:ext cx="846566" cy="1333054"/>
            <a:chOff x="7769225" y="250825"/>
            <a:chExt cx="829701" cy="1306516"/>
          </a:xfrm>
        </p:grpSpPr>
        <p:grpSp>
          <p:nvGrpSpPr>
            <p:cNvPr id="42" name="MoonLegend1"/>
            <p:cNvGrpSpPr>
              <a:grpSpLocks noChangeAspect="1"/>
            </p:cNvGrpSpPr>
            <p:nvPr>
              <p:custDataLst>
                <p:tags r:id="rId5"/>
              </p:custDataLst>
            </p:nvPr>
          </p:nvGrpSpPr>
          <p:grpSpPr bwMode="gray">
            <a:xfrm>
              <a:off x="7769225" y="250825"/>
              <a:ext cx="209550" cy="209551"/>
              <a:chOff x="4533" y="183"/>
              <a:chExt cx="144" cy="144"/>
            </a:xfrm>
          </p:grpSpPr>
          <p:sp>
            <p:nvSpPr>
              <p:cNvPr id="60" name="Oval 38"/>
              <p:cNvSpPr>
                <a:spLocks noChangeAspect="1" noChangeArrowheads="1"/>
              </p:cNvSpPr>
              <p:nvPr>
                <p:custDataLst>
                  <p:tags r:id="rId18"/>
                </p:custDataLst>
              </p:nvPr>
            </p:nvSpPr>
            <p:spPr bwMode="gray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419" sz="1837" baseline="0">
                  <a:latin typeface="+mn-lt"/>
                  <a:ea typeface="+mn-ea"/>
                </a:endParaRPr>
              </a:p>
            </p:txBody>
          </p:sp>
          <p:sp>
            <p:nvSpPr>
              <p:cNvPr id="61" name="Arc 39"/>
              <p:cNvSpPr>
                <a:spLocks noChangeAspect="1"/>
              </p:cNvSpPr>
              <p:nvPr>
                <p:custDataLst>
                  <p:tags r:id="rId19"/>
                </p:custDataLst>
              </p:nvPr>
            </p:nvSpPr>
            <p:spPr bwMode="gray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419" sz="1837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43" name="MoonLegend2"/>
            <p:cNvGrpSpPr>
              <a:grpSpLocks noChangeAspect="1"/>
            </p:cNvGrpSpPr>
            <p:nvPr>
              <p:custDataLst>
                <p:tags r:id="rId6"/>
              </p:custDataLst>
            </p:nvPr>
          </p:nvGrpSpPr>
          <p:grpSpPr bwMode="gray">
            <a:xfrm>
              <a:off x="7769225" y="525066"/>
              <a:ext cx="209550" cy="209551"/>
              <a:chOff x="1694" y="2044"/>
              <a:chExt cx="160" cy="160"/>
            </a:xfrm>
          </p:grpSpPr>
          <p:sp>
            <p:nvSpPr>
              <p:cNvPr id="58" name="Oval 41"/>
              <p:cNvSpPr>
                <a:spLocks noChangeAspect="1" noChangeArrowheads="1"/>
              </p:cNvSpPr>
              <p:nvPr>
                <p:custDataLst>
                  <p:tags r:id="rId16"/>
                </p:custDataLst>
              </p:nvPr>
            </p:nvSpPr>
            <p:spPr bwMode="gray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419" sz="1837" baseline="0">
                  <a:latin typeface="+mn-lt"/>
                  <a:ea typeface="+mn-ea"/>
                </a:endParaRPr>
              </a:p>
            </p:txBody>
          </p:sp>
          <p:sp>
            <p:nvSpPr>
              <p:cNvPr id="59" name="Arc 42"/>
              <p:cNvSpPr>
                <a:spLocks noChangeAspect="1"/>
              </p:cNvSpPr>
              <p:nvPr>
                <p:custDataLst>
                  <p:tags r:id="rId17"/>
                </p:custDataLst>
              </p:nvPr>
            </p:nvSpPr>
            <p:spPr bwMode="gray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419" sz="1837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44" name="MoonLegend4"/>
            <p:cNvGrpSpPr>
              <a:grpSpLocks noChangeAspect="1"/>
            </p:cNvGrpSpPr>
            <p:nvPr>
              <p:custDataLst>
                <p:tags r:id="rId7"/>
              </p:custDataLst>
            </p:nvPr>
          </p:nvGrpSpPr>
          <p:grpSpPr bwMode="gray">
            <a:xfrm>
              <a:off x="7769225" y="1073548"/>
              <a:ext cx="209550" cy="209551"/>
              <a:chOff x="4495" y="1198"/>
              <a:chExt cx="160" cy="160"/>
            </a:xfrm>
          </p:grpSpPr>
          <p:sp>
            <p:nvSpPr>
              <p:cNvPr id="56" name="Oval 47"/>
              <p:cNvSpPr>
                <a:spLocks noChangeAspect="1" noChangeArrowheads="1"/>
              </p:cNvSpPr>
              <p:nvPr>
                <p:custDataLst>
                  <p:tags r:id="rId14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419" sz="1837" baseline="0">
                  <a:latin typeface="+mn-lt"/>
                  <a:ea typeface="+mn-ea"/>
                </a:endParaRPr>
              </a:p>
            </p:txBody>
          </p:sp>
          <p:sp>
            <p:nvSpPr>
              <p:cNvPr id="57" name="Arc 48"/>
              <p:cNvSpPr>
                <a:spLocks noChangeAspect="1"/>
              </p:cNvSpPr>
              <p:nvPr>
                <p:custDataLst>
                  <p:tags r:id="rId15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419" sz="1837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45" name="MoonLegend5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gray">
            <a:xfrm>
              <a:off x="7769225" y="1347790"/>
              <a:ext cx="209550" cy="209551"/>
              <a:chOff x="4495" y="1440"/>
              <a:chExt cx="160" cy="160"/>
            </a:xfrm>
          </p:grpSpPr>
          <p:sp>
            <p:nvSpPr>
              <p:cNvPr id="54" name="Oval 50"/>
              <p:cNvSpPr>
                <a:spLocks noChangeAspect="1" noChangeArrowheads="1"/>
              </p:cNvSpPr>
              <p:nvPr>
                <p:custDataLst>
                  <p:tags r:id="rId12"/>
                </p:custDataLst>
              </p:nvPr>
            </p:nvSpPr>
            <p:spPr bwMode="gray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419" sz="1837" baseline="0">
                  <a:latin typeface="+mn-lt"/>
                  <a:ea typeface="+mn-ea"/>
                </a:endParaRPr>
              </a:p>
            </p:txBody>
          </p:sp>
          <p:sp>
            <p:nvSpPr>
              <p:cNvPr id="55" name="Oval 51"/>
              <p:cNvSpPr>
                <a:spLocks noChangeAspect="1" noChangeArrowheads="1"/>
              </p:cNvSpPr>
              <p:nvPr>
                <p:custDataLst>
                  <p:tags r:id="rId13"/>
                </p:custDataLst>
              </p:nvPr>
            </p:nvSpPr>
            <p:spPr bwMode="gray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419" sz="1837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46" name="MoonLegend3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gray">
            <a:xfrm>
              <a:off x="7769225" y="799307"/>
              <a:ext cx="209550" cy="209551"/>
              <a:chOff x="4495" y="1198"/>
              <a:chExt cx="160" cy="160"/>
            </a:xfrm>
          </p:grpSpPr>
          <p:sp>
            <p:nvSpPr>
              <p:cNvPr id="52" name="Oval 47"/>
              <p:cNvSpPr>
                <a:spLocks noChangeAspect="1" noChangeArrowheads="1"/>
              </p:cNvSpPr>
              <p:nvPr>
                <p:custDataLst>
                  <p:tags r:id="rId10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419" sz="1837" baseline="0">
                  <a:latin typeface="+mn-lt"/>
                  <a:ea typeface="+mn-ea"/>
                </a:endParaRPr>
              </a:p>
            </p:txBody>
          </p:sp>
          <p:sp>
            <p:nvSpPr>
              <p:cNvPr id="53" name="Arc 48"/>
              <p:cNvSpPr>
                <a:spLocks noChangeAspect="1"/>
              </p:cNvSpPr>
              <p:nvPr>
                <p:custDataLst>
                  <p:tags r:id="rId11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/>
                <a:endParaRPr lang="es-419" sz="1837" baseline="0">
                  <a:latin typeface="+mn-lt"/>
                  <a:ea typeface="+mn-ea"/>
                </a:endParaRPr>
              </a:p>
            </p:txBody>
          </p:sp>
        </p:grpSp>
        <p:sp>
          <p:nvSpPr>
            <p:cNvPr id="47" name="Legend1"/>
            <p:cNvSpPr>
              <a:spLocks noChangeArrowheads="1"/>
            </p:cNvSpPr>
            <p:nvPr/>
          </p:nvSpPr>
          <p:spPr bwMode="gray">
            <a:xfrm>
              <a:off x="8089900" y="263524"/>
              <a:ext cx="509026" cy="184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04">
                <a:buClr>
                  <a:schemeClr val="tx2"/>
                </a:buClr>
              </a:pPr>
              <a:r>
                <a:rPr lang="es-419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48" name="Legend2"/>
            <p:cNvSpPr>
              <a:spLocks noChangeArrowheads="1"/>
            </p:cNvSpPr>
            <p:nvPr/>
          </p:nvSpPr>
          <p:spPr bwMode="gray">
            <a:xfrm>
              <a:off x="8089900" y="538163"/>
              <a:ext cx="509026" cy="184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04">
                <a:buClr>
                  <a:schemeClr val="tx2"/>
                </a:buClr>
              </a:pPr>
              <a:r>
                <a:rPr lang="es-419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49" name="Legend3"/>
            <p:cNvSpPr>
              <a:spLocks noChangeArrowheads="1"/>
            </p:cNvSpPr>
            <p:nvPr/>
          </p:nvSpPr>
          <p:spPr bwMode="gray">
            <a:xfrm>
              <a:off x="8089900" y="812802"/>
              <a:ext cx="509026" cy="184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04">
                <a:buClr>
                  <a:schemeClr val="tx2"/>
                </a:buClr>
              </a:pPr>
              <a:r>
                <a:rPr lang="es-419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50" name="Legend4"/>
            <p:cNvSpPr>
              <a:spLocks noChangeArrowheads="1"/>
            </p:cNvSpPr>
            <p:nvPr/>
          </p:nvSpPr>
          <p:spPr bwMode="gray">
            <a:xfrm>
              <a:off x="8089900" y="1084265"/>
              <a:ext cx="509026" cy="184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04">
                <a:buClr>
                  <a:schemeClr val="tx2"/>
                </a:buClr>
              </a:pPr>
              <a:r>
                <a:rPr lang="es-419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51" name="Legend5"/>
            <p:cNvSpPr>
              <a:spLocks noChangeArrowheads="1"/>
            </p:cNvSpPr>
            <p:nvPr/>
          </p:nvSpPr>
          <p:spPr bwMode="gray">
            <a:xfrm>
              <a:off x="8089900" y="1360490"/>
              <a:ext cx="509026" cy="184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04">
                <a:buClr>
                  <a:schemeClr val="tx2"/>
                </a:buClr>
              </a:pPr>
              <a:r>
                <a:rPr lang="es-419" sz="1224" baseline="0">
                  <a:latin typeface="+mn-lt"/>
                  <a:ea typeface="+mn-ea"/>
                </a:rPr>
                <a:t>Legend</a:t>
              </a:r>
            </a:p>
          </p:txBody>
        </p:sp>
      </p:grpSp>
      <p:sp>
        <p:nvSpPr>
          <p:cNvPr id="62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482092" y="1991015"/>
            <a:ext cx="4389573" cy="14440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latinLnBrk="0"/>
            <a:r>
              <a:rPr lang="es-419"/>
              <a:t>Edit Master text styles</a:t>
            </a:r>
          </a:p>
          <a:p>
            <a:pPr lvl="1" latinLnBrk="0"/>
            <a:r>
              <a:rPr lang="es-419"/>
              <a:t>Second level</a:t>
            </a:r>
          </a:p>
          <a:p>
            <a:pPr lvl="2" latinLnBrk="0"/>
            <a:r>
              <a:rPr lang="es-419"/>
              <a:t>Third level</a:t>
            </a:r>
          </a:p>
          <a:p>
            <a:pPr lvl="3" latinLnBrk="0"/>
            <a:r>
              <a:rPr lang="es-419"/>
              <a:t>Fourth level</a:t>
            </a:r>
          </a:p>
          <a:p>
            <a:pPr lvl="4" latinLnBrk="0"/>
            <a:r>
              <a:rPr lang="es-419"/>
              <a:t>Fifth level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D88163E-E79F-44DA-ADB4-10E9D608A42E}"/>
              </a:ext>
            </a:extLst>
          </p:cNvPr>
          <p:cNvGrpSpPr/>
          <p:nvPr/>
        </p:nvGrpSpPr>
        <p:grpSpPr>
          <a:xfrm>
            <a:off x="4930577" y="3168221"/>
            <a:ext cx="7259804" cy="3689779"/>
            <a:chOff x="4832350" y="3105151"/>
            <a:chExt cx="7115175" cy="3616324"/>
          </a:xfrm>
          <a:solidFill>
            <a:schemeClr val="accent1">
              <a:alpha val="15000"/>
            </a:schemeClr>
          </a:solidFill>
        </p:grpSpPr>
        <p:sp>
          <p:nvSpPr>
            <p:cNvPr id="64" name="Freeform 13">
              <a:extLst>
                <a:ext uri="{FF2B5EF4-FFF2-40B4-BE49-F238E27FC236}">
                  <a16:creationId xmlns:a16="http://schemas.microsoft.com/office/drawing/2014/main" id="{08112715-D9B5-4EB4-8939-5F902FF15C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32350" y="3105151"/>
              <a:ext cx="7115175" cy="3616324"/>
            </a:xfrm>
            <a:custGeom>
              <a:avLst/>
              <a:gdLst>
                <a:gd name="T0" fmla="*/ 3293 w 3293"/>
                <a:gd name="T1" fmla="*/ 289 h 1675"/>
                <a:gd name="T2" fmla="*/ 3038 w 3293"/>
                <a:gd name="T3" fmla="*/ 206 h 1675"/>
                <a:gd name="T4" fmla="*/ 2344 w 3293"/>
                <a:gd name="T5" fmla="*/ 26 h 1675"/>
                <a:gd name="T6" fmla="*/ 1994 w 3293"/>
                <a:gd name="T7" fmla="*/ 1 h 1675"/>
                <a:gd name="T8" fmla="*/ 802 w 3293"/>
                <a:gd name="T9" fmla="*/ 507 h 1675"/>
                <a:gd name="T10" fmla="*/ 195 w 3293"/>
                <a:gd name="T11" fmla="*/ 1291 h 1675"/>
                <a:gd name="T12" fmla="*/ 0 w 3293"/>
                <a:gd name="T13" fmla="*/ 1675 h 1675"/>
                <a:gd name="T14" fmla="*/ 227 w 3293"/>
                <a:gd name="T15" fmla="*/ 1675 h 1675"/>
                <a:gd name="T16" fmla="*/ 257 w 3293"/>
                <a:gd name="T17" fmla="*/ 1618 h 1675"/>
                <a:gd name="T18" fmla="*/ 984 w 3293"/>
                <a:gd name="T19" fmla="*/ 591 h 1675"/>
                <a:gd name="T20" fmla="*/ 2306 w 3293"/>
                <a:gd name="T21" fmla="*/ 200 h 1675"/>
                <a:gd name="T22" fmla="*/ 3293 w 3293"/>
                <a:gd name="T23" fmla="*/ 538 h 1675"/>
                <a:gd name="T24" fmla="*/ 3293 w 3293"/>
                <a:gd name="T25" fmla="*/ 289 h 1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93" h="1675">
                  <a:moveTo>
                    <a:pt x="3293" y="289"/>
                  </a:moveTo>
                  <a:cubicBezTo>
                    <a:pt x="3208" y="261"/>
                    <a:pt x="3124" y="230"/>
                    <a:pt x="3038" y="206"/>
                  </a:cubicBezTo>
                  <a:cubicBezTo>
                    <a:pt x="2807" y="143"/>
                    <a:pt x="2577" y="77"/>
                    <a:pt x="2344" y="26"/>
                  </a:cubicBezTo>
                  <a:cubicBezTo>
                    <a:pt x="2231" y="1"/>
                    <a:pt x="2111" y="0"/>
                    <a:pt x="1994" y="1"/>
                  </a:cubicBezTo>
                  <a:cubicBezTo>
                    <a:pt x="1528" y="4"/>
                    <a:pt x="1135" y="184"/>
                    <a:pt x="802" y="507"/>
                  </a:cubicBezTo>
                  <a:cubicBezTo>
                    <a:pt x="562" y="740"/>
                    <a:pt x="358" y="999"/>
                    <a:pt x="195" y="1291"/>
                  </a:cubicBezTo>
                  <a:cubicBezTo>
                    <a:pt x="125" y="1416"/>
                    <a:pt x="64" y="1547"/>
                    <a:pt x="0" y="1675"/>
                  </a:cubicBezTo>
                  <a:cubicBezTo>
                    <a:pt x="75" y="1675"/>
                    <a:pt x="151" y="1675"/>
                    <a:pt x="227" y="1675"/>
                  </a:cubicBezTo>
                  <a:cubicBezTo>
                    <a:pt x="237" y="1656"/>
                    <a:pt x="247" y="1637"/>
                    <a:pt x="257" y="1618"/>
                  </a:cubicBezTo>
                  <a:cubicBezTo>
                    <a:pt x="450" y="1241"/>
                    <a:pt x="678" y="888"/>
                    <a:pt x="984" y="591"/>
                  </a:cubicBezTo>
                  <a:cubicBezTo>
                    <a:pt x="1356" y="229"/>
                    <a:pt x="1799" y="108"/>
                    <a:pt x="2306" y="200"/>
                  </a:cubicBezTo>
                  <a:cubicBezTo>
                    <a:pt x="2652" y="262"/>
                    <a:pt x="2974" y="397"/>
                    <a:pt x="3293" y="538"/>
                  </a:cubicBezTo>
                  <a:cubicBezTo>
                    <a:pt x="3293" y="455"/>
                    <a:pt x="3293" y="372"/>
                    <a:pt x="3293" y="2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419" sz="1837"/>
            </a:p>
          </p:txBody>
        </p:sp>
        <p:sp>
          <p:nvSpPr>
            <p:cNvPr id="65" name="Freeform 14">
              <a:extLst>
                <a:ext uri="{FF2B5EF4-FFF2-40B4-BE49-F238E27FC236}">
                  <a16:creationId xmlns:a16="http://schemas.microsoft.com/office/drawing/2014/main" id="{064A3178-7CEA-4592-BEAE-9BCD6ED2D5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43575" y="3806825"/>
              <a:ext cx="6203950" cy="2914650"/>
            </a:xfrm>
            <a:custGeom>
              <a:avLst/>
              <a:gdLst>
                <a:gd name="T0" fmla="*/ 2871 w 2871"/>
                <a:gd name="T1" fmla="*/ 690 h 1350"/>
                <a:gd name="T2" fmla="*/ 2871 w 2871"/>
                <a:gd name="T3" fmla="*/ 430 h 1350"/>
                <a:gd name="T4" fmla="*/ 2063 w 2871"/>
                <a:gd name="T5" fmla="*/ 88 h 1350"/>
                <a:gd name="T6" fmla="*/ 1159 w 2871"/>
                <a:gd name="T7" fmla="*/ 99 h 1350"/>
                <a:gd name="T8" fmla="*/ 338 w 2871"/>
                <a:gd name="T9" fmla="*/ 756 h 1350"/>
                <a:gd name="T10" fmla="*/ 0 w 2871"/>
                <a:gd name="T11" fmla="*/ 1350 h 1350"/>
                <a:gd name="T12" fmla="*/ 238 w 2871"/>
                <a:gd name="T13" fmla="*/ 1350 h 1350"/>
                <a:gd name="T14" fmla="*/ 403 w 2871"/>
                <a:gd name="T15" fmla="*/ 1054 h 1350"/>
                <a:gd name="T16" fmla="*/ 899 w 2871"/>
                <a:gd name="T17" fmla="*/ 459 h 1350"/>
                <a:gd name="T18" fmla="*/ 1904 w 2871"/>
                <a:gd name="T19" fmla="*/ 233 h 1350"/>
                <a:gd name="T20" fmla="*/ 2871 w 2871"/>
                <a:gd name="T21" fmla="*/ 690 h 1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71" h="1350">
                  <a:moveTo>
                    <a:pt x="2871" y="690"/>
                  </a:moveTo>
                  <a:cubicBezTo>
                    <a:pt x="2871" y="603"/>
                    <a:pt x="2871" y="516"/>
                    <a:pt x="2871" y="430"/>
                  </a:cubicBezTo>
                  <a:cubicBezTo>
                    <a:pt x="2610" y="296"/>
                    <a:pt x="2347" y="168"/>
                    <a:pt x="2063" y="88"/>
                  </a:cubicBezTo>
                  <a:cubicBezTo>
                    <a:pt x="1760" y="3"/>
                    <a:pt x="1459" y="0"/>
                    <a:pt x="1159" y="99"/>
                  </a:cubicBezTo>
                  <a:cubicBezTo>
                    <a:pt x="804" y="216"/>
                    <a:pt x="540" y="452"/>
                    <a:pt x="338" y="756"/>
                  </a:cubicBezTo>
                  <a:cubicBezTo>
                    <a:pt x="213" y="945"/>
                    <a:pt x="112" y="1152"/>
                    <a:pt x="0" y="1350"/>
                  </a:cubicBezTo>
                  <a:cubicBezTo>
                    <a:pt x="79" y="1350"/>
                    <a:pt x="159" y="1350"/>
                    <a:pt x="238" y="1350"/>
                  </a:cubicBezTo>
                  <a:cubicBezTo>
                    <a:pt x="293" y="1252"/>
                    <a:pt x="345" y="1151"/>
                    <a:pt x="403" y="1054"/>
                  </a:cubicBezTo>
                  <a:cubicBezTo>
                    <a:pt x="539" y="831"/>
                    <a:pt x="694" y="624"/>
                    <a:pt x="899" y="459"/>
                  </a:cubicBezTo>
                  <a:cubicBezTo>
                    <a:pt x="1197" y="220"/>
                    <a:pt x="1536" y="146"/>
                    <a:pt x="1904" y="233"/>
                  </a:cubicBezTo>
                  <a:cubicBezTo>
                    <a:pt x="2257" y="317"/>
                    <a:pt x="2568" y="497"/>
                    <a:pt x="2871" y="6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419" sz="1837"/>
            </a:p>
          </p:txBody>
        </p:sp>
        <p:sp>
          <p:nvSpPr>
            <p:cNvPr id="66" name="Freeform 15">
              <a:extLst>
                <a:ext uri="{FF2B5EF4-FFF2-40B4-BE49-F238E27FC236}">
                  <a16:creationId xmlns:a16="http://schemas.microsoft.com/office/drawing/2014/main" id="{B2A1A843-377F-4A71-B053-36CE57A430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57975" y="4592638"/>
              <a:ext cx="5289550" cy="2128837"/>
            </a:xfrm>
            <a:custGeom>
              <a:avLst/>
              <a:gdLst>
                <a:gd name="T0" fmla="*/ 0 w 2448"/>
                <a:gd name="T1" fmla="*/ 986 h 986"/>
                <a:gd name="T2" fmla="*/ 205 w 2448"/>
                <a:gd name="T3" fmla="*/ 986 h 986"/>
                <a:gd name="T4" fmla="*/ 376 w 2448"/>
                <a:gd name="T5" fmla="*/ 680 h 986"/>
                <a:gd name="T6" fmla="*/ 1590 w 2448"/>
                <a:gd name="T7" fmla="*/ 256 h 986"/>
                <a:gd name="T8" fmla="*/ 2199 w 2448"/>
                <a:gd name="T9" fmla="*/ 682 h 986"/>
                <a:gd name="T10" fmla="*/ 2448 w 2448"/>
                <a:gd name="T11" fmla="*/ 965 h 986"/>
                <a:gd name="T12" fmla="*/ 2448 w 2448"/>
                <a:gd name="T13" fmla="*/ 542 h 986"/>
                <a:gd name="T14" fmla="*/ 2416 w 2448"/>
                <a:gd name="T15" fmla="*/ 525 h 986"/>
                <a:gd name="T16" fmla="*/ 1919 w 2448"/>
                <a:gd name="T17" fmla="*/ 202 h 986"/>
                <a:gd name="T18" fmla="*/ 1185 w 2448"/>
                <a:gd name="T19" fmla="*/ 13 h 986"/>
                <a:gd name="T20" fmla="*/ 369 w 2448"/>
                <a:gd name="T21" fmla="*/ 411 h 986"/>
                <a:gd name="T22" fmla="*/ 0 w 2448"/>
                <a:gd name="T23" fmla="*/ 986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48" h="986">
                  <a:moveTo>
                    <a:pt x="0" y="986"/>
                  </a:moveTo>
                  <a:cubicBezTo>
                    <a:pt x="68" y="986"/>
                    <a:pt x="137" y="986"/>
                    <a:pt x="205" y="986"/>
                  </a:cubicBezTo>
                  <a:cubicBezTo>
                    <a:pt x="262" y="884"/>
                    <a:pt x="314" y="779"/>
                    <a:pt x="376" y="680"/>
                  </a:cubicBezTo>
                  <a:cubicBezTo>
                    <a:pt x="604" y="317"/>
                    <a:pt x="1070" y="57"/>
                    <a:pt x="1590" y="256"/>
                  </a:cubicBezTo>
                  <a:cubicBezTo>
                    <a:pt x="1829" y="348"/>
                    <a:pt x="2028" y="495"/>
                    <a:pt x="2199" y="682"/>
                  </a:cubicBezTo>
                  <a:cubicBezTo>
                    <a:pt x="2284" y="775"/>
                    <a:pt x="2365" y="871"/>
                    <a:pt x="2448" y="965"/>
                  </a:cubicBezTo>
                  <a:cubicBezTo>
                    <a:pt x="2448" y="824"/>
                    <a:pt x="2448" y="683"/>
                    <a:pt x="2448" y="542"/>
                  </a:cubicBezTo>
                  <a:cubicBezTo>
                    <a:pt x="2437" y="536"/>
                    <a:pt x="2425" y="532"/>
                    <a:pt x="2416" y="525"/>
                  </a:cubicBezTo>
                  <a:cubicBezTo>
                    <a:pt x="2265" y="395"/>
                    <a:pt x="2095" y="293"/>
                    <a:pt x="1919" y="202"/>
                  </a:cubicBezTo>
                  <a:cubicBezTo>
                    <a:pt x="1689" y="82"/>
                    <a:pt x="1448" y="0"/>
                    <a:pt x="1185" y="13"/>
                  </a:cubicBezTo>
                  <a:cubicBezTo>
                    <a:pt x="857" y="29"/>
                    <a:pt x="586" y="165"/>
                    <a:pt x="369" y="411"/>
                  </a:cubicBezTo>
                  <a:cubicBezTo>
                    <a:pt x="216" y="584"/>
                    <a:pt x="104" y="783"/>
                    <a:pt x="0" y="9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419" sz="1837"/>
            </a:p>
          </p:txBody>
        </p:sp>
        <p:sp>
          <p:nvSpPr>
            <p:cNvPr id="67" name="Freeform 16">
              <a:extLst>
                <a:ext uri="{FF2B5EF4-FFF2-40B4-BE49-F238E27FC236}">
                  <a16:creationId xmlns:a16="http://schemas.microsoft.com/office/drawing/2014/main" id="{59F95470-6F5C-468D-B1EA-AC198AC6ED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0938" y="5211763"/>
              <a:ext cx="3813175" cy="1509712"/>
            </a:xfrm>
            <a:custGeom>
              <a:avLst/>
              <a:gdLst>
                <a:gd name="T0" fmla="*/ 1765 w 1765"/>
                <a:gd name="T1" fmla="*/ 699 h 699"/>
                <a:gd name="T2" fmla="*/ 1108 w 1765"/>
                <a:gd name="T3" fmla="*/ 118 h 699"/>
                <a:gd name="T4" fmla="*/ 109 w 1765"/>
                <a:gd name="T5" fmla="*/ 484 h 699"/>
                <a:gd name="T6" fmla="*/ 0 w 1765"/>
                <a:gd name="T7" fmla="*/ 699 h 699"/>
                <a:gd name="T8" fmla="*/ 227 w 1765"/>
                <a:gd name="T9" fmla="*/ 699 h 699"/>
                <a:gd name="T10" fmla="*/ 428 w 1765"/>
                <a:gd name="T11" fmla="*/ 439 h 699"/>
                <a:gd name="T12" fmla="*/ 824 w 1765"/>
                <a:gd name="T13" fmla="*/ 253 h 699"/>
                <a:gd name="T14" fmla="*/ 1462 w 1765"/>
                <a:gd name="T15" fmla="*/ 699 h 699"/>
                <a:gd name="T16" fmla="*/ 1765 w 1765"/>
                <a:gd name="T17" fmla="*/ 699 h 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65" h="699">
                  <a:moveTo>
                    <a:pt x="1765" y="699"/>
                  </a:moveTo>
                  <a:cubicBezTo>
                    <a:pt x="1618" y="425"/>
                    <a:pt x="1414" y="204"/>
                    <a:pt x="1108" y="118"/>
                  </a:cubicBezTo>
                  <a:cubicBezTo>
                    <a:pt x="694" y="0"/>
                    <a:pt x="348" y="119"/>
                    <a:pt x="109" y="484"/>
                  </a:cubicBezTo>
                  <a:cubicBezTo>
                    <a:pt x="66" y="551"/>
                    <a:pt x="36" y="628"/>
                    <a:pt x="0" y="699"/>
                  </a:cubicBezTo>
                  <a:cubicBezTo>
                    <a:pt x="75" y="699"/>
                    <a:pt x="151" y="699"/>
                    <a:pt x="227" y="699"/>
                  </a:cubicBezTo>
                  <a:cubicBezTo>
                    <a:pt x="294" y="612"/>
                    <a:pt x="353" y="519"/>
                    <a:pt x="428" y="439"/>
                  </a:cubicBezTo>
                  <a:cubicBezTo>
                    <a:pt x="533" y="327"/>
                    <a:pt x="666" y="262"/>
                    <a:pt x="824" y="253"/>
                  </a:cubicBezTo>
                  <a:cubicBezTo>
                    <a:pt x="1110" y="238"/>
                    <a:pt x="1342" y="446"/>
                    <a:pt x="1462" y="699"/>
                  </a:cubicBezTo>
                  <a:cubicBezTo>
                    <a:pt x="1563" y="699"/>
                    <a:pt x="1664" y="699"/>
                    <a:pt x="1765" y="6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419" sz="1837"/>
            </a:p>
          </p:txBody>
        </p:sp>
        <p:sp>
          <p:nvSpPr>
            <p:cNvPr id="68" name="Freeform 17">
              <a:extLst>
                <a:ext uri="{FF2B5EF4-FFF2-40B4-BE49-F238E27FC236}">
                  <a16:creationId xmlns:a16="http://schemas.microsoft.com/office/drawing/2014/main" id="{19804657-7B0A-488C-9CF6-6BA3B58791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35975" y="6038850"/>
              <a:ext cx="1754188" cy="682625"/>
            </a:xfrm>
            <a:custGeom>
              <a:avLst/>
              <a:gdLst>
                <a:gd name="T0" fmla="*/ 812 w 812"/>
                <a:gd name="T1" fmla="*/ 316 h 316"/>
                <a:gd name="T2" fmla="*/ 532 w 812"/>
                <a:gd name="T3" fmla="*/ 64 h 316"/>
                <a:gd name="T4" fmla="*/ 0 w 812"/>
                <a:gd name="T5" fmla="*/ 316 h 316"/>
                <a:gd name="T6" fmla="*/ 227 w 812"/>
                <a:gd name="T7" fmla="*/ 316 h 316"/>
                <a:gd name="T8" fmla="*/ 552 w 812"/>
                <a:gd name="T9" fmla="*/ 316 h 316"/>
                <a:gd name="T10" fmla="*/ 812 w 812"/>
                <a:gd name="T11" fmla="*/ 316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2" h="316">
                  <a:moveTo>
                    <a:pt x="812" y="316"/>
                  </a:moveTo>
                  <a:cubicBezTo>
                    <a:pt x="746" y="202"/>
                    <a:pt x="666" y="104"/>
                    <a:pt x="532" y="64"/>
                  </a:cubicBezTo>
                  <a:cubicBezTo>
                    <a:pt x="319" y="0"/>
                    <a:pt x="94" y="108"/>
                    <a:pt x="0" y="316"/>
                  </a:cubicBezTo>
                  <a:cubicBezTo>
                    <a:pt x="76" y="316"/>
                    <a:pt x="152" y="316"/>
                    <a:pt x="227" y="316"/>
                  </a:cubicBezTo>
                  <a:cubicBezTo>
                    <a:pt x="338" y="187"/>
                    <a:pt x="467" y="187"/>
                    <a:pt x="552" y="316"/>
                  </a:cubicBezTo>
                  <a:cubicBezTo>
                    <a:pt x="639" y="316"/>
                    <a:pt x="726" y="316"/>
                    <a:pt x="812" y="3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s-419" sz="1837"/>
            </a:p>
          </p:txBody>
        </p:sp>
      </p:grpSp>
    </p:spTree>
    <p:extLst>
      <p:ext uri="{BB962C8B-B14F-4D97-AF65-F5344CB8AC3E}">
        <p14:creationId xmlns:p14="http://schemas.microsoft.com/office/powerpoint/2010/main" val="354598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0" r:id="rId1"/>
  </p:sldLayoutIdLst>
  <p:txStyles>
    <p:titleStyle>
      <a:lvl1pPr algn="l" defTabSz="1218064" rtl="0" eaLnBrk="1" fontAlgn="base" hangingPunct="1">
        <a:spcBef>
          <a:spcPct val="0"/>
        </a:spcBef>
        <a:spcAft>
          <a:spcPct val="0"/>
        </a:spcAft>
        <a:tabLst>
          <a:tab pos="367147" algn="l"/>
        </a:tabLst>
        <a:defRPr sz="2041" b="0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1218064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2pPr>
      <a:lvl3pPr algn="l" defTabSz="1218064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3pPr>
      <a:lvl4pPr algn="l" defTabSz="1218064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4pPr>
      <a:lvl5pPr algn="l" defTabSz="1218064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5pPr>
      <a:lvl6pPr marL="621990" algn="l" defTabSz="1218064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6pPr>
      <a:lvl7pPr marL="1243981" algn="l" defTabSz="1218064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7pPr>
      <a:lvl8pPr marL="1865971" algn="l" defTabSz="1218064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8pPr>
      <a:lvl9pPr marL="2487962" algn="l" defTabSz="1218064" rtl="0" eaLnBrk="1" fontAlgn="base" hangingPunct="1">
        <a:spcBef>
          <a:spcPct val="0"/>
        </a:spcBef>
        <a:spcAft>
          <a:spcPct val="0"/>
        </a:spcAft>
        <a:defRPr sz="2584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504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100000"/>
        <a:defRPr lang="es-ES" sz="1632" baseline="0" dirty="0">
          <a:solidFill>
            <a:schemeClr val="tx1"/>
          </a:solidFill>
          <a:latin typeface="+mn-lt"/>
          <a:ea typeface="+mn-ea"/>
          <a:cs typeface="+mn-cs"/>
        </a:defRPr>
      </a:lvl1pPr>
      <a:lvl2pPr marL="198342" indent="-194668" algn="l" defTabSz="913504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lang="es-ES" sz="1632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490765" indent="-291543" algn="l" defTabSz="913504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lang="es-ES" sz="1632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628082" indent="-157939" algn="l" defTabSz="913504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lang="es-ES" sz="1632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63982" indent="-132227" algn="l" defTabSz="913504" rtl="0" eaLnBrk="1" fontAlgn="base" latinLnBrk="0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es-ES" sz="1632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1020065" indent="-177094" algn="l" defTabSz="1218064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76" baseline="0">
          <a:solidFill>
            <a:schemeClr val="tx1"/>
          </a:solidFill>
          <a:latin typeface="+mn-lt"/>
        </a:defRPr>
      </a:lvl6pPr>
      <a:lvl7pPr marL="1020065" indent="-177094" algn="l" defTabSz="1218064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76" baseline="0">
          <a:solidFill>
            <a:schemeClr val="tx1"/>
          </a:solidFill>
          <a:latin typeface="+mn-lt"/>
        </a:defRPr>
      </a:lvl7pPr>
      <a:lvl8pPr marL="1020065" indent="-177094" algn="l" defTabSz="1218064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76" baseline="0">
          <a:solidFill>
            <a:schemeClr val="tx1"/>
          </a:solidFill>
          <a:latin typeface="+mn-lt"/>
        </a:defRPr>
      </a:lvl8pPr>
      <a:lvl9pPr marL="1020065" indent="-177094" algn="l" defTabSz="1218064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2176" baseline="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1243981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1pPr>
      <a:lvl2pPr marL="621990" algn="l" defTabSz="1243981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2pPr>
      <a:lvl3pPr marL="1243981" algn="l" defTabSz="1243981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3pPr>
      <a:lvl4pPr marL="1865971" algn="l" defTabSz="1243981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4pPr>
      <a:lvl5pPr marL="2487962" algn="l" defTabSz="1243981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5pPr>
      <a:lvl6pPr marL="3109952" algn="l" defTabSz="1243981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6pPr>
      <a:lvl7pPr marL="3731943" algn="l" defTabSz="1243981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7pPr>
      <a:lvl8pPr marL="4353932" algn="l" defTabSz="1243981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8pPr>
      <a:lvl9pPr marL="4975924" algn="l" defTabSz="1243981" rtl="0" eaLnBrk="1" latinLnBrk="0" hangingPunct="1">
        <a:defRPr sz="24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2EC8690-8277-5830-2673-A1C4BBBE172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905" y="1905"/>
          <a:ext cx="1906" cy="1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EC8690-8277-5830-2673-A1C4BBBE17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05" y="1905"/>
                        <a:ext cx="1906" cy="1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D22BAB-437F-9AF7-152C-4446DAF1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F31B2F-BF80-A39C-475B-1B4A0C7DDB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200">
                <a:solidFill>
                  <a:srgbClr val="027582"/>
                </a:solidFill>
              </a:defRPr>
            </a:lvl1pPr>
          </a:lstStyle>
          <a:p>
            <a:fld id="{92911ED8-0423-4E46-BDF0-EC1D611987A6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27838F-31D0-6BF6-BE47-FB6E9CF04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E05D8-2CA3-2847-AEAC-4A00D373412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Marcador de título 4">
            <a:extLst>
              <a:ext uri="{FF2B5EF4-FFF2-40B4-BE49-F238E27FC236}">
                <a16:creationId xmlns:a16="http://schemas.microsoft.com/office/drawing/2014/main" id="{C95089D1-05E7-3DF6-A46B-12285180A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Haz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929252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19" r:id="rId1"/>
  </p:sldLayoutIdLst>
  <p:txStyles>
    <p:titleStyle>
      <a:lvl1pPr algn="l" defTabSz="914364" rtl="0" eaLnBrk="1" latinLnBrk="0" hangingPunct="1">
        <a:lnSpc>
          <a:spcPct val="90000"/>
        </a:lnSpc>
        <a:spcBef>
          <a:spcPct val="0"/>
        </a:spcBef>
        <a:buNone/>
        <a:defRPr sz="2600" b="1" i="0" kern="1200">
          <a:solidFill>
            <a:srgbClr val="027582"/>
          </a:solidFill>
          <a:latin typeface="Roboto Black" panose="02000000000000000000" pitchFamily="2" charset="0"/>
          <a:ea typeface="Roboto Black" panose="02000000000000000000" pitchFamily="2" charset="0"/>
          <a:cs typeface="+mj-cs"/>
        </a:defRPr>
      </a:lvl1pPr>
    </p:titleStyle>
    <p:bodyStyle>
      <a:lvl1pPr marL="228590" indent="-228590" algn="l" defTabSz="91436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rgbClr val="56C2B8"/>
          </a:solidFill>
          <a:latin typeface="Roboto" pitchFamily="2" charset="0"/>
          <a:ea typeface="Roboto" pitchFamily="2" charset="0"/>
          <a:cs typeface="+mn-cs"/>
        </a:defRPr>
      </a:lvl1pPr>
      <a:lvl2pPr marL="685772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>
              <a:lumMod val="85000"/>
              <a:lumOff val="15000"/>
            </a:schemeClr>
          </a:solidFill>
          <a:latin typeface="Roboto" pitchFamily="2" charset="0"/>
          <a:ea typeface="Roboto" pitchFamily="2" charset="0"/>
          <a:cs typeface="+mn-cs"/>
        </a:defRPr>
      </a:lvl2pPr>
      <a:lvl3pPr marL="1142954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>
              <a:lumMod val="85000"/>
              <a:lumOff val="15000"/>
            </a:schemeClr>
          </a:solidFill>
          <a:latin typeface="Roboto" pitchFamily="2" charset="0"/>
          <a:ea typeface="Roboto" pitchFamily="2" charset="0"/>
          <a:cs typeface="+mn-cs"/>
        </a:defRPr>
      </a:lvl3pPr>
      <a:lvl4pPr marL="1600136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b="0" i="0" kern="1200">
          <a:solidFill>
            <a:schemeClr val="tx1">
              <a:lumMod val="85000"/>
              <a:lumOff val="15000"/>
            </a:schemeClr>
          </a:solidFill>
          <a:latin typeface="Roboto" pitchFamily="2" charset="0"/>
          <a:ea typeface="Roboto" pitchFamily="2" charset="0"/>
          <a:cs typeface="+mn-cs"/>
        </a:defRPr>
      </a:lvl4pPr>
      <a:lvl5pPr marL="2057317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800" b="0" i="0" kern="1200">
          <a:solidFill>
            <a:schemeClr val="tx1">
              <a:lumMod val="85000"/>
              <a:lumOff val="15000"/>
            </a:schemeClr>
          </a:solidFill>
          <a:latin typeface="Roboto" pitchFamily="2" charset="0"/>
          <a:ea typeface="Roboto" pitchFamily="2" charset="0"/>
          <a:cs typeface="+mn-cs"/>
        </a:defRPr>
      </a:lvl5pPr>
      <a:lvl6pPr marL="2514499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91436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o 8" hidden="1">
            <a:extLst>
              <a:ext uri="{FF2B5EF4-FFF2-40B4-BE49-F238E27FC236}">
                <a16:creationId xmlns:a16="http://schemas.microsoft.com/office/drawing/2014/main" id="{2DA551FA-D91C-A653-5CA1-A3F7E4271D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306" imgH="306" progId="TCLayout.ActiveDocument.1">
                  <p:embed/>
                </p:oleObj>
              </mc:Choice>
              <mc:Fallback>
                <p:oleObj name="Diapositiva de think-cell" r:id="rId5" imgW="306" imgH="306" progId="TCLayout.ActiveDocument.1">
                  <p:embed/>
                  <p:pic>
                    <p:nvPicPr>
                      <p:cNvPr id="9" name="Objeto 8" hidden="1">
                        <a:extLst>
                          <a:ext uri="{FF2B5EF4-FFF2-40B4-BE49-F238E27FC236}">
                            <a16:creationId xmlns:a16="http://schemas.microsoft.com/office/drawing/2014/main" id="{2DA551FA-D91C-A653-5CA1-A3F7E4271D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D22BAB-437F-9AF7-152C-4446DAF1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F31B2F-BF80-A39C-475B-1B4A0C7DDB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27582"/>
                </a:solidFill>
              </a:defRPr>
            </a:lvl1pPr>
          </a:lstStyle>
          <a:p>
            <a:fld id="{92911ED8-0423-4E46-BDF0-EC1D611987A6}" type="datetimeFigureOut">
              <a:rPr lang="es-PE" smtClean="0"/>
              <a:pPr/>
              <a:t>15/01/2026</a:t>
            </a:fld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27838F-31D0-6BF6-BE47-FB6E9CF04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E05D8-2CA3-2847-AEAC-4A00D373412A}" type="slidenum">
              <a:rPr lang="es-PE" smtClean="0"/>
              <a:t>‹#›</a:t>
            </a:fld>
            <a:endParaRPr lang="es-PE"/>
          </a:p>
        </p:txBody>
      </p:sp>
      <p:sp>
        <p:nvSpPr>
          <p:cNvPr id="5" name="Marcador de título 4">
            <a:extLst>
              <a:ext uri="{FF2B5EF4-FFF2-40B4-BE49-F238E27FC236}">
                <a16:creationId xmlns:a16="http://schemas.microsoft.com/office/drawing/2014/main" id="{C95089D1-05E7-3DF6-A46B-12285180A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50243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4" r:id="rId1"/>
    <p:sldLayoutId id="214748458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1" i="0" kern="1200">
          <a:solidFill>
            <a:srgbClr val="027582"/>
          </a:solidFill>
          <a:latin typeface="Roboto Black" panose="02000000000000000000" pitchFamily="2" charset="0"/>
          <a:ea typeface="Roboto Black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rgbClr val="56C2B8"/>
          </a:solidFill>
          <a:latin typeface="Roboto" pitchFamily="2" charset="0"/>
          <a:ea typeface="Roboto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>
              <a:lumMod val="85000"/>
              <a:lumOff val="15000"/>
            </a:schemeClr>
          </a:solidFill>
          <a:latin typeface="Roboto" pitchFamily="2" charset="0"/>
          <a:ea typeface="Roboto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>
              <a:lumMod val="85000"/>
              <a:lumOff val="15000"/>
            </a:schemeClr>
          </a:solidFill>
          <a:latin typeface="Roboto" pitchFamily="2" charset="0"/>
          <a:ea typeface="Roboto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b="0" i="0" kern="1200">
          <a:solidFill>
            <a:schemeClr val="tx1">
              <a:lumMod val="85000"/>
              <a:lumOff val="15000"/>
            </a:schemeClr>
          </a:solidFill>
          <a:latin typeface="Roboto" pitchFamily="2" charset="0"/>
          <a:ea typeface="Roboto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800" b="0" i="0" kern="1200">
          <a:solidFill>
            <a:schemeClr val="tx1">
              <a:lumMod val="85000"/>
              <a:lumOff val="15000"/>
            </a:schemeClr>
          </a:solidFill>
          <a:latin typeface="Roboto" pitchFamily="2" charset="0"/>
          <a:ea typeface="Roboto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8.xml"/><Relationship Id="rId1" Type="http://schemas.openxmlformats.org/officeDocument/2006/relationships/tags" Target="../tags/tag132.xml"/><Relationship Id="rId6" Type="http://schemas.openxmlformats.org/officeDocument/2006/relationships/image" Target="../media/image75.png"/><Relationship Id="rId5" Type="http://schemas.openxmlformats.org/officeDocument/2006/relationships/image" Target="../media/image74.emf"/><Relationship Id="rId4" Type="http://schemas.openxmlformats.org/officeDocument/2006/relationships/oleObject" Target="../embeddings/oleObject26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77.png"/><Relationship Id="rId2" Type="http://schemas.openxmlformats.org/officeDocument/2006/relationships/slideLayout" Target="../slideLayouts/slideLayout60.xml"/><Relationship Id="rId1" Type="http://schemas.openxmlformats.org/officeDocument/2006/relationships/tags" Target="../tags/tag133.xml"/><Relationship Id="rId6" Type="http://schemas.openxmlformats.org/officeDocument/2006/relationships/image" Target="../media/image76.png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7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79.png"/><Relationship Id="rId2" Type="http://schemas.openxmlformats.org/officeDocument/2006/relationships/slideLayout" Target="../slideLayouts/slideLayout60.xml"/><Relationship Id="rId1" Type="http://schemas.openxmlformats.org/officeDocument/2006/relationships/tags" Target="../tags/tag134.x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7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81.png"/><Relationship Id="rId2" Type="http://schemas.openxmlformats.org/officeDocument/2006/relationships/slideLayout" Target="../slideLayouts/slideLayout60.xml"/><Relationship Id="rId1" Type="http://schemas.openxmlformats.org/officeDocument/2006/relationships/tags" Target="../tags/tag135.xml"/><Relationship Id="rId6" Type="http://schemas.openxmlformats.org/officeDocument/2006/relationships/image" Target="../media/image80.png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7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83.png"/><Relationship Id="rId2" Type="http://schemas.openxmlformats.org/officeDocument/2006/relationships/slideLayout" Target="../slideLayouts/slideLayout60.xml"/><Relationship Id="rId1" Type="http://schemas.openxmlformats.org/officeDocument/2006/relationships/tags" Target="../tags/tag136.xml"/><Relationship Id="rId6" Type="http://schemas.openxmlformats.org/officeDocument/2006/relationships/image" Target="../media/image82.png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0.xml"/><Relationship Id="rId1" Type="http://schemas.openxmlformats.org/officeDocument/2006/relationships/tags" Target="../tags/tag137.xml"/><Relationship Id="rId6" Type="http://schemas.openxmlformats.org/officeDocument/2006/relationships/image" Target="../media/image84.png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86.png"/><Relationship Id="rId2" Type="http://schemas.openxmlformats.org/officeDocument/2006/relationships/slideLayout" Target="../slideLayouts/slideLayout60.xml"/><Relationship Id="rId1" Type="http://schemas.openxmlformats.org/officeDocument/2006/relationships/tags" Target="../tags/tag138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29.emf"/><Relationship Id="rId10" Type="http://schemas.openxmlformats.org/officeDocument/2006/relationships/image" Target="../media/image89.png"/><Relationship Id="rId4" Type="http://schemas.openxmlformats.org/officeDocument/2006/relationships/oleObject" Target="../embeddings/oleObject27.bin"/><Relationship Id="rId9" Type="http://schemas.openxmlformats.org/officeDocument/2006/relationships/image" Target="../media/image8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92.png"/><Relationship Id="rId2" Type="http://schemas.openxmlformats.org/officeDocument/2006/relationships/slideLayout" Target="../slideLayouts/slideLayout60.xml"/><Relationship Id="rId1" Type="http://schemas.openxmlformats.org/officeDocument/2006/relationships/tags" Target="../tags/tag139.xml"/><Relationship Id="rId6" Type="http://schemas.openxmlformats.org/officeDocument/2006/relationships/image" Target="../media/image91.png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94.png"/><Relationship Id="rId2" Type="http://schemas.openxmlformats.org/officeDocument/2006/relationships/slideLayout" Target="../slideLayouts/slideLayout60.xml"/><Relationship Id="rId1" Type="http://schemas.openxmlformats.org/officeDocument/2006/relationships/tags" Target="../tags/tag140.xml"/><Relationship Id="rId6" Type="http://schemas.openxmlformats.org/officeDocument/2006/relationships/image" Target="../media/image93.png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96.png"/><Relationship Id="rId2" Type="http://schemas.openxmlformats.org/officeDocument/2006/relationships/slideLayout" Target="../slideLayouts/slideLayout60.xml"/><Relationship Id="rId1" Type="http://schemas.openxmlformats.org/officeDocument/2006/relationships/tags" Target="../tags/tag141.xml"/><Relationship Id="rId6" Type="http://schemas.openxmlformats.org/officeDocument/2006/relationships/image" Target="../media/image95.png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98.png"/><Relationship Id="rId2" Type="http://schemas.openxmlformats.org/officeDocument/2006/relationships/slideLayout" Target="../slideLayouts/slideLayout72.xml"/><Relationship Id="rId1" Type="http://schemas.openxmlformats.org/officeDocument/2006/relationships/tags" Target="../tags/tag142.x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97.png"/><Relationship Id="rId9" Type="http://schemas.openxmlformats.org/officeDocument/2006/relationships/image" Target="../media/image10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2.png"/><Relationship Id="rId2" Type="http://schemas.openxmlformats.org/officeDocument/2006/relationships/slideLayout" Target="../slideLayouts/slideLayout72.xml"/><Relationship Id="rId1" Type="http://schemas.openxmlformats.org/officeDocument/2006/relationships/tags" Target="../tags/tag143.xml"/><Relationship Id="rId6" Type="http://schemas.openxmlformats.org/officeDocument/2006/relationships/image" Target="../media/image101.png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7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05.png"/><Relationship Id="rId2" Type="http://schemas.openxmlformats.org/officeDocument/2006/relationships/slideLayout" Target="../slideLayouts/slideLayout60.xml"/><Relationship Id="rId1" Type="http://schemas.openxmlformats.org/officeDocument/2006/relationships/tags" Target="../tags/tag144.xml"/><Relationship Id="rId6" Type="http://schemas.openxmlformats.org/officeDocument/2006/relationships/image" Target="../media/image104.png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7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0.xml"/><Relationship Id="rId1" Type="http://schemas.openxmlformats.org/officeDocument/2006/relationships/tags" Target="../tags/tag145.xml"/><Relationship Id="rId6" Type="http://schemas.openxmlformats.org/officeDocument/2006/relationships/image" Target="../media/image106.png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0.xml"/><Relationship Id="rId1" Type="http://schemas.openxmlformats.org/officeDocument/2006/relationships/tags" Target="../tags/tag146.xml"/><Relationship Id="rId6" Type="http://schemas.openxmlformats.org/officeDocument/2006/relationships/image" Target="../media/image107.png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DB940985-57B9-A745-8601-5571724DDF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772" y="434353"/>
            <a:ext cx="10410906" cy="1069594"/>
          </a:xfrm>
        </p:spPr>
        <p:txBody>
          <a:bodyPr/>
          <a:lstStyle/>
          <a:p>
            <a:r>
              <a:rPr lang="en-US" dirty="0"/>
              <a:t>LE2 Waste Characterization</a:t>
            </a:r>
          </a:p>
          <a:p>
            <a:r>
              <a:rPr lang="en-US" sz="2400" b="0" dirty="0"/>
              <a:t>LE2 Program Estudios </a:t>
            </a:r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4FB8A605-549E-1F4D-B807-1E7FF37323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772" y="1600068"/>
            <a:ext cx="5872617" cy="756633"/>
          </a:xfrm>
        </p:spPr>
        <p:txBody>
          <a:bodyPr>
            <a:normAutofit/>
          </a:bodyPr>
          <a:lstStyle/>
          <a:p>
            <a:pPr defTabSz="1096240">
              <a:lnSpc>
                <a:spcPct val="100000"/>
              </a:lnSpc>
              <a:spcBef>
                <a:spcPts val="0"/>
              </a:spcBef>
              <a:tabLst>
                <a:tab pos="330426" algn="l"/>
              </a:tabLst>
              <a:defRPr/>
            </a:pPr>
            <a:r>
              <a:rPr lang="en-US" kern="0" dirty="0">
                <a:latin typeface="Arial"/>
              </a:rPr>
              <a:t>Agosto 29, 2025</a:t>
            </a:r>
          </a:p>
          <a:p>
            <a:pPr defTabSz="1096240">
              <a:lnSpc>
                <a:spcPct val="100000"/>
              </a:lnSpc>
              <a:spcBef>
                <a:spcPts val="0"/>
              </a:spcBef>
              <a:tabLst>
                <a:tab pos="330426" algn="l"/>
              </a:tabLst>
              <a:defRPr/>
            </a:pPr>
            <a:endParaRPr lang="en-US" kern="0" dirty="0">
              <a:latin typeface="Arial"/>
            </a:endParaRPr>
          </a:p>
          <a:p>
            <a:pPr marL="0" marR="0" lvl="0" indent="0" algn="l" defTabSz="1096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30426" algn="l"/>
              </a:tabLst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endParaRPr lang="es-PE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A41E517C-4583-5B47-B1AD-661213C0AC58}"/>
              </a:ext>
            </a:extLst>
          </p:cNvPr>
          <p:cNvCxnSpPr>
            <a:cxnSpLocks/>
          </p:cNvCxnSpPr>
          <p:nvPr/>
        </p:nvCxnSpPr>
        <p:spPr>
          <a:xfrm flipH="1">
            <a:off x="542734" y="1503946"/>
            <a:ext cx="945847" cy="1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877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CB4371E-8BD9-F66E-CE4C-BC48D976DD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47" imgH="348" progId="TCLayout.ActiveDocument.1">
                  <p:embed/>
                </p:oleObj>
              </mc:Choice>
              <mc:Fallback>
                <p:oleObj name="Diapositiva de think-cell" r:id="rId4" imgW="347" imgH="34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B4371E-8BD9-F66E-CE4C-BC48D976DD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ítulo 12">
            <a:extLst>
              <a:ext uri="{FF2B5EF4-FFF2-40B4-BE49-F238E27FC236}">
                <a16:creationId xmlns:a16="http://schemas.microsoft.com/office/drawing/2014/main" id="{78A5C3D6-ABDC-A117-8232-030FA7E2626B}"/>
              </a:ext>
            </a:extLst>
          </p:cNvPr>
          <p:cNvSpPr txBox="1">
            <a:spLocks/>
          </p:cNvSpPr>
          <p:nvPr/>
        </p:nvSpPr>
        <p:spPr>
          <a:xfrm>
            <a:off x="199055" y="264372"/>
            <a:ext cx="11451382" cy="37550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02758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+mj-cs"/>
              </a:defRPr>
            </a:lvl1pPr>
          </a:lstStyle>
          <a:p>
            <a:r>
              <a:rPr lang="en-US" dirty="0"/>
              <a:t>Information available</a:t>
            </a:r>
            <a:endParaRPr lang="en-US" dirty="0">
              <a:latin typeface="Roboto Black"/>
              <a:ea typeface="Roboto Black"/>
              <a:cs typeface="Roboto Black"/>
            </a:endParaRPr>
          </a:p>
        </p:txBody>
      </p:sp>
      <p:cxnSp>
        <p:nvCxnSpPr>
          <p:cNvPr id="7" name="Straight Connector 29">
            <a:extLst>
              <a:ext uri="{FF2B5EF4-FFF2-40B4-BE49-F238E27FC236}">
                <a16:creationId xmlns:a16="http://schemas.microsoft.com/office/drawing/2014/main" id="{56898939-0DF9-53A2-9BAF-CF1EB25A4F7D}"/>
              </a:ext>
            </a:extLst>
          </p:cNvPr>
          <p:cNvCxnSpPr>
            <a:cxnSpLocks/>
          </p:cNvCxnSpPr>
          <p:nvPr/>
        </p:nvCxnSpPr>
        <p:spPr>
          <a:xfrm>
            <a:off x="152399" y="862011"/>
            <a:ext cx="11772000" cy="0"/>
          </a:xfrm>
          <a:prstGeom prst="line">
            <a:avLst/>
          </a:prstGeom>
          <a:ln w="19050">
            <a:solidFill>
              <a:srgbClr val="027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D518D54-61CF-A926-8F61-B7475097F4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858" y="1084150"/>
            <a:ext cx="9629775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696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FC1F9-2043-5F4F-3A18-747E769C7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to 24" hidden="1">
            <a:extLst>
              <a:ext uri="{FF2B5EF4-FFF2-40B4-BE49-F238E27FC236}">
                <a16:creationId xmlns:a16="http://schemas.microsoft.com/office/drawing/2014/main" id="{221203AE-0774-9E9B-A31B-31E617BE2B2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06" imgH="306" progId="TCLayout.ActiveDocument.1">
                  <p:embed/>
                </p:oleObj>
              </mc:Choice>
              <mc:Fallback>
                <p:oleObj name="Diapositiva de think-cell" r:id="rId4" imgW="306" imgH="306" progId="TCLayout.ActiveDocument.1">
                  <p:embed/>
                  <p:pic>
                    <p:nvPicPr>
                      <p:cNvPr id="25" name="Objeto 24" hidden="1">
                        <a:extLst>
                          <a:ext uri="{FF2B5EF4-FFF2-40B4-BE49-F238E27FC236}">
                            <a16:creationId xmlns:a16="http://schemas.microsoft.com/office/drawing/2014/main" id="{221203AE-0774-9E9B-A31B-31E617BE2B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2">
            <a:extLst>
              <a:ext uri="{FF2B5EF4-FFF2-40B4-BE49-F238E27FC236}">
                <a16:creationId xmlns:a16="http://schemas.microsoft.com/office/drawing/2014/main" id="{AF947F91-E38D-B99E-4BB3-FE93D18EFA40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8491979" cy="37550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02758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27481"/>
                </a:solidFill>
                <a:effectLst/>
                <a:uLnTx/>
                <a:uFillTx/>
                <a:latin typeface="Roboto Black"/>
                <a:ea typeface="Roboto Black"/>
                <a:cs typeface="Roboto Black"/>
              </a:rPr>
              <a:t>C</a:t>
            </a:r>
            <a:r>
              <a:rPr lang="en-US" dirty="0" err="1">
                <a:solidFill>
                  <a:srgbClr val="027481"/>
                </a:solidFill>
                <a:latin typeface="Roboto Black"/>
                <a:ea typeface="Roboto Black"/>
                <a:cs typeface="Roboto Black"/>
              </a:rPr>
              <a:t>álculo</a:t>
            </a:r>
            <a:r>
              <a:rPr lang="en-US" dirty="0">
                <a:solidFill>
                  <a:srgbClr val="027481"/>
                </a:solidFill>
                <a:latin typeface="Roboto Black"/>
                <a:ea typeface="Roboto Black"/>
                <a:cs typeface="Roboto Black"/>
              </a:rPr>
              <a:t> de Bond Crusher Work Index CBWI por UCS</a:t>
            </a:r>
            <a:endParaRPr kumimoji="0" lang="es-PE" sz="2600" b="1" i="0" u="none" strike="noStrike" kern="1200" cap="none" spc="0" normalizeH="0" baseline="0" noProof="0" dirty="0">
              <a:ln>
                <a:noFill/>
              </a:ln>
              <a:solidFill>
                <a:srgbClr val="027481"/>
              </a:solidFill>
              <a:effectLst/>
              <a:uLnTx/>
              <a:uFillTx/>
              <a:latin typeface="Roboto Black"/>
              <a:ea typeface="Roboto Black"/>
              <a:cs typeface="Roboto Black"/>
            </a:endParaRPr>
          </a:p>
        </p:txBody>
      </p:sp>
      <p:cxnSp>
        <p:nvCxnSpPr>
          <p:cNvPr id="10" name="Straight Connector 29">
            <a:extLst>
              <a:ext uri="{FF2B5EF4-FFF2-40B4-BE49-F238E27FC236}">
                <a16:creationId xmlns:a16="http://schemas.microsoft.com/office/drawing/2014/main" id="{0B560CBA-DDF3-11A1-BC39-063AF2920C3C}"/>
              </a:ext>
            </a:extLst>
          </p:cNvPr>
          <p:cNvCxnSpPr>
            <a:cxnSpLocks/>
          </p:cNvCxnSpPr>
          <p:nvPr/>
        </p:nvCxnSpPr>
        <p:spPr>
          <a:xfrm>
            <a:off x="152399" y="709611"/>
            <a:ext cx="5760720" cy="0"/>
          </a:xfrm>
          <a:prstGeom prst="line">
            <a:avLst/>
          </a:prstGeom>
          <a:ln w="19050">
            <a:solidFill>
              <a:srgbClr val="027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0054FE6-7D2F-0580-AAE3-612F2DAB4A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028" y="1228318"/>
            <a:ext cx="5496754" cy="4443140"/>
          </a:xfrm>
          <a:prstGeom prst="rect">
            <a:avLst/>
          </a:prstGeom>
        </p:spPr>
      </p:pic>
      <p:sp>
        <p:nvSpPr>
          <p:cNvPr id="4" name="Título 12">
            <a:extLst>
              <a:ext uri="{FF2B5EF4-FFF2-40B4-BE49-F238E27FC236}">
                <a16:creationId xmlns:a16="http://schemas.microsoft.com/office/drawing/2014/main" id="{6E0C5D2A-D6EF-0F06-5929-B9AFE28DD55C}"/>
              </a:ext>
            </a:extLst>
          </p:cNvPr>
          <p:cNvSpPr txBox="1">
            <a:spLocks/>
          </p:cNvSpPr>
          <p:nvPr/>
        </p:nvSpPr>
        <p:spPr>
          <a:xfrm>
            <a:off x="7338862" y="1827570"/>
            <a:ext cx="3403514" cy="37550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02758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7481"/>
                </a:solidFill>
                <a:effectLst/>
                <a:uLnTx/>
                <a:uFillTx/>
                <a:latin typeface="Roboto Black"/>
                <a:ea typeface="Roboto Black"/>
                <a:cs typeface="Roboto Black"/>
              </a:rPr>
              <a:t>Antamina BCWI Model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27481"/>
                </a:solidFill>
                <a:effectLst/>
                <a:uLnTx/>
                <a:uFillTx/>
                <a:latin typeface="Roboto Black"/>
                <a:ea typeface="Roboto Black"/>
                <a:cs typeface="Roboto Black"/>
              </a:rPr>
              <a:t>Validación</a:t>
            </a:r>
            <a:endParaRPr kumimoji="0" lang="es-PE" sz="1400" b="1" i="0" u="none" strike="noStrike" kern="1200" cap="none" spc="0" normalizeH="0" baseline="0" noProof="0" dirty="0">
              <a:ln>
                <a:noFill/>
              </a:ln>
              <a:solidFill>
                <a:srgbClr val="027481"/>
              </a:solidFill>
              <a:effectLst/>
              <a:uLnTx/>
              <a:uFillTx/>
              <a:latin typeface="Roboto Black"/>
              <a:ea typeface="Roboto Black"/>
              <a:cs typeface="Roboto Blac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5EC8E7-A40B-4BDB-E57C-19CE305321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9879" y="2416226"/>
            <a:ext cx="6200612" cy="136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971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7744D-F5D2-E0A1-5D86-5B84766EC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E31B94-250A-2C68-F7C5-7566F632533A}"/>
              </a:ext>
            </a:extLst>
          </p:cNvPr>
          <p:cNvSpPr/>
          <p:nvPr/>
        </p:nvSpPr>
        <p:spPr>
          <a:xfrm>
            <a:off x="5497286" y="3910568"/>
            <a:ext cx="6553195" cy="2684563"/>
          </a:xfrm>
          <a:prstGeom prst="rect">
            <a:avLst/>
          </a:prstGeom>
          <a:noFill/>
          <a:ln w="28575">
            <a:solidFill>
              <a:schemeClr val="accent3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49DBEE5-0915-91CE-2487-1E8BA6CE0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206" y="4270774"/>
            <a:ext cx="6271618" cy="22497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FE0BFAF-D02B-74D8-F9A3-53B214AFBB26}"/>
              </a:ext>
            </a:extLst>
          </p:cNvPr>
          <p:cNvSpPr/>
          <p:nvPr/>
        </p:nvSpPr>
        <p:spPr>
          <a:xfrm>
            <a:off x="152399" y="1055915"/>
            <a:ext cx="6368144" cy="2684563"/>
          </a:xfrm>
          <a:prstGeom prst="rect">
            <a:avLst/>
          </a:prstGeom>
          <a:noFill/>
          <a:ln w="28575">
            <a:solidFill>
              <a:schemeClr val="accent3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5" name="Objeto 24" hidden="1">
            <a:extLst>
              <a:ext uri="{FF2B5EF4-FFF2-40B4-BE49-F238E27FC236}">
                <a16:creationId xmlns:a16="http://schemas.microsoft.com/office/drawing/2014/main" id="{0B1A180B-F80D-486F-3AFC-C44113BFEF8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306" imgH="306" progId="TCLayout.ActiveDocument.1">
                  <p:embed/>
                </p:oleObj>
              </mc:Choice>
              <mc:Fallback>
                <p:oleObj name="Diapositiva de think-cell" r:id="rId5" imgW="306" imgH="306" progId="TCLayout.ActiveDocument.1">
                  <p:embed/>
                  <p:pic>
                    <p:nvPicPr>
                      <p:cNvPr id="25" name="Objeto 24" hidden="1">
                        <a:extLst>
                          <a:ext uri="{FF2B5EF4-FFF2-40B4-BE49-F238E27FC236}">
                            <a16:creationId xmlns:a16="http://schemas.microsoft.com/office/drawing/2014/main" id="{0B1A180B-F80D-486F-3AFC-C44113BFEF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2">
            <a:extLst>
              <a:ext uri="{FF2B5EF4-FFF2-40B4-BE49-F238E27FC236}">
                <a16:creationId xmlns:a16="http://schemas.microsoft.com/office/drawing/2014/main" id="{31AA7506-3DC7-39B9-2744-4EC079409C30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8491979" cy="37550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02758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27481"/>
                </a:solidFill>
                <a:effectLst/>
                <a:uLnTx/>
                <a:uFillTx/>
                <a:latin typeface="Roboto Black"/>
                <a:ea typeface="Roboto Black"/>
                <a:cs typeface="Roboto Black"/>
              </a:rPr>
              <a:t>Bases de Datos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027481"/>
                </a:solidFill>
                <a:effectLst/>
                <a:uLnTx/>
                <a:uFillTx/>
                <a:latin typeface="Roboto Black"/>
                <a:ea typeface="Roboto Black"/>
                <a:cs typeface="Roboto Black"/>
              </a:rPr>
              <a:t>Geología</a:t>
            </a:r>
            <a:endParaRPr kumimoji="0" lang="es-PE" sz="2600" b="1" i="0" u="none" strike="noStrike" kern="1200" cap="none" spc="0" normalizeH="0" baseline="0" noProof="0" dirty="0">
              <a:ln>
                <a:noFill/>
              </a:ln>
              <a:solidFill>
                <a:srgbClr val="027481"/>
              </a:solidFill>
              <a:effectLst/>
              <a:uLnTx/>
              <a:uFillTx/>
              <a:latin typeface="Roboto Black"/>
              <a:ea typeface="Roboto Black"/>
              <a:cs typeface="Roboto Black"/>
            </a:endParaRPr>
          </a:p>
        </p:txBody>
      </p:sp>
      <p:cxnSp>
        <p:nvCxnSpPr>
          <p:cNvPr id="10" name="Straight Connector 29">
            <a:extLst>
              <a:ext uri="{FF2B5EF4-FFF2-40B4-BE49-F238E27FC236}">
                <a16:creationId xmlns:a16="http://schemas.microsoft.com/office/drawing/2014/main" id="{62CE99D5-8326-9414-3248-E0CBA1FFE120}"/>
              </a:ext>
            </a:extLst>
          </p:cNvPr>
          <p:cNvCxnSpPr>
            <a:cxnSpLocks/>
          </p:cNvCxnSpPr>
          <p:nvPr/>
        </p:nvCxnSpPr>
        <p:spPr>
          <a:xfrm>
            <a:off x="152399" y="728661"/>
            <a:ext cx="5760720" cy="0"/>
          </a:xfrm>
          <a:prstGeom prst="line">
            <a:avLst/>
          </a:prstGeom>
          <a:ln w="19050">
            <a:solidFill>
              <a:srgbClr val="027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606B504-ACC6-D4EF-A0CE-21BF72204F8F}"/>
              </a:ext>
            </a:extLst>
          </p:cNvPr>
          <p:cNvSpPr txBox="1"/>
          <p:nvPr/>
        </p:nvSpPr>
        <p:spPr>
          <a:xfrm>
            <a:off x="235441" y="885825"/>
            <a:ext cx="4162388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PE" sz="1600" b="1" dirty="0">
                <a:solidFill>
                  <a:srgbClr val="027481"/>
                </a:solidFill>
              </a:rPr>
              <a:t>Data </a:t>
            </a:r>
            <a:r>
              <a:rPr lang="es-PE" sz="1600" b="1" dirty="0" err="1">
                <a:solidFill>
                  <a:srgbClr val="027481"/>
                </a:solidFill>
              </a:rPr>
              <a:t>Frame</a:t>
            </a:r>
            <a:r>
              <a:rPr lang="es-PE" sz="1600" b="1" dirty="0">
                <a:solidFill>
                  <a:srgbClr val="027481"/>
                </a:solidFill>
              </a:rPr>
              <a:t> del Modelo de Bloques Geológico:</a:t>
            </a:r>
          </a:p>
          <a:p>
            <a:r>
              <a:rPr lang="es-PE" sz="1200" dirty="0">
                <a:solidFill>
                  <a:srgbClr val="027481"/>
                </a:solidFill>
              </a:rPr>
              <a:t>SIMULACIONES_MR2024_V3.CSV </a:t>
            </a:r>
          </a:p>
          <a:p>
            <a:r>
              <a:rPr lang="es-PE" sz="1200" dirty="0">
                <a:solidFill>
                  <a:srgbClr val="027481"/>
                </a:solidFill>
              </a:rPr>
              <a:t>Evaluación de 310,000 registros</a:t>
            </a:r>
            <a:endParaRPr lang="es-ES" sz="1200" dirty="0">
              <a:solidFill>
                <a:srgbClr val="02748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14C1A0-EE51-7BA9-B9CF-68B84F8471F2}"/>
              </a:ext>
            </a:extLst>
          </p:cNvPr>
          <p:cNvSpPr txBox="1"/>
          <p:nvPr/>
        </p:nvSpPr>
        <p:spPr>
          <a:xfrm>
            <a:off x="7794172" y="3713898"/>
            <a:ext cx="4140066" cy="8002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s-PE" sz="1600" b="1" dirty="0">
                <a:solidFill>
                  <a:srgbClr val="027481"/>
                </a:solidFill>
              </a:rPr>
              <a:t>Data </a:t>
            </a:r>
            <a:r>
              <a:rPr lang="es-PE" sz="1600" b="1" dirty="0" err="1">
                <a:solidFill>
                  <a:srgbClr val="027481"/>
                </a:solidFill>
              </a:rPr>
              <a:t>Frame</a:t>
            </a:r>
            <a:r>
              <a:rPr lang="es-PE" sz="1600" b="1" dirty="0">
                <a:solidFill>
                  <a:srgbClr val="027481"/>
                </a:solidFill>
              </a:rPr>
              <a:t> de Testigos Taladros Core </a:t>
            </a:r>
            <a:r>
              <a:rPr lang="es-PE" sz="1600" b="1" dirty="0" err="1">
                <a:solidFill>
                  <a:srgbClr val="027481"/>
                </a:solidFill>
              </a:rPr>
              <a:t>Samples</a:t>
            </a:r>
            <a:r>
              <a:rPr lang="es-PE" sz="1600" b="1" dirty="0">
                <a:solidFill>
                  <a:srgbClr val="027481"/>
                </a:solidFill>
              </a:rPr>
              <a:t>:</a:t>
            </a:r>
          </a:p>
          <a:p>
            <a:pPr algn="r"/>
            <a:r>
              <a:rPr lang="es-PE" sz="1600" b="1" dirty="0">
                <a:solidFill>
                  <a:srgbClr val="027481"/>
                </a:solidFill>
              </a:rPr>
              <a:t> </a:t>
            </a:r>
            <a:r>
              <a:rPr lang="en-US" sz="1400" dirty="0">
                <a:solidFill>
                  <a:srgbClr val="027481"/>
                </a:solidFill>
              </a:rPr>
              <a:t>Merged_Table_Assay_lito_12JUNIO2025_ult.CSV</a:t>
            </a:r>
            <a:endParaRPr lang="es-PE" sz="1400" b="1" dirty="0">
              <a:solidFill>
                <a:srgbClr val="027481"/>
              </a:solidFill>
            </a:endParaRPr>
          </a:p>
          <a:p>
            <a:pPr algn="r"/>
            <a:r>
              <a:rPr lang="es-PE" sz="1400" dirty="0">
                <a:solidFill>
                  <a:srgbClr val="027481"/>
                </a:solidFill>
              </a:rPr>
              <a:t>Evaluación de 248,000 registros</a:t>
            </a:r>
            <a:endParaRPr lang="es-ES" sz="1400" dirty="0">
              <a:solidFill>
                <a:srgbClr val="02748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6ECFCD0-B996-B31F-D306-EB265A9E99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380" y="1584219"/>
            <a:ext cx="5957477" cy="199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862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C08F4-2A20-E359-9145-A07FDA7CE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to 24" hidden="1">
            <a:extLst>
              <a:ext uri="{FF2B5EF4-FFF2-40B4-BE49-F238E27FC236}">
                <a16:creationId xmlns:a16="http://schemas.microsoft.com/office/drawing/2014/main" id="{B6D09C94-0FF5-A724-74B0-F74A36D7241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06" imgH="306" progId="TCLayout.ActiveDocument.1">
                  <p:embed/>
                </p:oleObj>
              </mc:Choice>
              <mc:Fallback>
                <p:oleObj name="Diapositiva de think-cell" r:id="rId4" imgW="306" imgH="306" progId="TCLayout.ActiveDocument.1">
                  <p:embed/>
                  <p:pic>
                    <p:nvPicPr>
                      <p:cNvPr id="25" name="Objeto 24" hidden="1">
                        <a:extLst>
                          <a:ext uri="{FF2B5EF4-FFF2-40B4-BE49-F238E27FC236}">
                            <a16:creationId xmlns:a16="http://schemas.microsoft.com/office/drawing/2014/main" id="{B6D09C94-0FF5-A724-74B0-F74A36D724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2">
            <a:extLst>
              <a:ext uri="{FF2B5EF4-FFF2-40B4-BE49-F238E27FC236}">
                <a16:creationId xmlns:a16="http://schemas.microsoft.com/office/drawing/2014/main" id="{D4237A97-1923-934E-9D5F-3DD8ABDB8D65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8491979" cy="37550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02758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27481"/>
                </a:solidFill>
                <a:effectLst/>
                <a:uLnTx/>
                <a:uFillTx/>
                <a:latin typeface="Roboto Black"/>
                <a:ea typeface="Roboto Black"/>
                <a:cs typeface="Roboto Black"/>
              </a:rPr>
              <a:t>Resultados</a:t>
            </a:r>
            <a:endParaRPr kumimoji="0" lang="es-PE" sz="2600" b="1" i="0" u="none" strike="noStrike" kern="1200" cap="none" spc="0" normalizeH="0" baseline="0" noProof="0" dirty="0">
              <a:ln>
                <a:noFill/>
              </a:ln>
              <a:solidFill>
                <a:srgbClr val="027481"/>
              </a:solidFill>
              <a:effectLst/>
              <a:uLnTx/>
              <a:uFillTx/>
              <a:latin typeface="Roboto Black"/>
              <a:ea typeface="Roboto Black"/>
              <a:cs typeface="Roboto Black"/>
            </a:endParaRPr>
          </a:p>
        </p:txBody>
      </p:sp>
      <p:cxnSp>
        <p:nvCxnSpPr>
          <p:cNvPr id="10" name="Straight Connector 29">
            <a:extLst>
              <a:ext uri="{FF2B5EF4-FFF2-40B4-BE49-F238E27FC236}">
                <a16:creationId xmlns:a16="http://schemas.microsoft.com/office/drawing/2014/main" id="{7782991C-2373-1A78-6F04-7A2D13C50EF5}"/>
              </a:ext>
            </a:extLst>
          </p:cNvPr>
          <p:cNvCxnSpPr>
            <a:cxnSpLocks/>
          </p:cNvCxnSpPr>
          <p:nvPr/>
        </p:nvCxnSpPr>
        <p:spPr>
          <a:xfrm>
            <a:off x="152399" y="728661"/>
            <a:ext cx="5760720" cy="0"/>
          </a:xfrm>
          <a:prstGeom prst="line">
            <a:avLst/>
          </a:prstGeom>
          <a:ln w="19050">
            <a:solidFill>
              <a:srgbClr val="027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3C1F3F2-E2CB-A9B1-AACB-67F78D4B6FBC}"/>
              </a:ext>
            </a:extLst>
          </p:cNvPr>
          <p:cNvSpPr txBox="1"/>
          <p:nvPr/>
        </p:nvSpPr>
        <p:spPr>
          <a:xfrm>
            <a:off x="235441" y="1175076"/>
            <a:ext cx="2279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>
                <a:solidFill>
                  <a:srgbClr val="027481"/>
                </a:solidFill>
              </a:rPr>
              <a:t>UCS Bloques Geología</a:t>
            </a:r>
            <a:endParaRPr lang="es-ES" b="1" dirty="0">
              <a:solidFill>
                <a:srgbClr val="02748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E031FC-B4DC-A45D-B487-23C16A68B689}"/>
              </a:ext>
            </a:extLst>
          </p:cNvPr>
          <p:cNvSpPr txBox="1"/>
          <p:nvPr/>
        </p:nvSpPr>
        <p:spPr>
          <a:xfrm>
            <a:off x="7198174" y="1175076"/>
            <a:ext cx="3630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 err="1">
                <a:solidFill>
                  <a:srgbClr val="027481"/>
                </a:solidFill>
              </a:rPr>
              <a:t>Crusher</a:t>
            </a:r>
            <a:r>
              <a:rPr lang="es-PE" b="1" dirty="0">
                <a:solidFill>
                  <a:srgbClr val="027481"/>
                </a:solidFill>
              </a:rPr>
              <a:t> Bond </a:t>
            </a:r>
            <a:r>
              <a:rPr lang="es-PE" b="1" dirty="0" err="1">
                <a:solidFill>
                  <a:srgbClr val="027481"/>
                </a:solidFill>
              </a:rPr>
              <a:t>Work</a:t>
            </a:r>
            <a:r>
              <a:rPr lang="es-PE" b="1" dirty="0">
                <a:solidFill>
                  <a:srgbClr val="027481"/>
                </a:solidFill>
              </a:rPr>
              <a:t> </a:t>
            </a:r>
            <a:r>
              <a:rPr lang="es-PE" b="1" dirty="0" err="1">
                <a:solidFill>
                  <a:srgbClr val="027481"/>
                </a:solidFill>
              </a:rPr>
              <a:t>Index</a:t>
            </a:r>
            <a:r>
              <a:rPr lang="es-PE" b="1" dirty="0">
                <a:solidFill>
                  <a:srgbClr val="027481"/>
                </a:solidFill>
              </a:rPr>
              <a:t> </a:t>
            </a:r>
            <a:r>
              <a:rPr lang="es-PE" b="1" dirty="0" err="1">
                <a:solidFill>
                  <a:srgbClr val="027481"/>
                </a:solidFill>
              </a:rPr>
              <a:t>Estimated</a:t>
            </a:r>
            <a:endParaRPr lang="es-ES" b="1" dirty="0">
              <a:solidFill>
                <a:srgbClr val="02748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135497-C806-FB2C-41CF-B968D2D89A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68" y="2009480"/>
            <a:ext cx="5917180" cy="32039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7DF894-EC15-1B4F-F1E4-792B02A2A9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5283" y="2009479"/>
            <a:ext cx="5890969" cy="319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634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DF7DC-36A8-0CF4-DE53-663A6B949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to 24" hidden="1">
            <a:extLst>
              <a:ext uri="{FF2B5EF4-FFF2-40B4-BE49-F238E27FC236}">
                <a16:creationId xmlns:a16="http://schemas.microsoft.com/office/drawing/2014/main" id="{91B3BA07-B938-4810-EF2B-CE30596F6C9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06" imgH="306" progId="TCLayout.ActiveDocument.1">
                  <p:embed/>
                </p:oleObj>
              </mc:Choice>
              <mc:Fallback>
                <p:oleObj name="Diapositiva de think-cell" r:id="rId4" imgW="306" imgH="306" progId="TCLayout.ActiveDocument.1">
                  <p:embed/>
                  <p:pic>
                    <p:nvPicPr>
                      <p:cNvPr id="25" name="Objeto 24" hidden="1">
                        <a:extLst>
                          <a:ext uri="{FF2B5EF4-FFF2-40B4-BE49-F238E27FC236}">
                            <a16:creationId xmlns:a16="http://schemas.microsoft.com/office/drawing/2014/main" id="{91B3BA07-B938-4810-EF2B-CE30596F6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2">
            <a:extLst>
              <a:ext uri="{FF2B5EF4-FFF2-40B4-BE49-F238E27FC236}">
                <a16:creationId xmlns:a16="http://schemas.microsoft.com/office/drawing/2014/main" id="{64D3D4E6-BC8E-220A-E6B2-B2696A25E86B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8491979" cy="37550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02758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27481"/>
                </a:solidFill>
                <a:effectLst/>
                <a:uLnTx/>
                <a:uFillTx/>
                <a:latin typeface="Roboto Black"/>
                <a:ea typeface="Roboto Black"/>
                <a:cs typeface="Roboto Black"/>
              </a:rPr>
              <a:t>Resultados</a:t>
            </a:r>
            <a:endParaRPr kumimoji="0" lang="es-PE" sz="2600" b="1" i="0" u="none" strike="noStrike" kern="1200" cap="none" spc="0" normalizeH="0" baseline="0" noProof="0" dirty="0">
              <a:ln>
                <a:noFill/>
              </a:ln>
              <a:solidFill>
                <a:srgbClr val="027481"/>
              </a:solidFill>
              <a:effectLst/>
              <a:uLnTx/>
              <a:uFillTx/>
              <a:latin typeface="Roboto Black"/>
              <a:ea typeface="Roboto Black"/>
              <a:cs typeface="Roboto Black"/>
            </a:endParaRPr>
          </a:p>
        </p:txBody>
      </p:sp>
      <p:cxnSp>
        <p:nvCxnSpPr>
          <p:cNvPr id="10" name="Straight Connector 29">
            <a:extLst>
              <a:ext uri="{FF2B5EF4-FFF2-40B4-BE49-F238E27FC236}">
                <a16:creationId xmlns:a16="http://schemas.microsoft.com/office/drawing/2014/main" id="{66E66D30-6E3F-B9BA-3DC6-EC27F7819BE6}"/>
              </a:ext>
            </a:extLst>
          </p:cNvPr>
          <p:cNvCxnSpPr>
            <a:cxnSpLocks/>
          </p:cNvCxnSpPr>
          <p:nvPr/>
        </p:nvCxnSpPr>
        <p:spPr>
          <a:xfrm>
            <a:off x="152399" y="728661"/>
            <a:ext cx="5760720" cy="0"/>
          </a:xfrm>
          <a:prstGeom prst="line">
            <a:avLst/>
          </a:prstGeom>
          <a:ln w="19050">
            <a:solidFill>
              <a:srgbClr val="027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51FE309-DB01-5949-37F0-4840F9F7C557}"/>
              </a:ext>
            </a:extLst>
          </p:cNvPr>
          <p:cNvSpPr txBox="1"/>
          <p:nvPr/>
        </p:nvSpPr>
        <p:spPr>
          <a:xfrm>
            <a:off x="235441" y="885825"/>
            <a:ext cx="5614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27481"/>
                </a:solidFill>
              </a:rPr>
              <a:t>UCS y Crusher Bond Work Index </a:t>
            </a:r>
            <a:r>
              <a:rPr lang="en-US" b="1" dirty="0" err="1">
                <a:solidFill>
                  <a:srgbClr val="027481"/>
                </a:solidFill>
              </a:rPr>
              <a:t>estimado</a:t>
            </a:r>
            <a:r>
              <a:rPr lang="en-US" b="1" dirty="0">
                <a:solidFill>
                  <a:srgbClr val="027481"/>
                </a:solidFill>
              </a:rPr>
              <a:t> </a:t>
            </a:r>
            <a:r>
              <a:rPr lang="en-US" b="1" dirty="0" err="1">
                <a:solidFill>
                  <a:srgbClr val="027481"/>
                </a:solidFill>
              </a:rPr>
              <a:t>anual</a:t>
            </a:r>
            <a:r>
              <a:rPr lang="en-US" b="1" dirty="0">
                <a:solidFill>
                  <a:srgbClr val="027481"/>
                </a:solidFill>
              </a:rPr>
              <a:t> LE1 y LE2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119F2E-38BD-EB5A-70C6-0AAB7B1ACA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786415"/>
            <a:ext cx="5725884" cy="32851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8FB640-5675-04C6-9526-CBF53F3E6F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441" y="1786415"/>
            <a:ext cx="5830467" cy="328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590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B3E24-626E-F232-70AC-F25336C97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to 24" hidden="1">
            <a:extLst>
              <a:ext uri="{FF2B5EF4-FFF2-40B4-BE49-F238E27FC236}">
                <a16:creationId xmlns:a16="http://schemas.microsoft.com/office/drawing/2014/main" id="{D27181AC-11C9-BB13-ECCD-EF418972C99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06" imgH="306" progId="TCLayout.ActiveDocument.1">
                  <p:embed/>
                </p:oleObj>
              </mc:Choice>
              <mc:Fallback>
                <p:oleObj name="Diapositiva de think-cell" r:id="rId4" imgW="306" imgH="306" progId="TCLayout.ActiveDocument.1">
                  <p:embed/>
                  <p:pic>
                    <p:nvPicPr>
                      <p:cNvPr id="25" name="Objeto 24" hidden="1">
                        <a:extLst>
                          <a:ext uri="{FF2B5EF4-FFF2-40B4-BE49-F238E27FC236}">
                            <a16:creationId xmlns:a16="http://schemas.microsoft.com/office/drawing/2014/main" id="{D27181AC-11C9-BB13-ECCD-EF418972C9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2">
            <a:extLst>
              <a:ext uri="{FF2B5EF4-FFF2-40B4-BE49-F238E27FC236}">
                <a16:creationId xmlns:a16="http://schemas.microsoft.com/office/drawing/2014/main" id="{235B758A-786F-8437-A692-0F11A89EED69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8491979" cy="37550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02758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+mj-cs"/>
              </a:defRPr>
            </a:lvl1pPr>
          </a:lstStyle>
          <a:p>
            <a:pPr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27481"/>
                </a:solidFill>
                <a:effectLst/>
                <a:uLnTx/>
                <a:uFillTx/>
                <a:latin typeface="Roboto Black"/>
                <a:ea typeface="Roboto Black"/>
                <a:cs typeface="Roboto Black"/>
              </a:rPr>
              <a:t>Resultados: </a:t>
            </a:r>
            <a:r>
              <a:rPr lang="es-PE" sz="1600" dirty="0">
                <a:solidFill>
                  <a:srgbClr val="027481"/>
                </a:solidFill>
              </a:rPr>
              <a:t>CBWI anual por Litologías para LE2</a:t>
            </a:r>
            <a:endParaRPr lang="es-ES" dirty="0">
              <a:solidFill>
                <a:srgbClr val="027481"/>
              </a:solidFill>
            </a:endParaRPr>
          </a:p>
        </p:txBody>
      </p:sp>
      <p:cxnSp>
        <p:nvCxnSpPr>
          <p:cNvPr id="10" name="Straight Connector 29">
            <a:extLst>
              <a:ext uri="{FF2B5EF4-FFF2-40B4-BE49-F238E27FC236}">
                <a16:creationId xmlns:a16="http://schemas.microsoft.com/office/drawing/2014/main" id="{27068C74-67B6-4ED2-D689-80333B8B57CB}"/>
              </a:ext>
            </a:extLst>
          </p:cNvPr>
          <p:cNvCxnSpPr>
            <a:cxnSpLocks/>
          </p:cNvCxnSpPr>
          <p:nvPr/>
        </p:nvCxnSpPr>
        <p:spPr>
          <a:xfrm>
            <a:off x="152399" y="728661"/>
            <a:ext cx="5760720" cy="0"/>
          </a:xfrm>
          <a:prstGeom prst="line">
            <a:avLst/>
          </a:prstGeom>
          <a:ln w="19050">
            <a:solidFill>
              <a:srgbClr val="027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80B6B03-0833-F344-D354-E5E7EBDB58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289" y="847039"/>
            <a:ext cx="10112759" cy="563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966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C2ED6-4E49-D05D-112B-D2B352163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to 24" hidden="1">
            <a:extLst>
              <a:ext uri="{FF2B5EF4-FFF2-40B4-BE49-F238E27FC236}">
                <a16:creationId xmlns:a16="http://schemas.microsoft.com/office/drawing/2014/main" id="{C2DF06DC-9D84-F2E6-F86D-99133743242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06" imgH="306" progId="TCLayout.ActiveDocument.1">
                  <p:embed/>
                </p:oleObj>
              </mc:Choice>
              <mc:Fallback>
                <p:oleObj name="Diapositiva de think-cell" r:id="rId4" imgW="306" imgH="306" progId="TCLayout.ActiveDocument.1">
                  <p:embed/>
                  <p:pic>
                    <p:nvPicPr>
                      <p:cNvPr id="25" name="Objeto 24" hidden="1">
                        <a:extLst>
                          <a:ext uri="{FF2B5EF4-FFF2-40B4-BE49-F238E27FC236}">
                            <a16:creationId xmlns:a16="http://schemas.microsoft.com/office/drawing/2014/main" id="{C2DF06DC-9D84-F2E6-F86D-9913374324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2">
            <a:extLst>
              <a:ext uri="{FF2B5EF4-FFF2-40B4-BE49-F238E27FC236}">
                <a16:creationId xmlns:a16="http://schemas.microsoft.com/office/drawing/2014/main" id="{91A749C0-370F-FC11-8E7C-C41EE93BBDA0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8491979" cy="37550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02758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27481"/>
                </a:solidFill>
                <a:effectLst/>
                <a:uLnTx/>
                <a:uFillTx/>
                <a:latin typeface="Roboto Black"/>
                <a:ea typeface="Roboto Black"/>
                <a:cs typeface="Roboto Black"/>
              </a:rPr>
              <a:t>Resultados</a:t>
            </a:r>
            <a:endParaRPr kumimoji="0" lang="es-PE" sz="2600" b="1" i="0" u="none" strike="noStrike" kern="1200" cap="none" spc="0" normalizeH="0" baseline="0" noProof="0" dirty="0">
              <a:ln>
                <a:noFill/>
              </a:ln>
              <a:solidFill>
                <a:srgbClr val="027481"/>
              </a:solidFill>
              <a:effectLst/>
              <a:uLnTx/>
              <a:uFillTx/>
              <a:latin typeface="Roboto Black"/>
              <a:ea typeface="Roboto Black"/>
              <a:cs typeface="Roboto Black"/>
            </a:endParaRPr>
          </a:p>
        </p:txBody>
      </p:sp>
      <p:cxnSp>
        <p:nvCxnSpPr>
          <p:cNvPr id="10" name="Straight Connector 29">
            <a:extLst>
              <a:ext uri="{FF2B5EF4-FFF2-40B4-BE49-F238E27FC236}">
                <a16:creationId xmlns:a16="http://schemas.microsoft.com/office/drawing/2014/main" id="{4D7323BF-A30C-FF18-643F-E13DF309A667}"/>
              </a:ext>
            </a:extLst>
          </p:cNvPr>
          <p:cNvCxnSpPr>
            <a:cxnSpLocks/>
          </p:cNvCxnSpPr>
          <p:nvPr/>
        </p:nvCxnSpPr>
        <p:spPr>
          <a:xfrm>
            <a:off x="152399" y="728661"/>
            <a:ext cx="5760720" cy="0"/>
          </a:xfrm>
          <a:prstGeom prst="line">
            <a:avLst/>
          </a:prstGeom>
          <a:ln w="19050">
            <a:solidFill>
              <a:srgbClr val="027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56ACA0C-F367-4A3B-F50B-49B2366B2257}"/>
              </a:ext>
            </a:extLst>
          </p:cNvPr>
          <p:cNvSpPr txBox="1"/>
          <p:nvPr/>
        </p:nvSpPr>
        <p:spPr>
          <a:xfrm>
            <a:off x="235441" y="885825"/>
            <a:ext cx="8283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>
                <a:solidFill>
                  <a:srgbClr val="027481"/>
                </a:solidFill>
              </a:rPr>
              <a:t>Histogramas de distribución para UCS, Abrasión y Densidad en Core Samples y Blocks</a:t>
            </a:r>
            <a:endParaRPr lang="es-ES" b="1" dirty="0">
              <a:solidFill>
                <a:srgbClr val="02748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9D761C-F07E-FCB6-63FA-BBE0A30526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441" y="1412320"/>
            <a:ext cx="4006659" cy="20552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562E32-5FC1-0BBC-D8A0-263365A96F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442" y="3633441"/>
            <a:ext cx="3542396" cy="19136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364D61-9938-9218-DFBF-82DEA5C076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9400" y="1412320"/>
            <a:ext cx="3891921" cy="19609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BF22CC-1EBE-0C8F-A803-AE45B68FD6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8672" y="3633440"/>
            <a:ext cx="3658843" cy="19136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B9C537-807A-97A1-A5EE-08F88EA4E8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4593" y="1448895"/>
            <a:ext cx="3891920" cy="18914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2BB4CE-E972-5B63-E151-BAC957F20F0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4592" y="3517704"/>
            <a:ext cx="3329367" cy="178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455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B8697-D727-C916-D13C-C3DABD6B8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to 24" hidden="1">
            <a:extLst>
              <a:ext uri="{FF2B5EF4-FFF2-40B4-BE49-F238E27FC236}">
                <a16:creationId xmlns:a16="http://schemas.microsoft.com/office/drawing/2014/main" id="{6DC81554-E639-1BDA-C485-5BD32FAD40C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06" imgH="306" progId="TCLayout.ActiveDocument.1">
                  <p:embed/>
                </p:oleObj>
              </mc:Choice>
              <mc:Fallback>
                <p:oleObj name="Diapositiva de think-cell" r:id="rId4" imgW="306" imgH="306" progId="TCLayout.ActiveDocument.1">
                  <p:embed/>
                  <p:pic>
                    <p:nvPicPr>
                      <p:cNvPr id="25" name="Objeto 24" hidden="1">
                        <a:extLst>
                          <a:ext uri="{FF2B5EF4-FFF2-40B4-BE49-F238E27FC236}">
                            <a16:creationId xmlns:a16="http://schemas.microsoft.com/office/drawing/2014/main" id="{6DC81554-E639-1BDA-C485-5BD32FAD4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2">
            <a:extLst>
              <a:ext uri="{FF2B5EF4-FFF2-40B4-BE49-F238E27FC236}">
                <a16:creationId xmlns:a16="http://schemas.microsoft.com/office/drawing/2014/main" id="{00793663-2F53-748B-1657-1E61EA9255B5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8491979" cy="37550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02758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27481"/>
                </a:solidFill>
                <a:effectLst/>
                <a:uLnTx/>
                <a:uFillTx/>
                <a:latin typeface="Roboto Black"/>
                <a:ea typeface="Roboto Black"/>
                <a:cs typeface="Roboto Black"/>
              </a:rPr>
              <a:t>Resultados</a:t>
            </a:r>
            <a:endParaRPr kumimoji="0" lang="es-PE" sz="2600" b="1" i="0" u="none" strike="noStrike" kern="1200" cap="none" spc="0" normalizeH="0" baseline="0" noProof="0" dirty="0">
              <a:ln>
                <a:noFill/>
              </a:ln>
              <a:solidFill>
                <a:srgbClr val="027481"/>
              </a:solidFill>
              <a:effectLst/>
              <a:uLnTx/>
              <a:uFillTx/>
              <a:latin typeface="Roboto Black"/>
              <a:ea typeface="Roboto Black"/>
              <a:cs typeface="Roboto Black"/>
            </a:endParaRPr>
          </a:p>
        </p:txBody>
      </p:sp>
      <p:cxnSp>
        <p:nvCxnSpPr>
          <p:cNvPr id="10" name="Straight Connector 29">
            <a:extLst>
              <a:ext uri="{FF2B5EF4-FFF2-40B4-BE49-F238E27FC236}">
                <a16:creationId xmlns:a16="http://schemas.microsoft.com/office/drawing/2014/main" id="{1C07A844-4DD3-BAF7-5B9F-AF106F138961}"/>
              </a:ext>
            </a:extLst>
          </p:cNvPr>
          <p:cNvCxnSpPr>
            <a:cxnSpLocks/>
          </p:cNvCxnSpPr>
          <p:nvPr/>
        </p:nvCxnSpPr>
        <p:spPr>
          <a:xfrm>
            <a:off x="152399" y="728661"/>
            <a:ext cx="5760720" cy="0"/>
          </a:xfrm>
          <a:prstGeom prst="line">
            <a:avLst/>
          </a:prstGeom>
          <a:ln w="19050">
            <a:solidFill>
              <a:srgbClr val="027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7D0FDC9-94D8-8E3E-641F-47E69611C1CB}"/>
              </a:ext>
            </a:extLst>
          </p:cNvPr>
          <p:cNvSpPr txBox="1"/>
          <p:nvPr/>
        </p:nvSpPr>
        <p:spPr>
          <a:xfrm>
            <a:off x="235441" y="885825"/>
            <a:ext cx="3925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>
                <a:solidFill>
                  <a:srgbClr val="027481"/>
                </a:solidFill>
              </a:rPr>
              <a:t>Bloques del Plan Minero de PLP y LOM </a:t>
            </a:r>
            <a:endParaRPr lang="es-ES" b="1" dirty="0">
              <a:solidFill>
                <a:srgbClr val="02748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3DD77D-02E2-7101-9C0C-B5D1376961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99" y="1598949"/>
            <a:ext cx="5572016" cy="36601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C3060E-193B-2108-3FCB-D637B32235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1809" y="1598949"/>
            <a:ext cx="5612509" cy="366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164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B00F8-F152-084B-2D48-C49712629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to 24" hidden="1">
            <a:extLst>
              <a:ext uri="{FF2B5EF4-FFF2-40B4-BE49-F238E27FC236}">
                <a16:creationId xmlns:a16="http://schemas.microsoft.com/office/drawing/2014/main" id="{42EE8451-033E-A1CB-EB22-175B24D56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06" imgH="306" progId="TCLayout.ActiveDocument.1">
                  <p:embed/>
                </p:oleObj>
              </mc:Choice>
              <mc:Fallback>
                <p:oleObj name="Diapositiva de think-cell" r:id="rId4" imgW="306" imgH="306" progId="TCLayout.ActiveDocument.1">
                  <p:embed/>
                  <p:pic>
                    <p:nvPicPr>
                      <p:cNvPr id="25" name="Objeto 24" hidden="1">
                        <a:extLst>
                          <a:ext uri="{FF2B5EF4-FFF2-40B4-BE49-F238E27FC236}">
                            <a16:creationId xmlns:a16="http://schemas.microsoft.com/office/drawing/2014/main" id="{42EE8451-033E-A1CB-EB22-175B24D56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2">
            <a:extLst>
              <a:ext uri="{FF2B5EF4-FFF2-40B4-BE49-F238E27FC236}">
                <a16:creationId xmlns:a16="http://schemas.microsoft.com/office/drawing/2014/main" id="{0FA82927-979C-900B-EE22-1C632BCB7538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8491979" cy="37550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02758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27481"/>
                </a:solidFill>
                <a:effectLst/>
                <a:uLnTx/>
                <a:uFillTx/>
                <a:latin typeface="Roboto Black"/>
                <a:ea typeface="Roboto Black"/>
                <a:cs typeface="Roboto Black"/>
              </a:rPr>
              <a:t>Resultados</a:t>
            </a:r>
            <a:endParaRPr kumimoji="0" lang="es-PE" sz="2600" b="1" i="0" u="none" strike="noStrike" kern="1200" cap="none" spc="0" normalizeH="0" baseline="0" noProof="0" dirty="0">
              <a:ln>
                <a:noFill/>
              </a:ln>
              <a:solidFill>
                <a:srgbClr val="027481"/>
              </a:solidFill>
              <a:effectLst/>
              <a:uLnTx/>
              <a:uFillTx/>
              <a:latin typeface="Roboto Black"/>
              <a:ea typeface="Roboto Black"/>
              <a:cs typeface="Roboto Black"/>
            </a:endParaRPr>
          </a:p>
        </p:txBody>
      </p:sp>
      <p:cxnSp>
        <p:nvCxnSpPr>
          <p:cNvPr id="10" name="Straight Connector 29">
            <a:extLst>
              <a:ext uri="{FF2B5EF4-FFF2-40B4-BE49-F238E27FC236}">
                <a16:creationId xmlns:a16="http://schemas.microsoft.com/office/drawing/2014/main" id="{F2E4291F-413D-FDFD-72DA-AA876608702C}"/>
              </a:ext>
            </a:extLst>
          </p:cNvPr>
          <p:cNvCxnSpPr>
            <a:cxnSpLocks/>
          </p:cNvCxnSpPr>
          <p:nvPr/>
        </p:nvCxnSpPr>
        <p:spPr>
          <a:xfrm>
            <a:off x="152399" y="728661"/>
            <a:ext cx="5760720" cy="0"/>
          </a:xfrm>
          <a:prstGeom prst="line">
            <a:avLst/>
          </a:prstGeom>
          <a:ln w="19050">
            <a:solidFill>
              <a:srgbClr val="027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C7F6590-3918-BB84-863F-F675B15D12B1}"/>
              </a:ext>
            </a:extLst>
          </p:cNvPr>
          <p:cNvSpPr txBox="1"/>
          <p:nvPr/>
        </p:nvSpPr>
        <p:spPr>
          <a:xfrm>
            <a:off x="235441" y="885825"/>
            <a:ext cx="531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>
                <a:solidFill>
                  <a:srgbClr val="027481"/>
                </a:solidFill>
              </a:rPr>
              <a:t>Muestras de Taladros de Waste Geología por </a:t>
            </a:r>
            <a:r>
              <a:rPr lang="es-PE" b="1" dirty="0" err="1">
                <a:solidFill>
                  <a:srgbClr val="027481"/>
                </a:solidFill>
              </a:rPr>
              <a:t>Litologia</a:t>
            </a:r>
            <a:endParaRPr lang="es-ES" b="1" dirty="0">
              <a:solidFill>
                <a:srgbClr val="02748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D5C5B0-B408-C55C-BF50-DE05436583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99" y="1524856"/>
            <a:ext cx="5933906" cy="35066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1148B0-684F-19FA-76D2-4FA6338220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4444" y="1524856"/>
            <a:ext cx="5602691" cy="364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462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DBD89-FF72-C23A-6BE9-D86E65182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to 24" hidden="1">
            <a:extLst>
              <a:ext uri="{FF2B5EF4-FFF2-40B4-BE49-F238E27FC236}">
                <a16:creationId xmlns:a16="http://schemas.microsoft.com/office/drawing/2014/main" id="{26EF0A7B-8FB6-9E99-E48D-4CF08311CA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06" imgH="306" progId="TCLayout.ActiveDocument.1">
                  <p:embed/>
                </p:oleObj>
              </mc:Choice>
              <mc:Fallback>
                <p:oleObj name="Diapositiva de think-cell" r:id="rId4" imgW="306" imgH="306" progId="TCLayout.ActiveDocument.1">
                  <p:embed/>
                  <p:pic>
                    <p:nvPicPr>
                      <p:cNvPr id="25" name="Objeto 24" hidden="1">
                        <a:extLst>
                          <a:ext uri="{FF2B5EF4-FFF2-40B4-BE49-F238E27FC236}">
                            <a16:creationId xmlns:a16="http://schemas.microsoft.com/office/drawing/2014/main" id="{26EF0A7B-8FB6-9E99-E48D-4CF08311CA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2">
            <a:extLst>
              <a:ext uri="{FF2B5EF4-FFF2-40B4-BE49-F238E27FC236}">
                <a16:creationId xmlns:a16="http://schemas.microsoft.com/office/drawing/2014/main" id="{A5FBC3A5-114E-48F0-C330-5F9BD28F817C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8491979" cy="37550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02758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+mj-cs"/>
              </a:defRPr>
            </a:lvl1pPr>
          </a:lstStyle>
          <a:p>
            <a:pPr>
              <a:defRPr/>
            </a:pPr>
            <a:r>
              <a:rPr lang="es-PE" dirty="0">
                <a:solidFill>
                  <a:srgbClr val="027481"/>
                </a:solidFill>
              </a:rPr>
              <a:t>Análisis de la Representatividad</a:t>
            </a:r>
            <a:endParaRPr kumimoji="0" lang="es-PE" sz="2600" b="1" i="0" u="none" strike="noStrike" kern="1200" cap="none" spc="0" normalizeH="0" baseline="0" noProof="0" dirty="0">
              <a:ln>
                <a:noFill/>
              </a:ln>
              <a:solidFill>
                <a:srgbClr val="027481"/>
              </a:solidFill>
              <a:effectLst/>
              <a:uLnTx/>
              <a:uFillTx/>
              <a:latin typeface="Roboto Black"/>
              <a:ea typeface="Roboto Black"/>
              <a:cs typeface="Roboto Black"/>
            </a:endParaRPr>
          </a:p>
        </p:txBody>
      </p:sp>
      <p:cxnSp>
        <p:nvCxnSpPr>
          <p:cNvPr id="10" name="Straight Connector 29">
            <a:extLst>
              <a:ext uri="{FF2B5EF4-FFF2-40B4-BE49-F238E27FC236}">
                <a16:creationId xmlns:a16="http://schemas.microsoft.com/office/drawing/2014/main" id="{687522D4-4C91-0ED0-ADFE-114E8E994DD1}"/>
              </a:ext>
            </a:extLst>
          </p:cNvPr>
          <p:cNvCxnSpPr>
            <a:cxnSpLocks/>
          </p:cNvCxnSpPr>
          <p:nvPr/>
        </p:nvCxnSpPr>
        <p:spPr>
          <a:xfrm>
            <a:off x="152399" y="728661"/>
            <a:ext cx="5760720" cy="0"/>
          </a:xfrm>
          <a:prstGeom prst="line">
            <a:avLst/>
          </a:prstGeom>
          <a:ln w="19050">
            <a:solidFill>
              <a:srgbClr val="027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5FDDB14-1E2D-B7AC-9D95-F91214B2C40F}"/>
              </a:ext>
            </a:extLst>
          </p:cNvPr>
          <p:cNvSpPr txBox="1"/>
          <p:nvPr/>
        </p:nvSpPr>
        <p:spPr>
          <a:xfrm>
            <a:off x="235441" y="885825"/>
            <a:ext cx="5704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>
                <a:solidFill>
                  <a:srgbClr val="027481"/>
                </a:solidFill>
              </a:rPr>
              <a:t>Representatividad en Taladros por bloques 200 m x 200 m</a:t>
            </a:r>
            <a:endParaRPr lang="es-ES" b="1" dirty="0">
              <a:solidFill>
                <a:srgbClr val="02748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203346-12C3-C52D-39E7-8931CF251C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5284" y="1255157"/>
            <a:ext cx="8185307" cy="53189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8C5EFD-CA1A-E993-2C26-3E42320877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4296" y="1248427"/>
            <a:ext cx="8090452" cy="532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609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DC94C-1D7A-761D-FE12-4473112DB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F2F38E4D-FF1A-C958-1C70-B93AA8C4B9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683" t="39624" b="34265"/>
          <a:stretch>
            <a:fillRect/>
          </a:stretch>
        </p:blipFill>
        <p:spPr>
          <a:xfrm>
            <a:off x="4526879" y="5353294"/>
            <a:ext cx="7608495" cy="635597"/>
          </a:xfrm>
          <a:prstGeom prst="rect">
            <a:avLst/>
          </a:prstGeom>
        </p:spPr>
      </p:pic>
      <p:graphicFrame>
        <p:nvGraphicFramePr>
          <p:cNvPr id="25" name="Objeto 24" hidden="1">
            <a:extLst>
              <a:ext uri="{FF2B5EF4-FFF2-40B4-BE49-F238E27FC236}">
                <a16:creationId xmlns:a16="http://schemas.microsoft.com/office/drawing/2014/main" id="{B98D0AD6-7662-22F0-FA74-77E5C5F3A97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306" imgH="306" progId="TCLayout.ActiveDocument.1">
                  <p:embed/>
                </p:oleObj>
              </mc:Choice>
              <mc:Fallback>
                <p:oleObj name="Diapositiva de think-cell" r:id="rId5" imgW="306" imgH="306" progId="TCLayout.ActiveDocument.1">
                  <p:embed/>
                  <p:pic>
                    <p:nvPicPr>
                      <p:cNvPr id="25" name="Objeto 24" hidden="1">
                        <a:extLst>
                          <a:ext uri="{FF2B5EF4-FFF2-40B4-BE49-F238E27FC236}">
                            <a16:creationId xmlns:a16="http://schemas.microsoft.com/office/drawing/2014/main" id="{B98D0AD6-7662-22F0-FA74-77E5C5F3A9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2">
            <a:extLst>
              <a:ext uri="{FF2B5EF4-FFF2-40B4-BE49-F238E27FC236}">
                <a16:creationId xmlns:a16="http://schemas.microsoft.com/office/drawing/2014/main" id="{DD75BB51-881C-5278-4365-BFF60FE30D80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8491979" cy="37550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02758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+mj-cs"/>
              </a:defRPr>
            </a:lvl1pPr>
          </a:lstStyle>
          <a:p>
            <a:pPr lvl="0">
              <a:defRPr/>
            </a:pPr>
            <a:r>
              <a:rPr lang="en-US" b="0" dirty="0" err="1">
                <a:solidFill>
                  <a:srgbClr val="027481"/>
                </a:solidFill>
                <a:latin typeface="Roboto Black"/>
                <a:ea typeface="Roboto Black"/>
                <a:cs typeface="Roboto Black"/>
              </a:rPr>
              <a:t>Muestras</a:t>
            </a:r>
            <a:r>
              <a:rPr lang="en-US" b="0" dirty="0">
                <a:solidFill>
                  <a:srgbClr val="027481"/>
                </a:solidFill>
                <a:latin typeface="Roboto Black"/>
                <a:ea typeface="Roboto Black"/>
                <a:cs typeface="Roboto Black"/>
              </a:rPr>
              <a:t> Core </a:t>
            </a:r>
            <a:r>
              <a:rPr lang="en-US" b="0" dirty="0" err="1">
                <a:solidFill>
                  <a:srgbClr val="027481"/>
                </a:solidFill>
                <a:latin typeface="Roboto Black"/>
                <a:ea typeface="Roboto Black"/>
                <a:cs typeface="Roboto Black"/>
              </a:rPr>
              <a:t>Geotecnia</a:t>
            </a:r>
            <a:r>
              <a:rPr lang="en-US" b="0" dirty="0">
                <a:solidFill>
                  <a:srgbClr val="027481"/>
                </a:solidFill>
                <a:latin typeface="Roboto Black"/>
                <a:ea typeface="Roboto Black"/>
                <a:cs typeface="Roboto Black"/>
              </a:rPr>
              <a:t> </a:t>
            </a:r>
            <a:endParaRPr kumimoji="0" lang="es-PE" sz="2600" b="1" i="0" u="none" strike="noStrike" kern="1200" cap="none" spc="0" normalizeH="0" baseline="0" noProof="0" dirty="0">
              <a:ln>
                <a:noFill/>
              </a:ln>
              <a:solidFill>
                <a:srgbClr val="027481"/>
              </a:solidFill>
              <a:effectLst/>
              <a:uLnTx/>
              <a:uFillTx/>
              <a:latin typeface="Roboto Black"/>
              <a:ea typeface="Roboto Black"/>
              <a:cs typeface="Roboto Black"/>
            </a:endParaRPr>
          </a:p>
        </p:txBody>
      </p:sp>
      <p:cxnSp>
        <p:nvCxnSpPr>
          <p:cNvPr id="10" name="Straight Connector 29">
            <a:extLst>
              <a:ext uri="{FF2B5EF4-FFF2-40B4-BE49-F238E27FC236}">
                <a16:creationId xmlns:a16="http://schemas.microsoft.com/office/drawing/2014/main" id="{05C3F25A-22D7-0B70-FB0A-515F2ADC56E1}"/>
              </a:ext>
            </a:extLst>
          </p:cNvPr>
          <p:cNvCxnSpPr>
            <a:cxnSpLocks/>
          </p:cNvCxnSpPr>
          <p:nvPr/>
        </p:nvCxnSpPr>
        <p:spPr>
          <a:xfrm>
            <a:off x="152399" y="728661"/>
            <a:ext cx="5760720" cy="0"/>
          </a:xfrm>
          <a:prstGeom prst="line">
            <a:avLst/>
          </a:prstGeom>
          <a:ln w="19050">
            <a:solidFill>
              <a:srgbClr val="027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33A2283-C3A6-4E76-DF79-9B5B8925264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729" b="2650"/>
          <a:stretch>
            <a:fillRect/>
          </a:stretch>
        </p:blipFill>
        <p:spPr>
          <a:xfrm>
            <a:off x="242887" y="805598"/>
            <a:ext cx="6398886" cy="43760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99ED8F-BCB9-F931-4656-1BE0E1952C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1973" y="1247550"/>
            <a:ext cx="4686954" cy="32198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F61033-97C6-02CB-EC08-C93E1D0DD2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1973" y="892512"/>
            <a:ext cx="3495983" cy="43699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5EEF8E-823E-20B3-F098-90951102F1A0}"/>
              </a:ext>
            </a:extLst>
          </p:cNvPr>
          <p:cNvSpPr/>
          <p:nvPr/>
        </p:nvSpPr>
        <p:spPr>
          <a:xfrm>
            <a:off x="242889" y="2800351"/>
            <a:ext cx="2747962" cy="569764"/>
          </a:xfrm>
          <a:prstGeom prst="roundRect">
            <a:avLst>
              <a:gd name="adj" fmla="val 6949"/>
            </a:avLst>
          </a:prstGeom>
          <a:solidFill>
            <a:srgbClr val="FFFF00">
              <a:alpha val="14000"/>
            </a:srgbClr>
          </a:solidFill>
          <a:ln w="127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0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7CBADE-8905-7BC8-B11F-47315C29BD2A}"/>
              </a:ext>
            </a:extLst>
          </p:cNvPr>
          <p:cNvSpPr/>
          <p:nvPr/>
        </p:nvSpPr>
        <p:spPr>
          <a:xfrm>
            <a:off x="6971973" y="2602041"/>
            <a:ext cx="1080000" cy="485795"/>
          </a:xfrm>
          <a:prstGeom prst="roundRect">
            <a:avLst>
              <a:gd name="adj" fmla="val 6949"/>
            </a:avLst>
          </a:prstGeom>
          <a:solidFill>
            <a:srgbClr val="FFFF00">
              <a:alpha val="14000"/>
            </a:srgbClr>
          </a:solidFill>
          <a:ln w="127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0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01132F9-2E03-FA46-2514-4C9366E7B5E1}"/>
              </a:ext>
            </a:extLst>
          </p:cNvPr>
          <p:cNvSpPr/>
          <p:nvPr/>
        </p:nvSpPr>
        <p:spPr>
          <a:xfrm>
            <a:off x="8559635" y="2568505"/>
            <a:ext cx="432000" cy="519331"/>
          </a:xfrm>
          <a:prstGeom prst="roundRect">
            <a:avLst>
              <a:gd name="adj" fmla="val 6949"/>
            </a:avLst>
          </a:prstGeom>
          <a:solidFill>
            <a:srgbClr val="FFFF00">
              <a:alpha val="14000"/>
            </a:srgbClr>
          </a:solidFill>
          <a:ln w="127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0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B13AB11-131B-7F61-7199-EB02D54DB94C}"/>
              </a:ext>
            </a:extLst>
          </p:cNvPr>
          <p:cNvSpPr/>
          <p:nvPr/>
        </p:nvSpPr>
        <p:spPr>
          <a:xfrm>
            <a:off x="242889" y="3392373"/>
            <a:ext cx="2747962" cy="569764"/>
          </a:xfrm>
          <a:prstGeom prst="roundRect">
            <a:avLst>
              <a:gd name="adj" fmla="val 6949"/>
            </a:avLst>
          </a:prstGeom>
          <a:solidFill>
            <a:srgbClr val="FF0000">
              <a:alpha val="14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2"/>
            <a:endParaRPr lang="es-ES" sz="1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6C44D3C-EB34-CB3A-914D-9C1E37059CE2}"/>
              </a:ext>
            </a:extLst>
          </p:cNvPr>
          <p:cNvSpPr/>
          <p:nvPr/>
        </p:nvSpPr>
        <p:spPr>
          <a:xfrm>
            <a:off x="6971973" y="3129821"/>
            <a:ext cx="1080000" cy="461105"/>
          </a:xfrm>
          <a:prstGeom prst="roundRect">
            <a:avLst>
              <a:gd name="adj" fmla="val 6949"/>
            </a:avLst>
          </a:prstGeom>
          <a:solidFill>
            <a:srgbClr val="FF0000">
              <a:alpha val="14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0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B9DE5BA-ED1E-AE36-A567-55CFEAF275A6}"/>
              </a:ext>
            </a:extLst>
          </p:cNvPr>
          <p:cNvSpPr/>
          <p:nvPr/>
        </p:nvSpPr>
        <p:spPr>
          <a:xfrm>
            <a:off x="8559635" y="3129821"/>
            <a:ext cx="432000" cy="461105"/>
          </a:xfrm>
          <a:prstGeom prst="roundRect">
            <a:avLst>
              <a:gd name="adj" fmla="val 6949"/>
            </a:avLst>
          </a:prstGeom>
          <a:solidFill>
            <a:srgbClr val="FF0000">
              <a:alpha val="14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0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AAC88C-9FFA-EBA2-C5A1-19F4E46A2BA3}"/>
              </a:ext>
            </a:extLst>
          </p:cNvPr>
          <p:cNvSpPr txBox="1"/>
          <p:nvPr/>
        </p:nvSpPr>
        <p:spPr>
          <a:xfrm>
            <a:off x="242887" y="5483008"/>
            <a:ext cx="42839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LMH </a:t>
            </a:r>
            <a:r>
              <a:rPr lang="en-US" dirty="0" err="1"/>
              <a:t>Calizas</a:t>
            </a:r>
            <a:r>
              <a:rPr lang="en-US" dirty="0"/>
              <a:t> </a:t>
            </a:r>
            <a:r>
              <a:rPr lang="en-US" dirty="0" err="1"/>
              <a:t>Desmonte</a:t>
            </a:r>
            <a:r>
              <a:rPr lang="en-US" dirty="0"/>
              <a:t> (limestone Hornfels)</a:t>
            </a:r>
          </a:p>
          <a:p>
            <a:r>
              <a:rPr lang="en-US" dirty="0"/>
              <a:t>XDP </a:t>
            </a:r>
            <a:r>
              <a:rPr lang="en-US" dirty="0" err="1"/>
              <a:t>Exoskarn</a:t>
            </a:r>
            <a:r>
              <a:rPr lang="en-US" dirty="0"/>
              <a:t> mayor </a:t>
            </a:r>
            <a:r>
              <a:rPr lang="en-US" dirty="0" err="1"/>
              <a:t>desmonte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194D796-0D3E-63CB-52AB-9902A5EC634D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 flipV="1">
            <a:off x="2990851" y="2844939"/>
            <a:ext cx="3981122" cy="240294"/>
          </a:xfrm>
          <a:prstGeom prst="straightConnector1">
            <a:avLst/>
          </a:prstGeom>
          <a:ln w="12700">
            <a:solidFill>
              <a:srgbClr val="FFC00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D9E1D9-AE17-91DA-5BA5-BDA953F4E594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2990851" y="3360374"/>
            <a:ext cx="3981122" cy="392476"/>
          </a:xfrm>
          <a:prstGeom prst="straightConnector1">
            <a:avLst/>
          </a:prstGeom>
          <a:ln w="12700">
            <a:solidFill>
              <a:srgbClr val="FF000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FCF48EA-F3E3-7003-DE2C-4A9C1A3123C2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7511973" y="3590926"/>
            <a:ext cx="1327227" cy="1819274"/>
          </a:xfrm>
          <a:prstGeom prst="straightConnector1">
            <a:avLst/>
          </a:prstGeom>
          <a:ln w="12700">
            <a:solidFill>
              <a:srgbClr val="FF000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F12EBB6-9241-8CC2-10AA-B3BEFEF89C9A}"/>
              </a:ext>
            </a:extLst>
          </p:cNvPr>
          <p:cNvSpPr/>
          <p:nvPr/>
        </p:nvSpPr>
        <p:spPr>
          <a:xfrm>
            <a:off x="242889" y="4010025"/>
            <a:ext cx="2747962" cy="542925"/>
          </a:xfrm>
          <a:prstGeom prst="roundRect">
            <a:avLst>
              <a:gd name="adj" fmla="val 6949"/>
            </a:avLst>
          </a:prstGeom>
          <a:solidFill>
            <a:schemeClr val="accent3">
              <a:lumMod val="75000"/>
              <a:lumOff val="25000"/>
              <a:alpha val="14000"/>
            </a:schemeClr>
          </a:solidFill>
          <a:ln w="127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2"/>
            <a:endParaRPr lang="es-ES" sz="100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E330047-390D-5B43-B258-82B1078783B0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 flipV="1">
            <a:off x="2990851" y="4007682"/>
            <a:ext cx="3981122" cy="273806"/>
          </a:xfrm>
          <a:prstGeom prst="straightConnector1">
            <a:avLst/>
          </a:prstGeom>
          <a:ln w="12700">
            <a:solidFill>
              <a:srgbClr val="0070C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D42D1AC-4ABF-F5E2-FA1B-33D67A3E9C26}"/>
              </a:ext>
            </a:extLst>
          </p:cNvPr>
          <p:cNvSpPr/>
          <p:nvPr/>
        </p:nvSpPr>
        <p:spPr>
          <a:xfrm>
            <a:off x="6971973" y="3654997"/>
            <a:ext cx="1080000" cy="705369"/>
          </a:xfrm>
          <a:prstGeom prst="roundRect">
            <a:avLst>
              <a:gd name="adj" fmla="val 6949"/>
            </a:avLst>
          </a:prstGeom>
          <a:solidFill>
            <a:schemeClr val="accent3">
              <a:lumMod val="75000"/>
              <a:lumOff val="25000"/>
              <a:alpha val="14000"/>
            </a:schemeClr>
          </a:solidFill>
          <a:ln w="127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0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C5C0D29-E6E3-F7AA-1427-97E9A091106B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5257800" y="4360366"/>
            <a:ext cx="2254173" cy="992928"/>
          </a:xfrm>
          <a:prstGeom prst="straightConnector1">
            <a:avLst/>
          </a:prstGeom>
          <a:ln w="12700">
            <a:solidFill>
              <a:srgbClr val="0070C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BBDCD9C-F103-49CF-9D07-F060937BB3A9}"/>
              </a:ext>
            </a:extLst>
          </p:cNvPr>
          <p:cNvSpPr/>
          <p:nvPr/>
        </p:nvSpPr>
        <p:spPr>
          <a:xfrm>
            <a:off x="8559635" y="3665995"/>
            <a:ext cx="432000" cy="705368"/>
          </a:xfrm>
          <a:prstGeom prst="roundRect">
            <a:avLst>
              <a:gd name="adj" fmla="val 6949"/>
            </a:avLst>
          </a:prstGeom>
          <a:solidFill>
            <a:schemeClr val="accent3">
              <a:lumMod val="75000"/>
              <a:lumOff val="25000"/>
              <a:alpha val="14000"/>
            </a:schemeClr>
          </a:solidFill>
          <a:ln w="127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2"/>
            <a:endParaRPr lang="es-ES" sz="1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F821120-4C52-F5A3-B3E7-E12DE10D8C87}"/>
              </a:ext>
            </a:extLst>
          </p:cNvPr>
          <p:cNvSpPr/>
          <p:nvPr/>
        </p:nvSpPr>
        <p:spPr>
          <a:xfrm>
            <a:off x="6971973" y="2311609"/>
            <a:ext cx="1080000" cy="233525"/>
          </a:xfrm>
          <a:prstGeom prst="roundRect">
            <a:avLst>
              <a:gd name="adj" fmla="val 6949"/>
            </a:avLst>
          </a:prstGeom>
          <a:solidFill>
            <a:schemeClr val="accent3">
              <a:lumMod val="75000"/>
              <a:lumOff val="25000"/>
              <a:alpha val="14000"/>
            </a:scheme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0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1E292E9-4289-AAC4-847B-A80737A75366}"/>
              </a:ext>
            </a:extLst>
          </p:cNvPr>
          <p:cNvSpPr/>
          <p:nvPr/>
        </p:nvSpPr>
        <p:spPr>
          <a:xfrm>
            <a:off x="6971973" y="2034880"/>
            <a:ext cx="1080000" cy="240625"/>
          </a:xfrm>
          <a:prstGeom prst="roundRect">
            <a:avLst>
              <a:gd name="adj" fmla="val 6949"/>
            </a:avLst>
          </a:prstGeom>
          <a:solidFill>
            <a:srgbClr val="FF0000">
              <a:alpha val="14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0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AEFB63F-FB29-04AB-114D-95FD5D1766B3}"/>
              </a:ext>
            </a:extLst>
          </p:cNvPr>
          <p:cNvSpPr/>
          <p:nvPr/>
        </p:nvSpPr>
        <p:spPr>
          <a:xfrm>
            <a:off x="8559635" y="2034880"/>
            <a:ext cx="432000" cy="240625"/>
          </a:xfrm>
          <a:prstGeom prst="roundRect">
            <a:avLst>
              <a:gd name="adj" fmla="val 6949"/>
            </a:avLst>
          </a:prstGeom>
          <a:solidFill>
            <a:srgbClr val="FF0000">
              <a:alpha val="14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0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D64638E-92F7-B4F9-C714-283DAECFDC01}"/>
              </a:ext>
            </a:extLst>
          </p:cNvPr>
          <p:cNvSpPr/>
          <p:nvPr/>
        </p:nvSpPr>
        <p:spPr>
          <a:xfrm>
            <a:off x="8559635" y="2311610"/>
            <a:ext cx="432000" cy="189384"/>
          </a:xfrm>
          <a:prstGeom prst="roundRect">
            <a:avLst>
              <a:gd name="adj" fmla="val 6949"/>
            </a:avLst>
          </a:prstGeom>
          <a:solidFill>
            <a:schemeClr val="accent3">
              <a:lumMod val="75000"/>
              <a:lumOff val="25000"/>
              <a:alpha val="14000"/>
            </a:scheme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0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660C874-0AF2-A51F-14D9-547B0414848A}"/>
              </a:ext>
            </a:extLst>
          </p:cNvPr>
          <p:cNvCxnSpPr>
            <a:cxnSpLocks/>
          </p:cNvCxnSpPr>
          <p:nvPr/>
        </p:nvCxnSpPr>
        <p:spPr>
          <a:xfrm flipH="1">
            <a:off x="6334125" y="3114568"/>
            <a:ext cx="1177847" cy="2344729"/>
          </a:xfrm>
          <a:prstGeom prst="straightConnector1">
            <a:avLst/>
          </a:prstGeom>
          <a:ln w="12700">
            <a:solidFill>
              <a:srgbClr val="FFC00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001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8BD28-19BE-7AAD-291D-7D63B836F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to 24" hidden="1">
            <a:extLst>
              <a:ext uri="{FF2B5EF4-FFF2-40B4-BE49-F238E27FC236}">
                <a16:creationId xmlns:a16="http://schemas.microsoft.com/office/drawing/2014/main" id="{81752552-2A66-8E53-6DAB-51C34E537C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06" imgH="306" progId="TCLayout.ActiveDocument.1">
                  <p:embed/>
                </p:oleObj>
              </mc:Choice>
              <mc:Fallback>
                <p:oleObj name="Diapositiva de think-cell" r:id="rId4" imgW="306" imgH="306" progId="TCLayout.ActiveDocument.1">
                  <p:embed/>
                  <p:pic>
                    <p:nvPicPr>
                      <p:cNvPr id="25" name="Objeto 24" hidden="1">
                        <a:extLst>
                          <a:ext uri="{FF2B5EF4-FFF2-40B4-BE49-F238E27FC236}">
                            <a16:creationId xmlns:a16="http://schemas.microsoft.com/office/drawing/2014/main" id="{81752552-2A66-8E53-6DAB-51C34E537C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2">
            <a:extLst>
              <a:ext uri="{FF2B5EF4-FFF2-40B4-BE49-F238E27FC236}">
                <a16:creationId xmlns:a16="http://schemas.microsoft.com/office/drawing/2014/main" id="{EDFD6FE3-1E10-C8CF-B010-8351334F1958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8491979" cy="37550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02758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027481"/>
                </a:solidFill>
                <a:effectLst/>
                <a:uLnTx/>
                <a:uFillTx/>
                <a:latin typeface="Roboto Black"/>
                <a:ea typeface="Roboto Black"/>
                <a:cs typeface="Roboto Black"/>
              </a:rPr>
              <a:t>Recomendaci</a:t>
            </a:r>
            <a:r>
              <a:rPr lang="en-US" dirty="0" err="1">
                <a:solidFill>
                  <a:srgbClr val="027481"/>
                </a:solidFill>
                <a:latin typeface="Roboto Black"/>
                <a:ea typeface="Roboto Black"/>
                <a:cs typeface="Roboto Black"/>
              </a:rPr>
              <a:t>ón</a:t>
            </a:r>
            <a:r>
              <a:rPr lang="en-US" dirty="0">
                <a:solidFill>
                  <a:srgbClr val="027481"/>
                </a:solidFill>
                <a:latin typeface="Roboto Black"/>
                <a:ea typeface="Roboto Black"/>
                <a:cs typeface="Roboto Black"/>
              </a:rPr>
              <a:t> DRA</a:t>
            </a:r>
            <a:endParaRPr kumimoji="0" lang="es-PE" sz="2600" b="1" i="0" u="none" strike="noStrike" kern="1200" cap="none" spc="0" normalizeH="0" baseline="0" noProof="0" dirty="0">
              <a:ln>
                <a:noFill/>
              </a:ln>
              <a:solidFill>
                <a:srgbClr val="027481"/>
              </a:solidFill>
              <a:effectLst/>
              <a:uLnTx/>
              <a:uFillTx/>
              <a:latin typeface="Roboto Black"/>
              <a:ea typeface="Roboto Black"/>
              <a:cs typeface="Roboto Black"/>
            </a:endParaRPr>
          </a:p>
        </p:txBody>
      </p:sp>
      <p:cxnSp>
        <p:nvCxnSpPr>
          <p:cNvPr id="10" name="Straight Connector 29">
            <a:extLst>
              <a:ext uri="{FF2B5EF4-FFF2-40B4-BE49-F238E27FC236}">
                <a16:creationId xmlns:a16="http://schemas.microsoft.com/office/drawing/2014/main" id="{412FFE78-3A76-D111-47EC-549C645ED22D}"/>
              </a:ext>
            </a:extLst>
          </p:cNvPr>
          <p:cNvCxnSpPr>
            <a:cxnSpLocks/>
          </p:cNvCxnSpPr>
          <p:nvPr/>
        </p:nvCxnSpPr>
        <p:spPr>
          <a:xfrm>
            <a:off x="152399" y="738600"/>
            <a:ext cx="5760720" cy="0"/>
          </a:xfrm>
          <a:prstGeom prst="line">
            <a:avLst/>
          </a:prstGeom>
          <a:ln w="19050">
            <a:solidFill>
              <a:srgbClr val="027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004BA6C-7FB7-6343-B035-BB09339D694C}"/>
              </a:ext>
            </a:extLst>
          </p:cNvPr>
          <p:cNvSpPr txBox="1"/>
          <p:nvPr/>
        </p:nvSpPr>
        <p:spPr>
          <a:xfrm>
            <a:off x="2733261" y="1041087"/>
            <a:ext cx="828923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s-ES" sz="2000" dirty="0">
                <a:solidFill>
                  <a:srgbClr val="027481"/>
                </a:solidFill>
              </a:rPr>
              <a:t>Pruebas para validar la capacidad de procesamiento de desmonte de la chancadora giratoria W2-Hybrid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s-ES" sz="2000" dirty="0">
                <a:solidFill>
                  <a:srgbClr val="027481"/>
                </a:solidFill>
              </a:rPr>
              <a:t>Asegurar la capacidad durante su vida útil.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s-ES" sz="2000" dirty="0">
                <a:solidFill>
                  <a:srgbClr val="027481"/>
                </a:solidFill>
              </a:rPr>
              <a:t>Procesar el flujo requerido de desmonte.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s-ES" sz="2000" dirty="0">
                <a:solidFill>
                  <a:srgbClr val="027481"/>
                </a:solidFill>
              </a:rPr>
              <a:t>Ensayos de Laboratorio:</a:t>
            </a:r>
          </a:p>
          <a:p>
            <a:pPr marL="1200150" lvl="2" indent="-285750">
              <a:buFont typeface="Wingdings 2" panose="05020102010507070707" pitchFamily="18" charset="2"/>
              <a:buChar char="R"/>
            </a:pPr>
            <a:r>
              <a:rPr lang="es-ES" sz="2000" dirty="0">
                <a:solidFill>
                  <a:srgbClr val="027481"/>
                </a:solidFill>
              </a:rPr>
              <a:t>Ensayo de </a:t>
            </a:r>
            <a:r>
              <a:rPr lang="es-ES" sz="2000" dirty="0" err="1">
                <a:solidFill>
                  <a:srgbClr val="027481"/>
                </a:solidFill>
              </a:rPr>
              <a:t>Work</a:t>
            </a:r>
            <a:r>
              <a:rPr lang="es-ES" sz="2000" dirty="0">
                <a:solidFill>
                  <a:srgbClr val="027481"/>
                </a:solidFill>
              </a:rPr>
              <a:t> Index de Bond para Chancado (</a:t>
            </a:r>
            <a:r>
              <a:rPr lang="es-ES" sz="2000" dirty="0" err="1">
                <a:solidFill>
                  <a:srgbClr val="027481"/>
                </a:solidFill>
              </a:rPr>
              <a:t>CWi</a:t>
            </a:r>
            <a:r>
              <a:rPr lang="es-ES" sz="2000" dirty="0">
                <a:solidFill>
                  <a:srgbClr val="027481"/>
                </a:solidFill>
              </a:rPr>
              <a:t> / LEIT)</a:t>
            </a:r>
          </a:p>
          <a:p>
            <a:pPr marL="1200150" lvl="2" indent="-285750">
              <a:buFont typeface="Wingdings 2" panose="05020102010507070707" pitchFamily="18" charset="2"/>
              <a:buChar char="R"/>
            </a:pPr>
            <a:r>
              <a:rPr lang="es-ES" sz="2000" dirty="0">
                <a:solidFill>
                  <a:srgbClr val="027481"/>
                </a:solidFill>
              </a:rPr>
              <a:t>Ensayo de Índice de Abrasión de Bond (</a:t>
            </a:r>
            <a:r>
              <a:rPr lang="es-ES" sz="2000" dirty="0" err="1">
                <a:solidFill>
                  <a:srgbClr val="027481"/>
                </a:solidFill>
              </a:rPr>
              <a:t>Ai</a:t>
            </a:r>
            <a:r>
              <a:rPr lang="es-ES" sz="2000" dirty="0">
                <a:solidFill>
                  <a:srgbClr val="027481"/>
                </a:solidFill>
              </a:rPr>
              <a:t>)</a:t>
            </a:r>
          </a:p>
          <a:p>
            <a:pPr marL="1200150" lvl="2" indent="-285750">
              <a:buFont typeface="Wingdings 2" panose="05020102010507070707" pitchFamily="18" charset="2"/>
              <a:buChar char="R"/>
            </a:pPr>
            <a:r>
              <a:rPr lang="es-ES" sz="2000" dirty="0">
                <a:solidFill>
                  <a:srgbClr val="027481"/>
                </a:solidFill>
              </a:rPr>
              <a:t>Ensayos de Mineralogía Básica</a:t>
            </a:r>
          </a:p>
          <a:p>
            <a:pPr marL="1200150" lvl="2" indent="-285750">
              <a:buFont typeface="Wingdings 2" panose="05020102010507070707" pitchFamily="18" charset="2"/>
              <a:buChar char="R"/>
            </a:pPr>
            <a:r>
              <a:rPr lang="es-ES" sz="2000" dirty="0">
                <a:solidFill>
                  <a:srgbClr val="027481"/>
                </a:solidFill>
              </a:rPr>
              <a:t>La mineralogía global por difracción de rayos X</a:t>
            </a:r>
          </a:p>
          <a:p>
            <a:pPr marL="1200150" lvl="2" indent="-285750">
              <a:buFont typeface="Wingdings 2" panose="05020102010507070707" pitchFamily="18" charset="2"/>
              <a:buChar char="R"/>
            </a:pPr>
            <a:r>
              <a:rPr lang="es-ES" sz="2000" dirty="0">
                <a:solidFill>
                  <a:srgbClr val="027481"/>
                </a:solidFill>
              </a:rPr>
              <a:t>Análisis de arcillas mediante la Capacidad de Intercambio Catiónico (CEC).</a:t>
            </a:r>
          </a:p>
          <a:p>
            <a:pPr marL="1200150" lvl="2" indent="-285750">
              <a:buFont typeface="Wingdings 2" panose="05020102010507070707" pitchFamily="18" charset="2"/>
              <a:buChar char="R"/>
            </a:pPr>
            <a:r>
              <a:rPr lang="es-ES" sz="2000" dirty="0">
                <a:solidFill>
                  <a:srgbClr val="027481"/>
                </a:solidFill>
              </a:rPr>
              <a:t>Análisis de la textura del mineral se lleva a cabo mediante microscopía óptica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solidFill>
                <a:srgbClr val="02748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0F4614-E00E-6AF5-CF1F-EBDFE477FE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76" y="1273878"/>
            <a:ext cx="1000265" cy="752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B271E6-FCF8-DCDB-42DB-283786F0FC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230" y="3429000"/>
            <a:ext cx="809534" cy="862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5A0076-64B6-E518-A24D-D78C75B8DF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560" y="2235161"/>
            <a:ext cx="602874" cy="86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03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97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D744EA-5CBC-555E-C7BD-0AC0DE266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to 24" hidden="1">
            <a:extLst>
              <a:ext uri="{FF2B5EF4-FFF2-40B4-BE49-F238E27FC236}">
                <a16:creationId xmlns:a16="http://schemas.microsoft.com/office/drawing/2014/main" id="{CDE6BAD0-F3F2-9283-CE86-DEC42AB3D5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06" imgH="306" progId="TCLayout.ActiveDocument.1">
                  <p:embed/>
                </p:oleObj>
              </mc:Choice>
              <mc:Fallback>
                <p:oleObj name="Diapositiva de think-cell" r:id="rId4" imgW="306" imgH="306" progId="TCLayout.ActiveDocument.1">
                  <p:embed/>
                  <p:pic>
                    <p:nvPicPr>
                      <p:cNvPr id="25" name="Objeto 24" hidden="1">
                        <a:extLst>
                          <a:ext uri="{FF2B5EF4-FFF2-40B4-BE49-F238E27FC236}">
                            <a16:creationId xmlns:a16="http://schemas.microsoft.com/office/drawing/2014/main" id="{CDE6BAD0-F3F2-9283-CE86-DEC42AB3D5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2">
            <a:extLst>
              <a:ext uri="{FF2B5EF4-FFF2-40B4-BE49-F238E27FC236}">
                <a16:creationId xmlns:a16="http://schemas.microsoft.com/office/drawing/2014/main" id="{3DFB217E-27E4-7FFC-0BB7-754B4F906106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8491979" cy="37550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02758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27481"/>
                </a:solidFill>
                <a:effectLst/>
                <a:uLnTx/>
                <a:uFillTx/>
                <a:latin typeface="Roboto Black"/>
                <a:ea typeface="Roboto Black"/>
                <a:cs typeface="Roboto Black"/>
              </a:rPr>
              <a:t>Resultados</a:t>
            </a:r>
            <a:endParaRPr kumimoji="0" lang="es-PE" sz="2600" b="1" i="0" u="none" strike="noStrike" kern="1200" cap="none" spc="0" normalizeH="0" baseline="0" noProof="0" dirty="0">
              <a:ln>
                <a:noFill/>
              </a:ln>
              <a:solidFill>
                <a:srgbClr val="027481"/>
              </a:solidFill>
              <a:effectLst/>
              <a:uLnTx/>
              <a:uFillTx/>
              <a:latin typeface="Roboto Black"/>
              <a:ea typeface="Roboto Black"/>
              <a:cs typeface="Roboto Black"/>
            </a:endParaRPr>
          </a:p>
        </p:txBody>
      </p:sp>
      <p:cxnSp>
        <p:nvCxnSpPr>
          <p:cNvPr id="10" name="Straight Connector 29">
            <a:extLst>
              <a:ext uri="{FF2B5EF4-FFF2-40B4-BE49-F238E27FC236}">
                <a16:creationId xmlns:a16="http://schemas.microsoft.com/office/drawing/2014/main" id="{E1314951-60D3-9D30-90C0-93E3D5784C03}"/>
              </a:ext>
            </a:extLst>
          </p:cNvPr>
          <p:cNvCxnSpPr>
            <a:cxnSpLocks/>
          </p:cNvCxnSpPr>
          <p:nvPr/>
        </p:nvCxnSpPr>
        <p:spPr>
          <a:xfrm>
            <a:off x="152399" y="728661"/>
            <a:ext cx="5760720" cy="0"/>
          </a:xfrm>
          <a:prstGeom prst="line">
            <a:avLst/>
          </a:prstGeom>
          <a:ln w="19050">
            <a:solidFill>
              <a:srgbClr val="027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55DB07-5D7D-0443-1039-EFE41E1654C7}"/>
              </a:ext>
            </a:extLst>
          </p:cNvPr>
          <p:cNvSpPr txBox="1"/>
          <p:nvPr/>
        </p:nvSpPr>
        <p:spPr>
          <a:xfrm>
            <a:off x="235441" y="885825"/>
            <a:ext cx="2551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>
                <a:solidFill>
                  <a:srgbClr val="027481"/>
                </a:solidFill>
              </a:rPr>
              <a:t>Bloques por Plan Minero</a:t>
            </a:r>
            <a:endParaRPr lang="es-ES" b="1" dirty="0">
              <a:solidFill>
                <a:srgbClr val="02748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BF8A2F-3B6C-19F9-C11D-D3E9BE412E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441" y="1743822"/>
            <a:ext cx="5860559" cy="38790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BA8080-9E6F-0C45-C3A1-93F0D80A7AF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916"/>
          <a:stretch>
            <a:fillRect/>
          </a:stretch>
        </p:blipFill>
        <p:spPr>
          <a:xfrm>
            <a:off x="6191480" y="1712649"/>
            <a:ext cx="5860561" cy="38790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22836B-7CEA-4E2D-9833-EAAFCDF8A829}"/>
              </a:ext>
            </a:extLst>
          </p:cNvPr>
          <p:cNvSpPr txBox="1"/>
          <p:nvPr/>
        </p:nvSpPr>
        <p:spPr>
          <a:xfrm rot="19674539">
            <a:off x="563814" y="2215277"/>
            <a:ext cx="104415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dirty="0">
                <a:solidFill>
                  <a:srgbClr val="FF0066">
                    <a:alpha val="68000"/>
                  </a:srgbClr>
                </a:solidFill>
                <a:latin typeface="Aptos Black" panose="020F0502020204030204" pitchFamily="34" charset="0"/>
              </a:rPr>
              <a:t>ANEXO</a:t>
            </a:r>
          </a:p>
        </p:txBody>
      </p:sp>
    </p:spTree>
    <p:extLst>
      <p:ext uri="{BB962C8B-B14F-4D97-AF65-F5344CB8AC3E}">
        <p14:creationId xmlns:p14="http://schemas.microsoft.com/office/powerpoint/2010/main" val="2010379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119FB1-C0B5-3561-E48F-16770BBEF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to 24" hidden="1">
            <a:extLst>
              <a:ext uri="{FF2B5EF4-FFF2-40B4-BE49-F238E27FC236}">
                <a16:creationId xmlns:a16="http://schemas.microsoft.com/office/drawing/2014/main" id="{C0E6D9A3-6187-0B87-B979-0815A460D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06" imgH="306" progId="TCLayout.ActiveDocument.1">
                  <p:embed/>
                </p:oleObj>
              </mc:Choice>
              <mc:Fallback>
                <p:oleObj name="Diapositiva de think-cell" r:id="rId4" imgW="306" imgH="306" progId="TCLayout.ActiveDocument.1">
                  <p:embed/>
                  <p:pic>
                    <p:nvPicPr>
                      <p:cNvPr id="25" name="Objeto 24" hidden="1">
                        <a:extLst>
                          <a:ext uri="{FF2B5EF4-FFF2-40B4-BE49-F238E27FC236}">
                            <a16:creationId xmlns:a16="http://schemas.microsoft.com/office/drawing/2014/main" id="{C0E6D9A3-6187-0B87-B979-0815A460D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2">
            <a:extLst>
              <a:ext uri="{FF2B5EF4-FFF2-40B4-BE49-F238E27FC236}">
                <a16:creationId xmlns:a16="http://schemas.microsoft.com/office/drawing/2014/main" id="{0C49B42C-8963-F94C-F06A-CF4A39369438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8491979" cy="37550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02758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+mj-cs"/>
              </a:defRPr>
            </a:lvl1pPr>
          </a:lstStyle>
          <a:p>
            <a:pPr lvl="0">
              <a:defRPr/>
            </a:pPr>
            <a:r>
              <a:rPr lang="es-PE" dirty="0">
                <a:solidFill>
                  <a:srgbClr val="027481"/>
                </a:solidFill>
              </a:rPr>
              <a:t>Análisis de la Representatividad</a:t>
            </a:r>
            <a:endParaRPr kumimoji="0" lang="es-PE" sz="2600" b="1" i="0" u="none" strike="noStrike" kern="1200" cap="none" spc="0" normalizeH="0" baseline="0" noProof="0" dirty="0">
              <a:ln>
                <a:noFill/>
              </a:ln>
              <a:solidFill>
                <a:srgbClr val="027481"/>
              </a:solidFill>
              <a:effectLst/>
              <a:uLnTx/>
              <a:uFillTx/>
              <a:latin typeface="Roboto Black"/>
              <a:ea typeface="Roboto Black"/>
              <a:cs typeface="Roboto Black"/>
            </a:endParaRPr>
          </a:p>
        </p:txBody>
      </p:sp>
      <p:cxnSp>
        <p:nvCxnSpPr>
          <p:cNvPr id="10" name="Straight Connector 29">
            <a:extLst>
              <a:ext uri="{FF2B5EF4-FFF2-40B4-BE49-F238E27FC236}">
                <a16:creationId xmlns:a16="http://schemas.microsoft.com/office/drawing/2014/main" id="{2C228A9F-287C-BA4F-2B4B-5D4BC20CFA93}"/>
              </a:ext>
            </a:extLst>
          </p:cNvPr>
          <p:cNvCxnSpPr>
            <a:cxnSpLocks/>
          </p:cNvCxnSpPr>
          <p:nvPr/>
        </p:nvCxnSpPr>
        <p:spPr>
          <a:xfrm>
            <a:off x="152399" y="728661"/>
            <a:ext cx="5760720" cy="0"/>
          </a:xfrm>
          <a:prstGeom prst="line">
            <a:avLst/>
          </a:prstGeom>
          <a:ln w="19050">
            <a:solidFill>
              <a:srgbClr val="027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A6318C2-6059-98BD-D40F-C0290CCDEA58}"/>
              </a:ext>
            </a:extLst>
          </p:cNvPr>
          <p:cNvSpPr txBox="1"/>
          <p:nvPr/>
        </p:nvSpPr>
        <p:spPr>
          <a:xfrm>
            <a:off x="235441" y="885825"/>
            <a:ext cx="5137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>
                <a:solidFill>
                  <a:srgbClr val="027481"/>
                </a:solidFill>
              </a:rPr>
              <a:t>Número de Muestras Core en bloques 200m x 200m</a:t>
            </a:r>
            <a:endParaRPr lang="es-ES" b="1" dirty="0">
              <a:solidFill>
                <a:srgbClr val="02748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E62D9E-803B-4F35-4F12-F9B1E136F5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3412" y="1212573"/>
            <a:ext cx="8100835" cy="53954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FFA6D0-4480-9718-62E9-BB7CAAA63D8C}"/>
              </a:ext>
            </a:extLst>
          </p:cNvPr>
          <p:cNvSpPr txBox="1"/>
          <p:nvPr/>
        </p:nvSpPr>
        <p:spPr>
          <a:xfrm rot="19674539">
            <a:off x="563814" y="2215277"/>
            <a:ext cx="104415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dirty="0">
                <a:solidFill>
                  <a:srgbClr val="FF0066">
                    <a:alpha val="68000"/>
                  </a:srgbClr>
                </a:solidFill>
                <a:latin typeface="Aptos Black" panose="020F0502020204030204" pitchFamily="34" charset="0"/>
              </a:rPr>
              <a:t>ANEXO</a:t>
            </a:r>
          </a:p>
        </p:txBody>
      </p:sp>
    </p:spTree>
    <p:extLst>
      <p:ext uri="{BB962C8B-B14F-4D97-AF65-F5344CB8AC3E}">
        <p14:creationId xmlns:p14="http://schemas.microsoft.com/office/powerpoint/2010/main" val="4193398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CB90AC-9F15-0415-5E52-B781051FB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to 24" hidden="1">
            <a:extLst>
              <a:ext uri="{FF2B5EF4-FFF2-40B4-BE49-F238E27FC236}">
                <a16:creationId xmlns:a16="http://schemas.microsoft.com/office/drawing/2014/main" id="{DCC2EB6E-97C1-6829-9488-73DA025C2AD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06" imgH="306" progId="TCLayout.ActiveDocument.1">
                  <p:embed/>
                </p:oleObj>
              </mc:Choice>
              <mc:Fallback>
                <p:oleObj name="Diapositiva de think-cell" r:id="rId4" imgW="306" imgH="306" progId="TCLayout.ActiveDocument.1">
                  <p:embed/>
                  <p:pic>
                    <p:nvPicPr>
                      <p:cNvPr id="25" name="Objeto 24" hidden="1">
                        <a:extLst>
                          <a:ext uri="{FF2B5EF4-FFF2-40B4-BE49-F238E27FC236}">
                            <a16:creationId xmlns:a16="http://schemas.microsoft.com/office/drawing/2014/main" id="{DCC2EB6E-97C1-6829-9488-73DA025C2A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2">
            <a:extLst>
              <a:ext uri="{FF2B5EF4-FFF2-40B4-BE49-F238E27FC236}">
                <a16:creationId xmlns:a16="http://schemas.microsoft.com/office/drawing/2014/main" id="{E90BE8BF-0D90-5BEC-DFEE-73E7FB34CF21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8491979" cy="37550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i="0" kern="1200">
                <a:solidFill>
                  <a:srgbClr val="02758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27481"/>
                </a:solidFill>
                <a:effectLst/>
                <a:uLnTx/>
                <a:uFillTx/>
                <a:latin typeface="Roboto Black"/>
                <a:ea typeface="Roboto Black"/>
                <a:cs typeface="Roboto Black"/>
              </a:rPr>
              <a:t>Resultados</a:t>
            </a:r>
            <a:endParaRPr kumimoji="0" lang="es-PE" sz="2600" b="1" i="0" u="none" strike="noStrike" kern="1200" cap="none" spc="0" normalizeH="0" baseline="0" noProof="0" dirty="0">
              <a:ln>
                <a:noFill/>
              </a:ln>
              <a:solidFill>
                <a:srgbClr val="027481"/>
              </a:solidFill>
              <a:effectLst/>
              <a:uLnTx/>
              <a:uFillTx/>
              <a:latin typeface="Roboto Black"/>
              <a:ea typeface="Roboto Black"/>
              <a:cs typeface="Roboto Black"/>
            </a:endParaRPr>
          </a:p>
        </p:txBody>
      </p:sp>
      <p:cxnSp>
        <p:nvCxnSpPr>
          <p:cNvPr id="10" name="Straight Connector 29">
            <a:extLst>
              <a:ext uri="{FF2B5EF4-FFF2-40B4-BE49-F238E27FC236}">
                <a16:creationId xmlns:a16="http://schemas.microsoft.com/office/drawing/2014/main" id="{234BC73F-3574-7E4A-148D-7748C8F91B56}"/>
              </a:ext>
            </a:extLst>
          </p:cNvPr>
          <p:cNvCxnSpPr>
            <a:cxnSpLocks/>
          </p:cNvCxnSpPr>
          <p:nvPr/>
        </p:nvCxnSpPr>
        <p:spPr>
          <a:xfrm>
            <a:off x="152399" y="728661"/>
            <a:ext cx="5760720" cy="0"/>
          </a:xfrm>
          <a:prstGeom prst="line">
            <a:avLst/>
          </a:prstGeom>
          <a:ln w="19050">
            <a:solidFill>
              <a:srgbClr val="027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9BE25A3-CF9D-240C-9A22-D51D369D2978}"/>
              </a:ext>
            </a:extLst>
          </p:cNvPr>
          <p:cNvSpPr txBox="1"/>
          <p:nvPr/>
        </p:nvSpPr>
        <p:spPr>
          <a:xfrm>
            <a:off x="235441" y="885825"/>
            <a:ext cx="5417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>
                <a:solidFill>
                  <a:srgbClr val="027481"/>
                </a:solidFill>
              </a:rPr>
              <a:t>Toneladas Métricas en Modelo de Bloques por Litología</a:t>
            </a:r>
            <a:endParaRPr lang="es-ES" b="1" dirty="0">
              <a:solidFill>
                <a:srgbClr val="02748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D4B239-FE55-0345-096A-4C8F544462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768" y="1569227"/>
            <a:ext cx="9723965" cy="47933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7474AF-BDCF-CD40-997A-52E4C14B020F}"/>
              </a:ext>
            </a:extLst>
          </p:cNvPr>
          <p:cNvSpPr txBox="1"/>
          <p:nvPr/>
        </p:nvSpPr>
        <p:spPr>
          <a:xfrm rot="19674539">
            <a:off x="563814" y="2215277"/>
            <a:ext cx="104415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dirty="0">
                <a:solidFill>
                  <a:srgbClr val="FF0066">
                    <a:alpha val="68000"/>
                  </a:srgbClr>
                </a:solidFill>
                <a:latin typeface="Aptos Black" panose="020F0502020204030204" pitchFamily="34" charset="0"/>
              </a:rPr>
              <a:t>ANEXO</a:t>
            </a:r>
          </a:p>
        </p:txBody>
      </p:sp>
    </p:spTree>
    <p:extLst>
      <p:ext uri="{BB962C8B-B14F-4D97-AF65-F5344CB8AC3E}">
        <p14:creationId xmlns:p14="http://schemas.microsoft.com/office/powerpoint/2010/main" val="2728759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ONFILLBACKGROUND" val="Color [A=255, R=255, G=255, B=255]"/>
  <p:tag name="ICONFILLBACKGROUNDTHEME" val="Text 1"/>
  <p:tag name="ICONLINEFILL" val="Color [A=255, R=255, G=255, B=255]"/>
  <p:tag name="ICONLINEFILLTHEME" val="Text 1"/>
  <p:tag name="ICONENCLOSURE" val="False"/>
  <p:tag name="EE4P_STYLE_ID" val="6cd991bf-f022-4378-96e7-2c338aeb3f5a"/>
  <p:tag name="THINKCELLPRESENTATIONDONOTDELETE" val="&lt;?xml version=&quot;1.0&quot; encoding=&quot;UTF-16&quot; standalone=&quot;yes&quot;?&gt;&lt;root reqver=&quot;28224&quot;&gt;&lt;version val=&quot;3524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5.28122526487214383195E+00&quot;&gt;&lt;m_msothmcolidx val=&quot;0&quot;/&gt;&lt;m_rgb r=&quot;94&quot; g=&quot;C8&quot; b=&quot;E6&quot;/&gt;&lt;/elem&gt;&lt;elem m_fUsage=&quot;1.26044100000000014461E+00&quot;&gt;&lt;m_msothmcolidx val=&quot;0&quot;/&gt;&lt;m_rgb r=&quot;7F&quot; g=&quot;7F&quot; b=&quot;7F&quot;/&gt;&lt;/elem&gt;&lt;elem m_fUsage=&quot;8.32032896960932855102E-01&quot;&gt;&lt;m_msothmcolidx val=&quot;0&quot;/&gt;&lt;m_rgb r=&quot;1D&quot; g=&quot;82&quot; b=&quot;A4&quot;/&gt;&lt;/elem&gt;&lt;elem m_fUsage=&quot;8.10000000000000053291E-01&quot;&gt;&lt;m_msothmcolidx val=&quot;0&quot;/&gt;&lt;m_rgb r=&quot;E6&quot; g=&quot;E6&quot; b=&quot;E6&quot;/&gt;&lt;/elem&gt;&lt;elem m_fUsage=&quot;7.01222131883045052270E-01&quot;&gt;&lt;m_msothmcolidx val=&quot;0&quot;/&gt;&lt;m_rgb r=&quot;FF&quot; g=&quot;00&quot; b=&quot;00&quot;/&gt;&lt;/elem&gt;&lt;elem m_fUsage=&quot;3.92038117704303024080E-01&quot;&gt;&lt;m_msothmcolidx val=&quot;0&quot;/&gt;&lt;m_rgb r=&quot;00&quot; g=&quot;6E&quot; b=&quot;8A&quot;/&gt;&lt;/elem&gt;&lt;elem m_fUsage=&quot;2.90272095504550575740E-01&quot;&gt;&lt;m_msothmcolidx val=&quot;0&quot;/&gt;&lt;m_rgb r=&quot;FF&quot; g=&quot;59&quot; b=&quot;59&quot;/&gt;&lt;/elem&gt;&lt;elem m_fUsage=&quot;2.50345100265011388796E-01&quot;&gt;&lt;m_msothmcolidx val=&quot;0&quot;/&gt;&lt;m_rgb r=&quot;00&quot; g=&quot;FF&quot; b=&quot;00&quot;/&gt;&lt;/elem&gt;&lt;elem m_fUsage=&quot;8.05650494023771313046E-02&quot;&gt;&lt;m_msothmcolidx val=&quot;0&quot;/&gt;&lt;m_rgb r=&quot;00&quot; g=&quot;00&quot; b=&quot;FF&quot;/&gt;&lt;/elem&gt;&lt;elem m_fUsage=&quot;6.90551968303272506455E-02&quot;&gt;&lt;m_msothmcolidx val=&quot;0&quot;/&gt;&lt;m_rgb r=&quot;24&quot; g=&quot;92&quot; b=&quot;9D&quot;/&gt;&lt;/elem&gt;&lt;elem m_fUsage=&quot;1.91790059717615139767E-02&quot;&gt;&lt;m_msothmcolidx val=&quot;0&quot;/&gt;&lt;m_rgb r=&quot;FE&quot; g=&quot;BE&quot; b=&quot;38&quot;/&gt;&lt;/elem&gt;&lt;elem m_fUsage=&quot;1.02692218972629221996E-02&quot;&gt;&lt;m_msothmcolidx val=&quot;0&quot;/&gt;&lt;m_rgb r=&quot;9B&quot; g=&quot;CE&quot; b=&quot;FD&quot;/&gt;&lt;/elem&gt;&lt;elem m_fUsage=&quot;2.89096540293733638913E-03&quot;&gt;&lt;m_msothmcolidx val=&quot;0&quot;/&gt;&lt;m_rgb r=&quot;39&quot; g=&quot;AB&quot; b=&quot;03&quot;/&gt;&lt;/elem&gt;&lt;elem m_fUsage=&quot;6.85596132412799054955E-05&quot;&gt;&lt;m_msothmcolidx val=&quot;0&quot;/&gt;&lt;m_rgb r=&quot;04&quot; g=&quot;FB&quot; b=&quot;35&quot;/&gt;&lt;/elem&gt;&lt;elem m_fUsage=&quot;6.43890250216721491154E-05&quot;&gt;&lt;m_msothmcolidx val=&quot;0&quot;/&gt;&lt;m_rgb r=&quot;FF&quot; g=&quot;91&quot; b=&quot;91&quot;/&gt;&lt;/elem&gt;&lt;elem m_fUsage=&quot;5.48014388700088624301E-05&quot;&gt;&lt;m_msothmcolidx val=&quot;0&quot;/&gt;&lt;m_rgb r=&quot;00&quot; g=&quot;70&quot; b=&quot;C0&quot;/&gt;&lt;/elem&gt;&lt;elem m_fUsage=&quot;4.99799580528930580993E-05&quot;&gt;&lt;m_msothmcolidx val=&quot;0&quot;/&gt;&lt;m_rgb r=&quot;92&quot; g=&quot;D0&quot; b=&quot;50&quot;/&gt;&lt;/elem&gt;&lt;elem m_fUsage=&quot;4.49819622476037563551E-05&quot;&gt;&lt;m_msothmcolidx val=&quot;0&quot;/&gt;&lt;m_rgb r=&quot;00&quot; g=&quot;B7&quot; b=&quot;B7&quot;/&gt;&lt;/elem&gt;&lt;elem m_fUsage=&quot;4.46952048078037305246E-05&quot;&gt;&lt;m_msothmcolidx val=&quot;0&quot;/&gt;&lt;m_rgb r=&quot;CD&quot; g=&quot;20&quot; b=&quot;2C&quot;/&gt;&lt;/elem&gt;&lt;elem m_fUsage=&quot;3.65473512773789441970E-05&quot;&gt;&lt;m_msothmcolidx val=&quot;0&quot;/&gt;&lt;m_rgb r=&quot;4D&quot; g=&quot;E1&quot; b=&quot;04&quot;/&gt;&lt;/elem&gt;&lt;elem m_fUsage=&quot;3.36385062550700566402E-05&quot;&gt;&lt;m_msothmcolidx val=&quot;0&quot;/&gt;&lt;m_rgb r=&quot;FF&quot; g=&quot;FF&quot; b=&quot;00&quot;/&gt;&lt;/elem&gt;&lt;elem m_fUsage=&quot;3.27918504785031387962E-05&quot;&gt;&lt;m_msothmcolidx val=&quot;0&quot;/&gt;&lt;m_rgb r=&quot;50&quot; g=&quot;F1&quot; b=&quot;64&quot;/&gt;&lt;/elem&gt;&lt;elem m_fUsage=&quot;2.95126654306528249166E-05&quot;&gt;&lt;m_msothmcolidx val=&quot;0&quot;/&gt;&lt;m_rgb r=&quot;46&quot; g=&quot;B0&quot; b=&quot;FF&quot;/&gt;&lt;/elem&gt;&lt;elem m_fUsage=&quot;1.39008452377145252812E-06&quot;&gt;&lt;m_msothmcolidx val=&quot;0&quot;/&gt;&lt;m_rgb r=&quot;0C&quot; g=&quot;85&quot; b=&quot;9A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VaNioeQEy1srSxzx_jY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3OcTnRjTbOElPNWXEbdO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xyVgJIoSvWsn99WNqhxC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.H6ebGQJyjkKR3tMXzS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cTr.1aRYGhZHb3y5Jai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VaNioeQEy1srSxzx_jY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3OcTnRjTbOElPNWXEbdO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xyVgJIoSvWsn99WNqhxC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.H6ebGQJyjkKR3tMXzS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cTr.1aRYGhZHb3y5Jai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Oai1ae3xP860wolniaZ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taT6q_Ez_uFzc8IWzOw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Pdj7wN4AAXF3Rzg_2DM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26pExv2yt6SxzyZGbO7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xyVgJIoSvWsn99WNqhxC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VaNioeQEy1srSxzx_jYw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B2B2B2"/>
      </a:accent1>
      <a:accent2>
        <a:srgbClr val="00849A"/>
      </a:accent2>
      <a:accent3>
        <a:srgbClr val="36ACCE"/>
      </a:accent3>
      <a:accent4>
        <a:srgbClr val="E67027"/>
      </a:accent4>
      <a:accent5>
        <a:srgbClr val="F6B241"/>
      </a:accent5>
      <a:accent6>
        <a:srgbClr val="4D4D4D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B2B2B2"/>
        </a:accent1>
        <a:accent2>
          <a:srgbClr val="00849A"/>
        </a:accent2>
        <a:accent3>
          <a:srgbClr val="36ACCE"/>
        </a:accent3>
        <a:accent4>
          <a:srgbClr val="E67027"/>
        </a:accent4>
        <a:accent5>
          <a:srgbClr val="F6B241"/>
        </a:accent5>
        <a:accent6>
          <a:srgbClr val="4D4D4D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Steerco #1 v0.potx" id="{26B7F7E5-04A9-4EB3-B97C-F216956C6181}" vid="{EC674EF1-2B1B-4483-8963-08D4ABD863B6}"/>
    </a:ext>
  </a:extLst>
</a:theme>
</file>

<file path=ppt/theme/theme2.xml><?xml version="1.0" encoding="utf-8"?>
<a:theme xmlns:a="http://schemas.openxmlformats.org/drawingml/2006/main" name="1_Firm Format - template">
  <a:themeElements>
    <a:clrScheme name="Custom 68">
      <a:dk1>
        <a:srgbClr val="000000"/>
      </a:dk1>
      <a:lt1>
        <a:srgbClr val="FFFFFF"/>
      </a:lt1>
      <a:dk2>
        <a:srgbClr val="005864"/>
      </a:dk2>
      <a:lt2>
        <a:srgbClr val="FFFFFF"/>
      </a:lt2>
      <a:accent1>
        <a:srgbClr val="DCDCDC"/>
      </a:accent1>
      <a:accent2>
        <a:srgbClr val="009999"/>
      </a:accent2>
      <a:accent3>
        <a:srgbClr val="006E8A"/>
      </a:accent3>
      <a:accent4>
        <a:srgbClr val="004E58"/>
      </a:accent4>
      <a:accent5>
        <a:srgbClr val="F27F00"/>
      </a:accent5>
      <a:accent6>
        <a:srgbClr val="808080"/>
      </a:accent6>
      <a:hlink>
        <a:srgbClr val="0065BD"/>
      </a:hlink>
      <a:folHlink>
        <a:srgbClr val="00296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solidFill>
            <a:schemeClr val="accent6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rgbClr val="FFFF00"/>
        </a:solidFill>
      </a:spPr>
      <a:bodyPr wrap="square" rtlCol="0">
        <a:spAutoFit/>
      </a:bodyPr>
      <a:lstStyle>
        <a:defPPr algn="l">
          <a:defRPr sz="1100" dirty="0" smtClean="0">
            <a:solidFill>
              <a:srgbClr val="FF0000"/>
            </a:solidFill>
          </a:defRPr>
        </a:defPPr>
      </a:lstStyle>
    </a:txDef>
  </a:objectDefaults>
  <a:extraClrSchemeLst>
    <a:extraClrScheme>
      <a:clrScheme name="McKinsey Grey-Blue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5C5C5"/>
        </a:accent1>
        <a:accent2>
          <a:srgbClr val="00ADEF"/>
        </a:accent2>
        <a:accent3>
          <a:srgbClr val="0065BD"/>
        </a:accent3>
        <a:accent4>
          <a:srgbClr val="002960"/>
        </a:accent4>
        <a:accent5>
          <a:srgbClr val="F27F00"/>
        </a:accent5>
        <a:accent6>
          <a:srgbClr val="808080"/>
        </a:accent6>
        <a:hlink>
          <a:srgbClr val="0065BD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insey Cyan-Blue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9F0FF"/>
        </a:accent1>
        <a:accent2>
          <a:srgbClr val="00ADEF"/>
        </a:accent2>
        <a:accent3>
          <a:srgbClr val="0065BD"/>
        </a:accent3>
        <a:accent4>
          <a:srgbClr val="002960"/>
        </a:accent4>
        <a:accent5>
          <a:srgbClr val="F27F00"/>
        </a:accent5>
        <a:accent6>
          <a:srgbClr val="808080"/>
        </a:accent6>
        <a:hlink>
          <a:srgbClr val="006983"/>
        </a:hlink>
        <a:folHlink>
          <a:srgbClr val="3333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rm Format - template - LOP - wide" id="{AC49C514-899D-4B72-826A-628650FA61FA}" vid="{7E1BFA72-62F1-42BE-A2D2-362013624C64}"/>
    </a:ext>
  </a:extLst>
</a:theme>
</file>

<file path=ppt/theme/theme3.xml><?xml version="1.0" encoding="utf-8"?>
<a:theme xmlns:a="http://schemas.openxmlformats.org/drawingml/2006/main" name="7_Firm Format - template">
  <a:themeElements>
    <a:clrScheme name="Custom 68">
      <a:dk1>
        <a:srgbClr val="000000"/>
      </a:dk1>
      <a:lt1>
        <a:srgbClr val="FFFFFF"/>
      </a:lt1>
      <a:dk2>
        <a:srgbClr val="005864"/>
      </a:dk2>
      <a:lt2>
        <a:srgbClr val="FFFFFF"/>
      </a:lt2>
      <a:accent1>
        <a:srgbClr val="DCDCDC"/>
      </a:accent1>
      <a:accent2>
        <a:srgbClr val="009999"/>
      </a:accent2>
      <a:accent3>
        <a:srgbClr val="006E8A"/>
      </a:accent3>
      <a:accent4>
        <a:srgbClr val="004E58"/>
      </a:accent4>
      <a:accent5>
        <a:srgbClr val="F27F00"/>
      </a:accent5>
      <a:accent6>
        <a:srgbClr val="808080"/>
      </a:accent6>
      <a:hlink>
        <a:srgbClr val="0065BD"/>
      </a:hlink>
      <a:folHlink>
        <a:srgbClr val="00296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rgbClr val="FFFF00"/>
        </a:solidFill>
        <a:ln w="9525" cap="rnd">
          <a:noFill/>
          <a:prstDash val="solid"/>
          <a:round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900" dirty="0" err="1" smtClean="0">
            <a:solidFill>
              <a:srgbClr val="C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McKinsey Grey-Blue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5C5C5"/>
        </a:accent1>
        <a:accent2>
          <a:srgbClr val="00ADEF"/>
        </a:accent2>
        <a:accent3>
          <a:srgbClr val="0065BD"/>
        </a:accent3>
        <a:accent4>
          <a:srgbClr val="002960"/>
        </a:accent4>
        <a:accent5>
          <a:srgbClr val="F27F00"/>
        </a:accent5>
        <a:accent6>
          <a:srgbClr val="808080"/>
        </a:accent6>
        <a:hlink>
          <a:srgbClr val="0065BD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insey Cyan-Blue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9F0FF"/>
        </a:accent1>
        <a:accent2>
          <a:srgbClr val="00ADEF"/>
        </a:accent2>
        <a:accent3>
          <a:srgbClr val="0065BD"/>
        </a:accent3>
        <a:accent4>
          <a:srgbClr val="002960"/>
        </a:accent4>
        <a:accent5>
          <a:srgbClr val="F27F00"/>
        </a:accent5>
        <a:accent6>
          <a:srgbClr val="808080"/>
        </a:accent6>
        <a:hlink>
          <a:srgbClr val="006983"/>
        </a:hlink>
        <a:folHlink>
          <a:srgbClr val="3333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rm Format - template - LOP - wide" id="{AC49C514-899D-4B72-826A-628650FA61FA}" vid="{7E1BFA72-62F1-42BE-A2D2-362013624C64}"/>
    </a:ext>
  </a:extLst>
</a:theme>
</file>

<file path=ppt/theme/theme4.xml><?xml version="1.0" encoding="utf-8"?>
<a:theme xmlns:a="http://schemas.openxmlformats.org/drawingml/2006/main" name="18 11 21 - Tema final de presentacion Formato Estandar - JTH - 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 w="9525">
          <a:solidFill>
            <a:srgbClr val="000000"/>
          </a:solidFill>
          <a:miter lim="800000"/>
          <a:headEnd/>
          <a:tailEnd/>
        </a:ln>
        <a:effectLst>
          <a:outerShdw dist="35921" dir="2700000" algn="ctr" rotWithShape="0">
            <a:srgbClr val="4D4D4D"/>
          </a:outerShdw>
        </a:effectLst>
      </a:spPr>
      <a:bodyPr wrap="none" anchor="ctr" anchorCtr="0"/>
      <a:lstStyle>
        <a:defPPr marL="1588" algn="ctr" defTabSz="895350" fontAlgn="base">
          <a:spcBef>
            <a:spcPct val="0"/>
          </a:spcBef>
          <a:spcAft>
            <a:spcPct val="0"/>
          </a:spcAft>
          <a:defRPr sz="1200" b="1" kern="0" dirty="0">
            <a:solidFill>
              <a:srgbClr val="000000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18 11 21 - Tema final de presentacion Formato Estandar - JTH - V0" id="{1BF157F1-4A7F-44CB-AEF2-AED048B28E33}" vid="{F6D6CE7F-A556-4593-8420-50B976F44845}"/>
    </a:ext>
  </a:extLst>
</a:theme>
</file>

<file path=ppt/theme/theme5.xml><?xml version="1.0" encoding="utf-8"?>
<a:theme xmlns:a="http://schemas.openxmlformats.org/drawingml/2006/main" name="Diseño personalizado">
  <a:themeElements>
    <a:clrScheme name="ANTAMINA paleta">
      <a:dk1>
        <a:srgbClr val="000000"/>
      </a:dk1>
      <a:lt1>
        <a:srgbClr val="FFFFFF"/>
      </a:lt1>
      <a:dk2>
        <a:srgbClr val="464444"/>
      </a:dk2>
      <a:lt2>
        <a:srgbClr val="E7E6E6"/>
      </a:lt2>
      <a:accent1>
        <a:srgbClr val="027481"/>
      </a:accent1>
      <a:accent2>
        <a:srgbClr val="54BEB6"/>
      </a:accent2>
      <a:accent3>
        <a:srgbClr val="004749"/>
      </a:accent3>
      <a:accent4>
        <a:srgbClr val="82E4D3"/>
      </a:accent4>
      <a:accent5>
        <a:srgbClr val="00A5AC"/>
      </a:accent5>
      <a:accent6>
        <a:srgbClr val="CCF8F2"/>
      </a:accent6>
      <a:hlink>
        <a:srgbClr val="0563C1"/>
      </a:hlink>
      <a:folHlink>
        <a:srgbClr val="78767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TAMIMA PPT Oficial template" id="{421D8B96-A467-844A-8D86-30DD252CF762}" vid="{7C7DDB27-C5A3-F34E-9498-C0BCF1C06AC8}"/>
    </a:ext>
  </a:extLst>
</a:theme>
</file>

<file path=ppt/theme/theme6.xml><?xml version="1.0" encoding="utf-8"?>
<a:theme xmlns:a="http://schemas.openxmlformats.org/drawingml/2006/main" name="36_Firm Format - template">
  <a:themeElements>
    <a:clrScheme name="Custom 68">
      <a:dk1>
        <a:srgbClr val="000000"/>
      </a:dk1>
      <a:lt1>
        <a:srgbClr val="FFFFFF"/>
      </a:lt1>
      <a:dk2>
        <a:srgbClr val="005864"/>
      </a:dk2>
      <a:lt2>
        <a:srgbClr val="FFFFFF"/>
      </a:lt2>
      <a:accent1>
        <a:srgbClr val="DCDCDC"/>
      </a:accent1>
      <a:accent2>
        <a:srgbClr val="009999"/>
      </a:accent2>
      <a:accent3>
        <a:srgbClr val="006E8A"/>
      </a:accent3>
      <a:accent4>
        <a:srgbClr val="004E58"/>
      </a:accent4>
      <a:accent5>
        <a:srgbClr val="F27F00"/>
      </a:accent5>
      <a:accent6>
        <a:srgbClr val="808080"/>
      </a:accent6>
      <a:hlink>
        <a:srgbClr val="0065BD"/>
      </a:hlink>
      <a:folHlink>
        <a:srgbClr val="00296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bg1"/>
          </a:solidFill>
          <a:prstDash val="dash"/>
        </a:ln>
      </a:spPr>
      <a:bodyPr rtlCol="0" anchor="ctr"/>
      <a:lstStyle>
        <a:defPPr marL="0" marR="0" indent="0" algn="ctr" defTabSz="914332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1200" cap="none" spc="0" normalizeH="0" baseline="0" noProof="0">
            <a:ln>
              <a:noFill/>
            </a:ln>
            <a:solidFill>
              <a:srgbClr val="FFFFFF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cKinsey Grey-Blue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5C5C5"/>
        </a:accent1>
        <a:accent2>
          <a:srgbClr val="00ADEF"/>
        </a:accent2>
        <a:accent3>
          <a:srgbClr val="0065BD"/>
        </a:accent3>
        <a:accent4>
          <a:srgbClr val="002960"/>
        </a:accent4>
        <a:accent5>
          <a:srgbClr val="F27F00"/>
        </a:accent5>
        <a:accent6>
          <a:srgbClr val="808080"/>
        </a:accent6>
        <a:hlink>
          <a:srgbClr val="0065BD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insey Cyan-Blue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9F0FF"/>
        </a:accent1>
        <a:accent2>
          <a:srgbClr val="00ADEF"/>
        </a:accent2>
        <a:accent3>
          <a:srgbClr val="0065BD"/>
        </a:accent3>
        <a:accent4>
          <a:srgbClr val="002960"/>
        </a:accent4>
        <a:accent5>
          <a:srgbClr val="F27F00"/>
        </a:accent5>
        <a:accent6>
          <a:srgbClr val="808080"/>
        </a:accent6>
        <a:hlink>
          <a:srgbClr val="006983"/>
        </a:hlink>
        <a:folHlink>
          <a:srgbClr val="3333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rm Format - template - LOP - wide" id="{AC49C514-899D-4B72-826A-628650FA61FA}" vid="{7E1BFA72-62F1-42BE-A2D2-362013624C64}"/>
    </a:ext>
  </a:extLst>
</a:theme>
</file>

<file path=ppt/theme/theme7.xml><?xml version="1.0" encoding="utf-8"?>
<a:theme xmlns:a="http://schemas.openxmlformats.org/drawingml/2006/main" name="7_Diseño personalizado">
  <a:themeElements>
    <a:clrScheme name="ANTAMINA paleta">
      <a:dk1>
        <a:srgbClr val="000000"/>
      </a:dk1>
      <a:lt1>
        <a:srgbClr val="FFFFFF"/>
      </a:lt1>
      <a:dk2>
        <a:srgbClr val="464444"/>
      </a:dk2>
      <a:lt2>
        <a:srgbClr val="E7E6E6"/>
      </a:lt2>
      <a:accent1>
        <a:srgbClr val="027481"/>
      </a:accent1>
      <a:accent2>
        <a:srgbClr val="54BEB6"/>
      </a:accent2>
      <a:accent3>
        <a:srgbClr val="004749"/>
      </a:accent3>
      <a:accent4>
        <a:srgbClr val="82E4D3"/>
      </a:accent4>
      <a:accent5>
        <a:srgbClr val="00A5AC"/>
      </a:accent5>
      <a:accent6>
        <a:srgbClr val="CCF8F2"/>
      </a:accent6>
      <a:hlink>
        <a:srgbClr val="0563C1"/>
      </a:hlink>
      <a:folHlink>
        <a:srgbClr val="78767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TAMIMA PPT Oficial template" id="{421D8B96-A467-844A-8D86-30DD252CF762}" vid="{7C7DDB27-C5A3-F34E-9498-C0BCF1C06AC8}"/>
    </a:ext>
  </a:extLst>
</a:theme>
</file>

<file path=ppt/theme/theme8.xml><?xml version="1.0" encoding="utf-8"?>
<a:theme xmlns:a="http://schemas.openxmlformats.org/drawingml/2006/main" name="Diseño personalizado">
  <a:themeElements>
    <a:clrScheme name="ANTAMINA paleta">
      <a:dk1>
        <a:srgbClr val="000000"/>
      </a:dk1>
      <a:lt1>
        <a:srgbClr val="FFFFFF"/>
      </a:lt1>
      <a:dk2>
        <a:srgbClr val="464444"/>
      </a:dk2>
      <a:lt2>
        <a:srgbClr val="E7E6E6"/>
      </a:lt2>
      <a:accent1>
        <a:srgbClr val="027481"/>
      </a:accent1>
      <a:accent2>
        <a:srgbClr val="54BEB6"/>
      </a:accent2>
      <a:accent3>
        <a:srgbClr val="004749"/>
      </a:accent3>
      <a:accent4>
        <a:srgbClr val="82E4D3"/>
      </a:accent4>
      <a:accent5>
        <a:srgbClr val="00A5AC"/>
      </a:accent5>
      <a:accent6>
        <a:srgbClr val="CCF8F2"/>
      </a:accent6>
      <a:hlink>
        <a:srgbClr val="0563C1"/>
      </a:hlink>
      <a:folHlink>
        <a:srgbClr val="78767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TAMIMA PPT Oficial template" id="{421D8B96-A467-844A-8D86-30DD252CF762}" vid="{7C7DDB27-C5A3-F34E-9498-C0BCF1C06AC8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6ffd6e-a472-4d89-8389-22510b1ccb15">
      <Terms xmlns="http://schemas.microsoft.com/office/infopath/2007/PartnerControls"/>
    </lcf76f155ced4ddcb4097134ff3c332f>
    <TaxCatchAll xmlns="00cc4901-d8ed-4b66-84e0-c089734c9eb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2BDF542453A845B72539E3136F7726" ma:contentTypeVersion="14" ma:contentTypeDescription="Create a new document." ma:contentTypeScope="" ma:versionID="b089f955fb77061afeacaecb3d882ff6">
  <xsd:schema xmlns:xsd="http://www.w3.org/2001/XMLSchema" xmlns:xs="http://www.w3.org/2001/XMLSchema" xmlns:p="http://schemas.microsoft.com/office/2006/metadata/properties" xmlns:ns2="8c6ffd6e-a472-4d89-8389-22510b1ccb15" xmlns:ns3="00cc4901-d8ed-4b66-84e0-c089734c9eb5" targetNamespace="http://schemas.microsoft.com/office/2006/metadata/properties" ma:root="true" ma:fieldsID="a92ff9c7c08ba915f0ec94dec16cf37b" ns2:_="" ns3:_="">
    <xsd:import namespace="8c6ffd6e-a472-4d89-8389-22510b1ccb15"/>
    <xsd:import namespace="00cc4901-d8ed-4b66-84e0-c089734c9e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BillingMetadata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6ffd6e-a472-4d89-8389-22510b1ccb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e207be7-fb2c-4f25-b21b-ed1f2a5b3bf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cc4901-d8ed-4b66-84e0-c089734c9eb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4d82bda-e000-4811-8dfb-3ea37b1d7765}" ma:internalName="TaxCatchAll" ma:showField="CatchAllData" ma:web="00cc4901-d8ed-4b66-84e0-c089734c9e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3B5F31-EA1E-48E7-AE25-0E6DE2917FFC}">
  <ds:schemaRefs>
    <ds:schemaRef ds:uri="http://schemas.microsoft.com/office/infopath/2007/PartnerControls"/>
    <ds:schemaRef ds:uri="http://purl.org/dc/elements/1.1/"/>
    <ds:schemaRef ds:uri="8c6ffd6e-a472-4d89-8389-22510b1ccb15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00cc4901-d8ed-4b66-84e0-c089734c9eb5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33F3ED2-93F7-45E8-BB25-D04E23C7C7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824A08-7AB6-4622-A506-33409857A2F4}"/>
</file>

<file path=docProps/app.xml><?xml version="1.0" encoding="utf-8"?>
<Properties xmlns="http://schemas.openxmlformats.org/officeDocument/2006/extended-properties" xmlns:vt="http://schemas.openxmlformats.org/officeDocument/2006/docPropsVTypes">
  <TotalTime>5866</TotalTime>
  <Words>304</Words>
  <Application>Microsoft Office PowerPoint</Application>
  <PresentationFormat>Widescreen</PresentationFormat>
  <Paragraphs>66</Paragraphs>
  <Slides>17</Slides>
  <Notes>15</Notes>
  <HiddenSlides>4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8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38" baseType="lpstr">
      <vt:lpstr>Aptos Black</vt:lpstr>
      <vt:lpstr>Arial</vt:lpstr>
      <vt:lpstr>Calibri</vt:lpstr>
      <vt:lpstr>Century Gothic</vt:lpstr>
      <vt:lpstr>Roboto</vt:lpstr>
      <vt:lpstr>Roboto Black</vt:lpstr>
      <vt:lpstr>Segoe UI</vt:lpstr>
      <vt:lpstr>Tahoma</vt:lpstr>
      <vt:lpstr>Trebuchet MS</vt:lpstr>
      <vt:lpstr>Wingdings</vt:lpstr>
      <vt:lpstr>Wingdings 2</vt:lpstr>
      <vt:lpstr>2_White</vt:lpstr>
      <vt:lpstr>1_Firm Format - template</vt:lpstr>
      <vt:lpstr>7_Firm Format - template</vt:lpstr>
      <vt:lpstr>18 11 21 - Tema final de presentacion Formato Estandar - JTH - V0</vt:lpstr>
      <vt:lpstr>Diseño personalizado</vt:lpstr>
      <vt:lpstr>36_Firm Format - template</vt:lpstr>
      <vt:lpstr>7_Diseño personalizado</vt:lpstr>
      <vt:lpstr>Diseño personalizado</vt:lpstr>
      <vt:lpstr>Diapositiva de think-cell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Townhall #1 Antamina 20+</dc:title>
  <dc:creator>Lucienne Horny</dc:creator>
  <cp:lastModifiedBy>Escalante, George</cp:lastModifiedBy>
  <cp:revision>274</cp:revision>
  <cp:lastPrinted>2023-10-04T11:33:07Z</cp:lastPrinted>
  <dcterms:created xsi:type="dcterms:W3CDTF">2021-03-02T17:10:43Z</dcterms:created>
  <dcterms:modified xsi:type="dcterms:W3CDTF">2026-01-15T20:31:47Z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12503337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S9.0.3</vt:lpwstr>
  </property>
  <property fmtid="{D5CDD505-2E9C-101B-9397-08002B2CF9AE}" pid="5" name="ContentTypeId">
    <vt:lpwstr>0x010100B12BDF542453A845B72539E3136F7726</vt:lpwstr>
  </property>
  <property fmtid="{D5CDD505-2E9C-101B-9397-08002B2CF9AE}" pid="6" name="MediaServiceImageTags">
    <vt:lpwstr/>
  </property>
</Properties>
</file>