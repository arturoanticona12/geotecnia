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10"/>
  </p:notesMasterIdLst>
  <p:sldIdLst>
    <p:sldId id="413" r:id="rId5"/>
    <p:sldId id="2145706723" r:id="rId6"/>
    <p:sldId id="2145706725" r:id="rId7"/>
    <p:sldId id="2145706724" r:id="rId8"/>
    <p:sldId id="296" r:id="rId9"/>
  </p:sldIdLst>
  <p:sldSz cx="12192000" cy="6858000"/>
  <p:notesSz cx="7315200" cy="96012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3939BC"/>
    <a:srgbClr val="72D87A"/>
    <a:srgbClr val="634B95"/>
    <a:srgbClr val="ECAA2F"/>
    <a:srgbClr val="FE7FCB"/>
    <a:srgbClr val="FF8BDB"/>
    <a:srgbClr val="EC9D04"/>
    <a:srgbClr val="9D87E9"/>
    <a:srgbClr val="FFC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59" autoAdjust="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outlineViewPr>
    <p:cViewPr>
      <p:scale>
        <a:sx n="33" d="100"/>
        <a:sy n="33" d="100"/>
      </p:scale>
      <p:origin x="0" y="-643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calante, George" userId="c6f8a0d0-2afb-4ed8-a552-975e43f3e2e7" providerId="ADAL" clId="{DF37E099-624C-4AAC-BC3D-9B301C16E42C}"/>
    <pc:docChg chg="modSld">
      <pc:chgData name="Escalante, George" userId="c6f8a0d0-2afb-4ed8-a552-975e43f3e2e7" providerId="ADAL" clId="{DF37E099-624C-4AAC-BC3D-9B301C16E42C}" dt="2025-09-16T22:14:49.253" v="0" actId="1076"/>
      <pc:docMkLst>
        <pc:docMk/>
      </pc:docMkLst>
      <pc:sldChg chg="modSp mod">
        <pc:chgData name="Escalante, George" userId="c6f8a0d0-2afb-4ed8-a552-975e43f3e2e7" providerId="ADAL" clId="{DF37E099-624C-4AAC-BC3D-9B301C16E42C}" dt="2025-09-16T22:14:49.253" v="0" actId="1076"/>
        <pc:sldMkLst>
          <pc:docMk/>
          <pc:sldMk cId="2185053320" sldId="2145706724"/>
        </pc:sldMkLst>
        <pc:picChg chg="mod">
          <ac:chgData name="Escalante, George" userId="c6f8a0d0-2afb-4ed8-a552-975e43f3e2e7" providerId="ADAL" clId="{DF37E099-624C-4AAC-BC3D-9B301C16E42C}" dt="2025-09-16T22:14:49.253" v="0" actId="1076"/>
          <ac:picMkLst>
            <pc:docMk/>
            <pc:sldMk cId="2185053320" sldId="2145706724"/>
            <ac:picMk id="6" creationId="{08033AAF-8FA0-FBDA-4B2C-FFD4DD409C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66F607C-B949-2046-866A-4EB418067866}" type="datetimeFigureOut">
              <a:rPr lang="es-PE" smtClean="0"/>
              <a:t>16/09/2025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40C0106-7ADB-FF44-A79F-009D0C54964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232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jpe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A62C211-8C9F-F646-9952-4D46A5C8E9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Redondear rectángulo de una esquina 4">
            <a:extLst>
              <a:ext uri="{FF2B5EF4-FFF2-40B4-BE49-F238E27FC236}">
                <a16:creationId xmlns:a16="http://schemas.microsoft.com/office/drawing/2014/main" id="{EE103626-1D57-DA49-B39E-52B2A755064E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dondear rectángulo de una esquina 9">
            <a:extLst>
              <a:ext uri="{FF2B5EF4-FFF2-40B4-BE49-F238E27FC236}">
                <a16:creationId xmlns:a16="http://schemas.microsoft.com/office/drawing/2014/main" id="{7D161C08-73DA-CD4B-9D66-4DDAFE7269C7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16">
            <a:extLst>
              <a:ext uri="{FF2B5EF4-FFF2-40B4-BE49-F238E27FC236}">
                <a16:creationId xmlns:a16="http://schemas.microsoft.com/office/drawing/2014/main" id="{7D1894F6-AB4B-4F44-AB42-A315E995D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Marcador de texto 16">
            <a:extLst>
              <a:ext uri="{FF2B5EF4-FFF2-40B4-BE49-F238E27FC236}">
                <a16:creationId xmlns:a16="http://schemas.microsoft.com/office/drawing/2014/main" id="{4A154408-9D36-DE40-AAD6-B39FC4D057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211DBCC-D098-F64C-86A2-87EA2C244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45FB5D-C37C-F740-B77C-1ADE2506C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Redondear rectángulo de una esquina 4">
            <a:extLst>
              <a:ext uri="{FF2B5EF4-FFF2-40B4-BE49-F238E27FC236}">
                <a16:creationId xmlns:a16="http://schemas.microsoft.com/office/drawing/2014/main" id="{EE103626-1D57-DA49-B39E-52B2A755064E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dondear rectángulo de una esquina 9">
            <a:extLst>
              <a:ext uri="{FF2B5EF4-FFF2-40B4-BE49-F238E27FC236}">
                <a16:creationId xmlns:a16="http://schemas.microsoft.com/office/drawing/2014/main" id="{7D161C08-73DA-CD4B-9D66-4DDAFE7269C7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16">
            <a:extLst>
              <a:ext uri="{FF2B5EF4-FFF2-40B4-BE49-F238E27FC236}">
                <a16:creationId xmlns:a16="http://schemas.microsoft.com/office/drawing/2014/main" id="{7D1894F6-AB4B-4F44-AB42-A315E995D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Marcador de texto 16">
            <a:extLst>
              <a:ext uri="{FF2B5EF4-FFF2-40B4-BE49-F238E27FC236}">
                <a16:creationId xmlns:a16="http://schemas.microsoft.com/office/drawing/2014/main" id="{4A154408-9D36-DE40-AAD6-B39FC4D057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211DBCC-D098-F64C-86A2-87EA2C244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C0A057-FD11-BD43-BCC1-15AB26BB2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A77EEB0A-C116-2F40-B186-6B556DF6E5E0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E94EBDC0-620B-FF47-9534-9C70024D2F56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4F71A45B-F515-B642-9EED-CE87985A6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EDCC3DB2-8AB5-764D-9846-A2B2D4D3B8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9C72ED7-11E1-9A4F-9B81-D0AA880DDE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8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C0A057-FD11-BD43-BCC1-15AB26BB28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A77EEB0A-C116-2F40-B186-6B556DF6E5E0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E94EBDC0-620B-FF47-9534-9C70024D2F56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4F71A45B-F515-B642-9EED-CE87985A6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EDCC3DB2-8AB5-764D-9846-A2B2D4D3B8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9C72ED7-11E1-9A4F-9B81-D0AA880DDE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4FCA036-287C-F945-9162-9579AC782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58B00510-E795-BF45-9C65-9A587BA9040C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5FB9DDCA-1C48-3B45-874D-2EC7539E9720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88A2E650-8B95-AF43-8EBB-E728A07D2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3CB2F0D8-AFCB-DA4A-8F72-CFEB3B7CC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2D529B-928F-BA4F-80E8-7332A2D4C2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2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4FCA036-287C-F945-9162-9579AC782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58B00510-E795-BF45-9C65-9A587BA9040C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5FB9DDCA-1C48-3B45-874D-2EC7539E9720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88A2E650-8B95-AF43-8EBB-E728A07D2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3CB2F0D8-AFCB-DA4A-8F72-CFEB3B7CC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2D529B-928F-BA4F-80E8-7332A2D4C2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3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1BA71-3E3E-9F4C-8108-5AF1E07F0C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12E9B4AA-0997-B241-9264-2F2D1AF0BDC1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96001631-46BE-3E46-9F9D-ACCA76ED34BC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128620F6-223C-A74A-8440-2DF20B3C4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DE398990-C3D9-E34F-8E76-E59CB74974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F130B7D-D5A5-5F4B-9FE8-58D7B9974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9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1BA71-3E3E-9F4C-8108-5AF1E07F0C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12E9B4AA-0997-B241-9264-2F2D1AF0BDC1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96001631-46BE-3E46-9F9D-ACCA76ED34BC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128620F6-223C-A74A-8440-2DF20B3C4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DE398990-C3D9-E34F-8E76-E59CB74974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F130B7D-D5A5-5F4B-9FE8-58D7B9974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1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0185D9-A1A3-464C-B2C7-E2AC5989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7"/>
          <a:stretch/>
        </p:blipFill>
        <p:spPr>
          <a:xfrm>
            <a:off x="1" y="0"/>
            <a:ext cx="1219199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69A9174D-AC82-554B-BE89-96EDF95E4E5F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FBC5C0E4-4BA1-E540-A78F-5F1066C2B181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ABBE6DB6-B085-204D-A29D-1CE2CC518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1434CA97-73C6-CF45-B2C0-41D65A0011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CC94E50-96DE-4148-B035-6C68AC3C7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0185D9-A1A3-464C-B2C7-E2AC5989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69A9174D-AC82-554B-BE89-96EDF95E4E5F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FBC5C0E4-4BA1-E540-A78F-5F1066C2B181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ABBE6DB6-B085-204D-A29D-1CE2CC518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1434CA97-73C6-CF45-B2C0-41D65A0011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CC94E50-96DE-4148-B035-6C68AC3C7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0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008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3531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98004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8C404AD-CC1D-FA4E-8D6A-31B33E4C50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96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85ACF55-C90B-DF44-AE38-8634CE20E3FE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531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01747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0" y="1"/>
            <a:ext cx="12181450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895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87263"/>
            <a:ext cx="3056681" cy="2275667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6175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0476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81" y="1"/>
            <a:ext cx="12192990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3482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07769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008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531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879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418F4751-8DE3-FBFC-7F17-6ADDF87CB8F0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A490F3A-F3B2-CF14-D210-A66FB7888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5842" y="1361758"/>
            <a:ext cx="4499856" cy="4760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s-MX"/>
              <a:t>Agenda</a:t>
            </a:r>
            <a:endParaRPr lang="es-PE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0953935-966A-477F-305F-6EB32F71CB9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75843" y="2519839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01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88A7442C-ACA0-E6F4-B8F5-F63788D9962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52229" y="2671974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63FA0C1-F062-5018-DDA8-43A56D51ACB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275843" y="3626150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02</a:t>
            </a:r>
          </a:p>
        </p:txBody>
      </p:sp>
      <p:sp>
        <p:nvSpPr>
          <p:cNvPr id="24" name="Marcador de contenido 3">
            <a:extLst>
              <a:ext uri="{FF2B5EF4-FFF2-40B4-BE49-F238E27FC236}">
                <a16:creationId xmlns:a16="http://schemas.microsoft.com/office/drawing/2014/main" id="{1EDB175A-F23A-5EB9-B2C1-1DB5E1B0A63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2252229" y="3778285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BDEE242-2119-945B-F3B0-7AEC0776478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275843" y="4777616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03</a:t>
            </a:r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3FECE149-38CB-17F0-2930-DE0C20AC730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252229" y="4929751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0A66ECE8-A709-237A-BA0C-3E81B6CEB2E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8110" y="2519839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04</a:t>
            </a:r>
          </a:p>
        </p:txBody>
      </p:sp>
      <p:sp>
        <p:nvSpPr>
          <p:cNvPr id="28" name="Marcador de contenido 3">
            <a:extLst>
              <a:ext uri="{FF2B5EF4-FFF2-40B4-BE49-F238E27FC236}">
                <a16:creationId xmlns:a16="http://schemas.microsoft.com/office/drawing/2014/main" id="{C652F822-548C-AB6C-9A28-30DFBA44B44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64496" y="2671974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964293DC-A195-38A2-7619-ECBCDEA0DB4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88110" y="3626150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05</a:t>
            </a:r>
          </a:p>
        </p:txBody>
      </p:sp>
      <p:sp>
        <p:nvSpPr>
          <p:cNvPr id="30" name="Marcador de contenido 3">
            <a:extLst>
              <a:ext uri="{FF2B5EF4-FFF2-40B4-BE49-F238E27FC236}">
                <a16:creationId xmlns:a16="http://schemas.microsoft.com/office/drawing/2014/main" id="{6E9568DB-A5F8-94F0-6AAF-D094AE47AEE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264496" y="3778285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612A7326-3628-441E-E1E7-3311B486652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288110" y="4777616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06</a:t>
            </a:r>
          </a:p>
        </p:txBody>
      </p:sp>
      <p:sp>
        <p:nvSpPr>
          <p:cNvPr id="32" name="Marcador de contenido 3">
            <a:extLst>
              <a:ext uri="{FF2B5EF4-FFF2-40B4-BE49-F238E27FC236}">
                <a16:creationId xmlns:a16="http://schemas.microsoft.com/office/drawing/2014/main" id="{5119F40D-CDF6-3008-9CF4-053A1DB6D324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264496" y="4929751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grpSp>
        <p:nvGrpSpPr>
          <p:cNvPr id="18" name="Gráfico 10">
            <a:extLst>
              <a:ext uri="{FF2B5EF4-FFF2-40B4-BE49-F238E27FC236}">
                <a16:creationId xmlns:a16="http://schemas.microsoft.com/office/drawing/2014/main" id="{BB778986-CBF9-774A-9618-0B46BCD28E96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9" name="Gráfico 10">
              <a:extLst>
                <a:ext uri="{FF2B5EF4-FFF2-40B4-BE49-F238E27FC236}">
                  <a16:creationId xmlns:a16="http://schemas.microsoft.com/office/drawing/2014/main" id="{F59273F0-A6A2-4440-9A8A-F80740B09144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20" name="Gráfico 10">
              <a:extLst>
                <a:ext uri="{FF2B5EF4-FFF2-40B4-BE49-F238E27FC236}">
                  <a16:creationId xmlns:a16="http://schemas.microsoft.com/office/drawing/2014/main" id="{C62A0D35-6E42-2448-AE97-77AAD06AE36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481492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11">
            <a:extLst>
              <a:ext uri="{FF2B5EF4-FFF2-40B4-BE49-F238E27FC236}">
                <a16:creationId xmlns:a16="http://schemas.microsoft.com/office/drawing/2014/main" id="{FF98E9D7-C4BD-09A0-4840-5D6569DCC53E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945F2389-3930-F8F8-694D-09B54F32D4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61785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PE"/>
          </a:p>
        </p:txBody>
      </p:sp>
      <p:sp>
        <p:nvSpPr>
          <p:cNvPr id="10" name="Marcador de contenido 12">
            <a:extLst>
              <a:ext uri="{FF2B5EF4-FFF2-40B4-BE49-F238E27FC236}">
                <a16:creationId xmlns:a16="http://schemas.microsoft.com/office/drawing/2014/main" id="{7920EA1F-9C9D-0DEF-E469-B05CC84F7E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825099"/>
            <a:ext cx="5367688" cy="69840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67CE5CA7-48AD-7E27-876B-5007FFECF1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2666427"/>
            <a:ext cx="5367688" cy="379357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503FDA7-666C-DBF9-E7C1-FC0672FE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2115"/>
            <a:ext cx="5344323" cy="86317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grpSp>
        <p:nvGrpSpPr>
          <p:cNvPr id="11" name="Gráfico 10">
            <a:extLst>
              <a:ext uri="{FF2B5EF4-FFF2-40B4-BE49-F238E27FC236}">
                <a16:creationId xmlns:a16="http://schemas.microsoft.com/office/drawing/2014/main" id="{56B29798-8348-004C-95CB-6B68CF591E68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3" name="Gráfico 10">
              <a:extLst>
                <a:ext uri="{FF2B5EF4-FFF2-40B4-BE49-F238E27FC236}">
                  <a16:creationId xmlns:a16="http://schemas.microsoft.com/office/drawing/2014/main" id="{D18D6DBC-419D-B549-A897-00F44FD0975F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EFAF1B78-47F0-0245-8C9F-57E0623EA980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014515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11">
            <a:extLst>
              <a:ext uri="{FF2B5EF4-FFF2-40B4-BE49-F238E27FC236}">
                <a16:creationId xmlns:a16="http://schemas.microsoft.com/office/drawing/2014/main" id="{57C90760-2591-6AB6-C799-0DBCA1AD81AE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11" name="Marcador de texto 13">
            <a:extLst>
              <a:ext uri="{FF2B5EF4-FFF2-40B4-BE49-F238E27FC236}">
                <a16:creationId xmlns:a16="http://schemas.microsoft.com/office/drawing/2014/main" id="{D6E976CC-3CE4-6CD2-D96C-4F3CA475D5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562" y="2481595"/>
            <a:ext cx="5586344" cy="9872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3" name="Marcador de posición de imagen 15">
            <a:extLst>
              <a:ext uri="{FF2B5EF4-FFF2-40B4-BE49-F238E27FC236}">
                <a16:creationId xmlns:a16="http://schemas.microsoft.com/office/drawing/2014/main" id="{F7C1CAA0-058F-3BAA-AE9F-61067FD244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6562" y="3630257"/>
            <a:ext cx="5586344" cy="2829741"/>
          </a:xfrm>
        </p:spPr>
        <p:txBody>
          <a:bodyPr/>
          <a:lstStyle/>
          <a:p>
            <a:r>
              <a:rPr lang="es-MX"/>
              <a:t>Haz clic en el icono para agregar una imagen</a:t>
            </a:r>
            <a:endParaRPr lang="es-PE"/>
          </a:p>
        </p:txBody>
      </p:sp>
      <p:grpSp>
        <p:nvGrpSpPr>
          <p:cNvPr id="12" name="Gráfico 10">
            <a:extLst>
              <a:ext uri="{FF2B5EF4-FFF2-40B4-BE49-F238E27FC236}">
                <a16:creationId xmlns:a16="http://schemas.microsoft.com/office/drawing/2014/main" id="{35A0DB1B-5A92-624B-B5E6-6F277661CA70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AC4CA9CD-2B9E-9E45-926C-578C518C52F9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6" name="Gráfico 10">
              <a:extLst>
                <a:ext uri="{FF2B5EF4-FFF2-40B4-BE49-F238E27FC236}">
                  <a16:creationId xmlns:a16="http://schemas.microsoft.com/office/drawing/2014/main" id="{BAB71814-9F71-3341-B444-996D1FB7231E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17" name="Marcador de contenido 12">
            <a:extLst>
              <a:ext uri="{FF2B5EF4-FFF2-40B4-BE49-F238E27FC236}">
                <a16:creationId xmlns:a16="http://schemas.microsoft.com/office/drawing/2014/main" id="{788267B8-D67E-414D-A578-E0C8846C45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6563" y="1568624"/>
            <a:ext cx="5586344" cy="7569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EF659513-2C5C-CD4A-A3CB-73158990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62" y="176989"/>
            <a:ext cx="5586345" cy="123558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22" name="Marcador de posición de imagen 15">
            <a:extLst>
              <a:ext uri="{FF2B5EF4-FFF2-40B4-BE49-F238E27FC236}">
                <a16:creationId xmlns:a16="http://schemas.microsoft.com/office/drawing/2014/main" id="{538C40BE-1A60-1D4F-90E7-F321EB4541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1345" y="3630257"/>
            <a:ext cx="5586344" cy="2829741"/>
          </a:xfrm>
        </p:spPr>
        <p:txBody>
          <a:bodyPr/>
          <a:lstStyle/>
          <a:p>
            <a:r>
              <a:rPr lang="es-MX"/>
              <a:t>Haz clic en el icono para agregar una imagen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6627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11">
            <a:extLst>
              <a:ext uri="{FF2B5EF4-FFF2-40B4-BE49-F238E27FC236}">
                <a16:creationId xmlns:a16="http://schemas.microsoft.com/office/drawing/2014/main" id="{7828CDC6-3657-A5B1-8F54-8159DFC24DC3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7" name="Marcador de texto 13">
            <a:extLst>
              <a:ext uri="{FF2B5EF4-FFF2-40B4-BE49-F238E27FC236}">
                <a16:creationId xmlns:a16="http://schemas.microsoft.com/office/drawing/2014/main" id="{DEEC395B-1C92-F405-1B3C-1C7A525B8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2897" y="4394523"/>
            <a:ext cx="2800695" cy="118408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Marcador de texto 13">
            <a:extLst>
              <a:ext uri="{FF2B5EF4-FFF2-40B4-BE49-F238E27FC236}">
                <a16:creationId xmlns:a16="http://schemas.microsoft.com/office/drawing/2014/main" id="{D0E29238-A60A-599A-C66F-8EEDFC8BC3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2872" y="4394523"/>
            <a:ext cx="2800695" cy="118408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Marcador de texto 13">
            <a:extLst>
              <a:ext uri="{FF2B5EF4-FFF2-40B4-BE49-F238E27FC236}">
                <a16:creationId xmlns:a16="http://schemas.microsoft.com/office/drawing/2014/main" id="{05A92F38-4BF7-5442-795E-38922950D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12847" y="4394523"/>
            <a:ext cx="2800695" cy="118408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3" name="Marcador de texto 13">
            <a:extLst>
              <a:ext uri="{FF2B5EF4-FFF2-40B4-BE49-F238E27FC236}">
                <a16:creationId xmlns:a16="http://schemas.microsoft.com/office/drawing/2014/main" id="{AF3783D1-FD89-C267-8F48-BE9253E3DB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2897" y="3722494"/>
            <a:ext cx="2800695" cy="63897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27582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DBABC9EA-AA60-5B6E-ED6B-BD76BE4810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2872" y="3722494"/>
            <a:ext cx="2800695" cy="63897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27582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56AE61F3-7E4A-1F74-AAD2-9C81869E86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12847" y="3722494"/>
            <a:ext cx="2800695" cy="63897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27582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7" name="Marcador de texto 13">
            <a:extLst>
              <a:ext uri="{FF2B5EF4-FFF2-40B4-BE49-F238E27FC236}">
                <a16:creationId xmlns:a16="http://schemas.microsoft.com/office/drawing/2014/main" id="{38B2F75E-968A-A9AB-0087-A1615A6181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12897" y="2929280"/>
            <a:ext cx="2800695" cy="638979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56C2B8"/>
                </a:solidFill>
              </a:defRPr>
            </a:lvl1pPr>
          </a:lstStyle>
          <a:p>
            <a:pPr lvl="0"/>
            <a:r>
              <a:rPr lang="es-MX"/>
              <a:t>01</a:t>
            </a:r>
            <a:endParaRPr lang="es-PE"/>
          </a:p>
        </p:txBody>
      </p:sp>
      <p:sp>
        <p:nvSpPr>
          <p:cNvPr id="28" name="Marcador de texto 13">
            <a:extLst>
              <a:ext uri="{FF2B5EF4-FFF2-40B4-BE49-F238E27FC236}">
                <a16:creationId xmlns:a16="http://schemas.microsoft.com/office/drawing/2014/main" id="{721933C4-E1FF-3648-F4BA-5A71E42F33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2872" y="2929280"/>
            <a:ext cx="2800695" cy="638979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56C2B8"/>
                </a:solidFill>
              </a:defRPr>
            </a:lvl1pPr>
          </a:lstStyle>
          <a:p>
            <a:pPr lvl="0"/>
            <a:r>
              <a:rPr lang="es-MX"/>
              <a:t>02</a:t>
            </a:r>
            <a:endParaRPr lang="es-PE"/>
          </a:p>
        </p:txBody>
      </p:sp>
      <p:sp>
        <p:nvSpPr>
          <p:cNvPr id="29" name="Marcador de texto 13">
            <a:extLst>
              <a:ext uri="{FF2B5EF4-FFF2-40B4-BE49-F238E27FC236}">
                <a16:creationId xmlns:a16="http://schemas.microsoft.com/office/drawing/2014/main" id="{DF1FC367-8799-4C2D-68AA-5A951943C0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12847" y="2929280"/>
            <a:ext cx="2800695" cy="638979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56C2B8"/>
                </a:solidFill>
              </a:defRPr>
            </a:lvl1pPr>
          </a:lstStyle>
          <a:p>
            <a:pPr lvl="0"/>
            <a:r>
              <a:rPr lang="es-MX"/>
              <a:t>03</a:t>
            </a:r>
            <a:endParaRPr lang="es-PE"/>
          </a:p>
        </p:txBody>
      </p:sp>
      <p:grpSp>
        <p:nvGrpSpPr>
          <p:cNvPr id="17" name="Gráfico 10">
            <a:extLst>
              <a:ext uri="{FF2B5EF4-FFF2-40B4-BE49-F238E27FC236}">
                <a16:creationId xmlns:a16="http://schemas.microsoft.com/office/drawing/2014/main" id="{41374B9A-645F-A247-ABE3-47DB67434534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8" name="Gráfico 10">
              <a:extLst>
                <a:ext uri="{FF2B5EF4-FFF2-40B4-BE49-F238E27FC236}">
                  <a16:creationId xmlns:a16="http://schemas.microsoft.com/office/drawing/2014/main" id="{EB492F88-CFCF-7043-A108-FBE6ECB59498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9" name="Gráfico 10">
              <a:extLst>
                <a:ext uri="{FF2B5EF4-FFF2-40B4-BE49-F238E27FC236}">
                  <a16:creationId xmlns:a16="http://schemas.microsoft.com/office/drawing/2014/main" id="{4B1C04A8-CFA3-1F48-8B8C-CC0C865E357B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20" name="Marcador de contenido 12">
            <a:extLst>
              <a:ext uri="{FF2B5EF4-FFF2-40B4-BE49-F238E27FC236}">
                <a16:creationId xmlns:a16="http://schemas.microsoft.com/office/drawing/2014/main" id="{1D29542E-A1C3-1748-A02A-65CB4BE16D7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46563" y="1568624"/>
            <a:ext cx="5586344" cy="7569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5C6F8D5-A504-AE47-8908-1D15695B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62" y="176989"/>
            <a:ext cx="5586345" cy="123558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88166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árrafos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1">
            <a:extLst>
              <a:ext uri="{FF2B5EF4-FFF2-40B4-BE49-F238E27FC236}">
                <a16:creationId xmlns:a16="http://schemas.microsoft.com/office/drawing/2014/main" id="{468F81F3-A6E6-DD43-873A-28DF7BCB6A4D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3" name="Marcador de texto 13">
            <a:extLst>
              <a:ext uri="{FF2B5EF4-FFF2-40B4-BE49-F238E27FC236}">
                <a16:creationId xmlns:a16="http://schemas.microsoft.com/office/drawing/2014/main" id="{1FF12FBA-3F69-2641-B247-FE48018162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563" y="2481596"/>
            <a:ext cx="5586345" cy="3978403"/>
          </a:xfrm>
        </p:spPr>
        <p:txBody>
          <a:bodyPr>
            <a:normAutofit/>
          </a:bodyPr>
          <a:lstStyle>
            <a:lvl1pPr marL="285750" indent="-285750">
              <a:buClr>
                <a:srgbClr val="56C2B8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contenido 12">
            <a:extLst>
              <a:ext uri="{FF2B5EF4-FFF2-40B4-BE49-F238E27FC236}">
                <a16:creationId xmlns:a16="http://schemas.microsoft.com/office/drawing/2014/main" id="{87D39020-6D95-EB4F-A31A-6E3E95CFE80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6563" y="1568624"/>
            <a:ext cx="5586344" cy="7569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9F941A0-D753-D24E-BD37-CCEC5324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62" y="176989"/>
            <a:ext cx="5586345" cy="123558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grpSp>
        <p:nvGrpSpPr>
          <p:cNvPr id="12" name="Gráfico 10">
            <a:extLst>
              <a:ext uri="{FF2B5EF4-FFF2-40B4-BE49-F238E27FC236}">
                <a16:creationId xmlns:a16="http://schemas.microsoft.com/office/drawing/2014/main" id="{D3F97ED4-C52E-0245-AB6E-79C066F7B435}"/>
              </a:ext>
            </a:extLst>
          </p:cNvPr>
          <p:cNvGrpSpPr/>
          <p:nvPr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3" name="Gráfico 10">
              <a:extLst>
                <a:ext uri="{FF2B5EF4-FFF2-40B4-BE49-F238E27FC236}">
                  <a16:creationId xmlns:a16="http://schemas.microsoft.com/office/drawing/2014/main" id="{A401C3A7-587F-1D43-93FC-445797BDD038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CF20FB70-0EEB-3D46-A9DA-958679BBDF2E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CA6E8D01-23B9-E84E-8EF8-E36E2EA41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473" y="2481596"/>
            <a:ext cx="5586345" cy="3978403"/>
          </a:xfrm>
        </p:spPr>
        <p:txBody>
          <a:bodyPr>
            <a:normAutofit/>
          </a:bodyPr>
          <a:lstStyle>
            <a:lvl1pPr marL="285750" indent="-285750">
              <a:buClr>
                <a:srgbClr val="56C2B8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47228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272664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FDCBD4AB-B79A-EF4D-A784-7A6EB5D28996}"/>
              </a:ext>
            </a:extLst>
          </p:cNvPr>
          <p:cNvSpPr/>
          <p:nvPr userDrawn="1"/>
        </p:nvSpPr>
        <p:spPr>
          <a:xfrm>
            <a:off x="0" y="6533932"/>
            <a:ext cx="12192000" cy="324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Marcador de número de diapositiva 11">
            <a:extLst>
              <a:ext uri="{FF2B5EF4-FFF2-40B4-BE49-F238E27FC236}">
                <a16:creationId xmlns:a16="http://schemas.microsoft.com/office/drawing/2014/main" id="{94EC515F-72E0-5B45-A08A-B4A92FF99114}"/>
              </a:ext>
            </a:extLst>
          </p:cNvPr>
          <p:cNvSpPr txBox="1">
            <a:spLocks/>
          </p:cNvSpPr>
          <p:nvPr userDrawn="1"/>
        </p:nvSpPr>
        <p:spPr>
          <a:xfrm>
            <a:off x="11601400" y="6546627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chemeClr val="bg1"/>
                </a:solidFill>
              </a:rPr>
              <a:pPr algn="ctr"/>
              <a:t>‹#›</a:t>
            </a:fld>
            <a:endParaRPr lang="es-P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548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s+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904E097-29F6-2045-9DA8-83306155D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071" y="176989"/>
            <a:ext cx="543743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06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904E097-29F6-2045-9DA8-83306155D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071" y="176989"/>
            <a:ext cx="543743" cy="3651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3F5E455-1077-0F48-A0E2-AB0F5CC9AB73}"/>
              </a:ext>
            </a:extLst>
          </p:cNvPr>
          <p:cNvSpPr/>
          <p:nvPr userDrawn="1"/>
        </p:nvSpPr>
        <p:spPr>
          <a:xfrm>
            <a:off x="0" y="6533932"/>
            <a:ext cx="12192000" cy="324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Marcador de número de diapositiva 11">
            <a:extLst>
              <a:ext uri="{FF2B5EF4-FFF2-40B4-BE49-F238E27FC236}">
                <a16:creationId xmlns:a16="http://schemas.microsoft.com/office/drawing/2014/main" id="{D8176CA2-D00D-F84B-96D7-18E3833FE6A6}"/>
              </a:ext>
            </a:extLst>
          </p:cNvPr>
          <p:cNvSpPr txBox="1">
            <a:spLocks/>
          </p:cNvSpPr>
          <p:nvPr userDrawn="1"/>
        </p:nvSpPr>
        <p:spPr>
          <a:xfrm>
            <a:off x="11601400" y="6546627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chemeClr val="bg1"/>
                </a:solidFill>
              </a:rPr>
              <a:pPr algn="ctr"/>
              <a:t>‹#›</a:t>
            </a:fld>
            <a:endParaRPr lang="es-P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4035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ntamina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pic>
        <p:nvPicPr>
          <p:cNvPr id="6" name="Gráfico 5">
            <a:extLst>
              <a:ext uri="{FF2B5EF4-FFF2-40B4-BE49-F238E27FC236}">
                <a16:creationId xmlns:a16="http://schemas.microsoft.com/office/drawing/2014/main" id="{2D155EF9-CFB2-2740-B76C-04210E12A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9530" y="207724"/>
            <a:ext cx="601975" cy="30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04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8E22799D-A2B4-AC47-AF53-A131729C7B63}"/>
              </a:ext>
            </a:extLst>
          </p:cNvPr>
          <p:cNvSpPr/>
          <p:nvPr userDrawn="1"/>
        </p:nvSpPr>
        <p:spPr>
          <a:xfrm>
            <a:off x="0" y="6533932"/>
            <a:ext cx="12192000" cy="324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Marcador de número de diapositiva 11">
            <a:extLst>
              <a:ext uri="{FF2B5EF4-FFF2-40B4-BE49-F238E27FC236}">
                <a16:creationId xmlns:a16="http://schemas.microsoft.com/office/drawing/2014/main" id="{384BD158-1275-5148-8EA9-D6FBA5B23880}"/>
              </a:ext>
            </a:extLst>
          </p:cNvPr>
          <p:cNvSpPr txBox="1">
            <a:spLocks/>
          </p:cNvSpPr>
          <p:nvPr userDrawn="1"/>
        </p:nvSpPr>
        <p:spPr>
          <a:xfrm>
            <a:off x="11601400" y="6546627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chemeClr val="bg1"/>
                </a:solidFill>
              </a:rPr>
              <a:pPr algn="ctr"/>
              <a:t>‹#›</a:t>
            </a:fld>
            <a:endParaRPr lang="es-PE" sz="1400">
              <a:solidFill>
                <a:schemeClr val="bg1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5335AD1-CE13-0640-ACA9-BF275B2CB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9530" y="207724"/>
            <a:ext cx="601975" cy="30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847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6"/>
            <a:ext cx="12192000" cy="686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18932" y="6626727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>
          <a:xfrm>
            <a:off x="418932" y="6626727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-16576" y="6551642"/>
            <a:ext cx="449162" cy="256545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067" smtClean="0">
                <a:solidFill>
                  <a:srgbClr val="647486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067">
              <a:solidFill>
                <a:srgbClr val="647486"/>
              </a:solidFill>
              <a:latin typeface="Tahoma"/>
              <a:ea typeface="ＭＳ Ｐゴシック" charset="0"/>
            </a:endParaRPr>
          </a:p>
        </p:txBody>
      </p:sp>
      <p:sp>
        <p:nvSpPr>
          <p:cNvPr id="13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335281" y="66901"/>
            <a:ext cx="9217104" cy="5218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l">
              <a:defRPr lang="es-PE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n-US"/>
              <a:t>Click to edit Master title style</a:t>
            </a:r>
            <a:endParaRPr lang="en-US" noProof="0"/>
          </a:p>
        </p:txBody>
      </p:sp>
      <p:pic>
        <p:nvPicPr>
          <p:cNvPr id="10" name="Picture 9" descr="Antamina-logomedian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8379" y="6518521"/>
            <a:ext cx="323488" cy="292201"/>
          </a:xfrm>
          <a:prstGeom prst="rect">
            <a:avLst/>
          </a:prstGeom>
        </p:spPr>
      </p:pic>
      <p:sp>
        <p:nvSpPr>
          <p:cNvPr id="12" name="Rectangle 16"/>
          <p:cNvSpPr/>
          <p:nvPr userDrawn="1"/>
        </p:nvSpPr>
        <p:spPr>
          <a:xfrm>
            <a:off x="10073287" y="6582454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2210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Cierre ">
    <p:bg>
      <p:bgPr>
        <a:solidFill>
          <a:srgbClr val="0E7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136" y="6482295"/>
            <a:ext cx="316299" cy="339621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1" y="4252913"/>
            <a:ext cx="7918451" cy="0"/>
          </a:xfrm>
          <a:prstGeom prst="line">
            <a:avLst/>
          </a:prstGeom>
          <a:ln w="635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/>
          <p:cNvCxnSpPr>
            <a:cxnSpLocks noChangeShapeType="1"/>
          </p:cNvCxnSpPr>
          <p:nvPr/>
        </p:nvCxnSpPr>
        <p:spPr bwMode="auto">
          <a:xfrm>
            <a:off x="419100" y="6626229"/>
            <a:ext cx="0" cy="239713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1 Marcador de título"/>
          <p:cNvSpPr>
            <a:spLocks noGrp="1"/>
          </p:cNvSpPr>
          <p:nvPr>
            <p:ph type="title"/>
          </p:nvPr>
        </p:nvSpPr>
        <p:spPr bwMode="auto">
          <a:xfrm>
            <a:off x="575735" y="3691468"/>
            <a:ext cx="7342717" cy="494061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0000" tIns="36000" bIns="36000" anchor="ctr" anchorCtr="0">
            <a:noAutofit/>
          </a:bodyPr>
          <a:lstStyle>
            <a:lvl1pPr algn="l"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s-PE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4252913"/>
            <a:ext cx="7918451" cy="0"/>
          </a:xfrm>
          <a:prstGeom prst="line">
            <a:avLst/>
          </a:prstGeom>
          <a:ln w="635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"/>
          <p:cNvCxnSpPr>
            <a:cxnSpLocks noChangeShapeType="1"/>
          </p:cNvCxnSpPr>
          <p:nvPr/>
        </p:nvCxnSpPr>
        <p:spPr bwMode="auto">
          <a:xfrm>
            <a:off x="419100" y="6626229"/>
            <a:ext cx="0" cy="239713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3"/>
          <p:cNvSpPr/>
          <p:nvPr userDrawn="1"/>
        </p:nvSpPr>
        <p:spPr>
          <a:xfrm>
            <a:off x="-16576" y="6551642"/>
            <a:ext cx="449162" cy="256545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067" smtClean="0">
                <a:solidFill>
                  <a:schemeClr val="bg1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067">
              <a:solidFill>
                <a:schemeClr val="bg1"/>
              </a:solidFill>
              <a:latin typeface="Tahoma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459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6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D22BAB-437F-9AF7-152C-4446DAF1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F31B2F-BF80-A39C-475B-1B4A0C7DD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27582"/>
                </a:solidFill>
              </a:defRPr>
            </a:lvl1pPr>
          </a:lstStyle>
          <a:p>
            <a:fld id="{92911ED8-0423-4E46-BDF0-EC1D611987A6}" type="datetimeFigureOut">
              <a:rPr lang="es-PE" smtClean="0"/>
              <a:pPr/>
              <a:t>16/09/2025</a:t>
            </a:fld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7838F-31D0-6BF6-BE47-FB6E9CF04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E05D8-2CA3-2847-AEAC-4A00D373412A}" type="slidenum">
              <a:rPr lang="es-PE" smtClean="0"/>
              <a:t>‹#›</a:t>
            </a:fld>
            <a:endParaRPr lang="es-PE"/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C95089D1-05E7-3DF6-A46B-12285180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773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17" r:id="rId2"/>
    <p:sldLayoutId id="2147483718" r:id="rId3"/>
    <p:sldLayoutId id="2147483738" r:id="rId4"/>
    <p:sldLayoutId id="2147483739" r:id="rId5"/>
    <p:sldLayoutId id="2147483724" r:id="rId6"/>
    <p:sldLayoutId id="2147483740" r:id="rId7"/>
    <p:sldLayoutId id="2147483725" r:id="rId8"/>
    <p:sldLayoutId id="2147483741" r:id="rId9"/>
    <p:sldLayoutId id="2147483732" r:id="rId10"/>
    <p:sldLayoutId id="2147483731" r:id="rId11"/>
    <p:sldLayoutId id="2147483736" r:id="rId12"/>
    <p:sldLayoutId id="2147483735" r:id="rId13"/>
    <p:sldLayoutId id="2147483734" r:id="rId14"/>
    <p:sldLayoutId id="2147483733" r:id="rId15"/>
    <p:sldLayoutId id="2147483675" r:id="rId16"/>
    <p:sldLayoutId id="2147483677" r:id="rId17"/>
    <p:sldLayoutId id="2147483678" r:id="rId18"/>
    <p:sldLayoutId id="2147483679" r:id="rId19"/>
    <p:sldLayoutId id="2147483681" r:id="rId20"/>
    <p:sldLayoutId id="2147483696" r:id="rId21"/>
    <p:sldLayoutId id="2147483728" r:id="rId22"/>
    <p:sldLayoutId id="2147483729" r:id="rId23"/>
    <p:sldLayoutId id="2147483726" r:id="rId24"/>
    <p:sldLayoutId id="2147483730" r:id="rId25"/>
    <p:sldLayoutId id="2147483727" r:id="rId26"/>
    <p:sldLayoutId id="2147483742" r:id="rId27"/>
    <p:sldLayoutId id="214748374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027582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rgbClr val="56C2B8"/>
          </a:solidFill>
          <a:latin typeface="Roboto" pitchFamily="2" charset="0"/>
          <a:ea typeface="Roboto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4FB8A605-549E-1F4D-B807-1E7FF37323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880" y="1094350"/>
            <a:ext cx="10759159" cy="3071247"/>
          </a:xfrm>
        </p:spPr>
        <p:txBody>
          <a:bodyPr>
            <a:noAutofit/>
          </a:bodyPr>
          <a:lstStyle/>
          <a:p>
            <a:pPr algn="ctr"/>
            <a:r>
              <a:rPr lang="es-PE" sz="3600" dirty="0"/>
              <a:t>Ensayos Geotécnicos  LE2 </a:t>
            </a:r>
          </a:p>
          <a:p>
            <a:pPr algn="ctr"/>
            <a:endParaRPr lang="es-PE" sz="360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41E517C-4583-5B47-B1AD-661213C0AC58}"/>
              </a:ext>
            </a:extLst>
          </p:cNvPr>
          <p:cNvCxnSpPr>
            <a:cxnSpLocks/>
          </p:cNvCxnSpPr>
          <p:nvPr/>
        </p:nvCxnSpPr>
        <p:spPr>
          <a:xfrm flipH="1">
            <a:off x="523880" y="1094351"/>
            <a:ext cx="945847" cy="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D55EF64-7AAA-4CAB-8093-FA138BBAA610}"/>
              </a:ext>
            </a:extLst>
          </p:cNvPr>
          <p:cNvSpPr txBox="1"/>
          <p:nvPr/>
        </p:nvSpPr>
        <p:spPr>
          <a:xfrm>
            <a:off x="3352801" y="3182778"/>
            <a:ext cx="4765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Geotecnia e Hidrogeología PDN</a:t>
            </a:r>
          </a:p>
        </p:txBody>
      </p:sp>
    </p:spTree>
    <p:extLst>
      <p:ext uri="{BB962C8B-B14F-4D97-AF65-F5344CB8AC3E}">
        <p14:creationId xmlns:p14="http://schemas.microsoft.com/office/powerpoint/2010/main" val="218387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F9B0D40-477F-EB1E-3129-2E9B6B146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81"/>
          <a:stretch>
            <a:fillRect/>
          </a:stretch>
        </p:blipFill>
        <p:spPr>
          <a:xfrm>
            <a:off x="1549400" y="701040"/>
            <a:ext cx="8572333" cy="587754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2200" b="0" dirty="0"/>
              <a:t>1. Ubicación Ensayos Geotécnicos LE2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E932B27-59CA-B17D-BD99-338F61680DBA}"/>
              </a:ext>
            </a:extLst>
          </p:cNvPr>
          <p:cNvGrpSpPr/>
          <p:nvPr/>
        </p:nvGrpSpPr>
        <p:grpSpPr>
          <a:xfrm>
            <a:off x="7894320" y="5293563"/>
            <a:ext cx="2191853" cy="1200329"/>
            <a:chOff x="8128000" y="853440"/>
            <a:chExt cx="2387600" cy="1200329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83D3773-5051-B91E-EEDC-6811934392E6}"/>
                </a:ext>
              </a:extLst>
            </p:cNvPr>
            <p:cNvSpPr txBox="1"/>
            <p:nvPr/>
          </p:nvSpPr>
          <p:spPr>
            <a:xfrm>
              <a:off x="8128000" y="853440"/>
              <a:ext cx="2387600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PE" dirty="0"/>
                <a:t>UCS</a:t>
              </a:r>
            </a:p>
            <a:p>
              <a:r>
                <a:rPr lang="es-PE" dirty="0"/>
                <a:t>BT</a:t>
              </a:r>
            </a:p>
            <a:p>
              <a:r>
                <a:rPr lang="es-PE" dirty="0"/>
                <a:t>CD</a:t>
              </a:r>
            </a:p>
            <a:p>
              <a:r>
                <a:rPr lang="es-PE" dirty="0"/>
                <a:t>PLI</a:t>
              </a: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FFE1FEF9-C9F8-E939-FE97-ED34A38702A3}"/>
                </a:ext>
              </a:extLst>
            </p:cNvPr>
            <p:cNvSpPr/>
            <p:nvPr/>
          </p:nvSpPr>
          <p:spPr>
            <a:xfrm>
              <a:off x="8740648" y="944880"/>
              <a:ext cx="156464" cy="17272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3D78FBE8-68C4-2650-C83C-2285EA5BC49D}"/>
                </a:ext>
              </a:extLst>
            </p:cNvPr>
            <p:cNvSpPr/>
            <p:nvPr/>
          </p:nvSpPr>
          <p:spPr>
            <a:xfrm>
              <a:off x="8754226" y="1246575"/>
              <a:ext cx="129309" cy="117970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A0EB7BD3-063A-A506-ECFE-40E04995DA51}"/>
                </a:ext>
              </a:extLst>
            </p:cNvPr>
            <p:cNvSpPr/>
            <p:nvPr/>
          </p:nvSpPr>
          <p:spPr>
            <a:xfrm>
              <a:off x="8764386" y="1531055"/>
              <a:ext cx="129309" cy="117970"/>
            </a:xfrm>
            <a:prstGeom prst="rect">
              <a:avLst/>
            </a:prstGeom>
            <a:solidFill>
              <a:srgbClr val="3939B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1758D36-6F91-B4A5-2B90-1F91A41A4449}"/>
                </a:ext>
              </a:extLst>
            </p:cNvPr>
            <p:cNvSpPr/>
            <p:nvPr/>
          </p:nvSpPr>
          <p:spPr>
            <a:xfrm>
              <a:off x="8754226" y="1795215"/>
              <a:ext cx="129309" cy="117970"/>
            </a:xfrm>
            <a:prstGeom prst="rect">
              <a:avLst/>
            </a:prstGeom>
            <a:solidFill>
              <a:srgbClr val="72D87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9" name="Flecha: hacia arriba 18">
            <a:extLst>
              <a:ext uri="{FF2B5EF4-FFF2-40B4-BE49-F238E27FC236}">
                <a16:creationId xmlns:a16="http://schemas.microsoft.com/office/drawing/2014/main" id="{68B8CA9D-51DE-8C12-C43B-F00A25F9340B}"/>
              </a:ext>
            </a:extLst>
          </p:cNvPr>
          <p:cNvSpPr/>
          <p:nvPr/>
        </p:nvSpPr>
        <p:spPr>
          <a:xfrm>
            <a:off x="1872147" y="1080065"/>
            <a:ext cx="396240" cy="68922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E5F55D4-6441-A44E-0A3E-FD26B15FFE63}"/>
              </a:ext>
            </a:extLst>
          </p:cNvPr>
          <p:cNvSpPr txBox="1"/>
          <p:nvPr/>
        </p:nvSpPr>
        <p:spPr>
          <a:xfrm>
            <a:off x="1788160" y="6218326"/>
            <a:ext cx="2763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/>
              <a:t>Tajo LE2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F4CE2F-059B-BAB1-433A-A5348529FD24}"/>
              </a:ext>
            </a:extLst>
          </p:cNvPr>
          <p:cNvSpPr txBox="1"/>
          <p:nvPr/>
        </p:nvSpPr>
        <p:spPr>
          <a:xfrm>
            <a:off x="914400" y="6578585"/>
            <a:ext cx="69799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Nota: Solo  ensayos desde la configuración del plan minero 2036 hacia abajo.</a:t>
            </a:r>
          </a:p>
        </p:txBody>
      </p:sp>
    </p:spTree>
    <p:extLst>
      <p:ext uri="{BB962C8B-B14F-4D97-AF65-F5344CB8AC3E}">
        <p14:creationId xmlns:p14="http://schemas.microsoft.com/office/powerpoint/2010/main" val="303359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FE2F-9DD2-AAAE-3429-C0B0DA9A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36A0BF8-C4DE-311B-A94A-9BCF82A8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20" y="680912"/>
            <a:ext cx="8168106" cy="589767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E4E5400-07A5-CE2D-55D8-7C34B7C00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2200" b="0" dirty="0"/>
              <a:t>1. Ubicación Datos de RMR, RQ y FF LE2</a:t>
            </a:r>
          </a:p>
        </p:txBody>
      </p:sp>
      <p:sp>
        <p:nvSpPr>
          <p:cNvPr id="19" name="Flecha: hacia arriba 18">
            <a:extLst>
              <a:ext uri="{FF2B5EF4-FFF2-40B4-BE49-F238E27FC236}">
                <a16:creationId xmlns:a16="http://schemas.microsoft.com/office/drawing/2014/main" id="{45319BD0-8351-8E78-4F84-C4081DCDB00B}"/>
              </a:ext>
            </a:extLst>
          </p:cNvPr>
          <p:cNvSpPr/>
          <p:nvPr/>
        </p:nvSpPr>
        <p:spPr>
          <a:xfrm>
            <a:off x="1872147" y="1080065"/>
            <a:ext cx="396240" cy="68922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587FBC2-9F75-4E92-18F7-FC7B82FAF26B}"/>
              </a:ext>
            </a:extLst>
          </p:cNvPr>
          <p:cNvSpPr txBox="1"/>
          <p:nvPr/>
        </p:nvSpPr>
        <p:spPr>
          <a:xfrm>
            <a:off x="1788160" y="6218326"/>
            <a:ext cx="2763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/>
              <a:t>Tajo LE2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84D8383-CED0-BC60-13C3-1C0791D0F3B5}"/>
              </a:ext>
            </a:extLst>
          </p:cNvPr>
          <p:cNvSpPr txBox="1"/>
          <p:nvPr/>
        </p:nvSpPr>
        <p:spPr>
          <a:xfrm>
            <a:off x="914400" y="6578585"/>
            <a:ext cx="69799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Nota: Solo  tramos de RMR  desde la configuración del plan minero 2036 hacia abajo.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E5FCB2-6502-055F-0DE4-81A312286E86}"/>
              </a:ext>
            </a:extLst>
          </p:cNvPr>
          <p:cNvSpPr txBox="1"/>
          <p:nvPr/>
        </p:nvSpPr>
        <p:spPr>
          <a:xfrm>
            <a:off x="8971280" y="833120"/>
            <a:ext cx="792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b="1" dirty="0"/>
              <a:t>100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EFC4E37-B600-BBF2-B9C1-13DCE77FAB5A}"/>
              </a:ext>
            </a:extLst>
          </p:cNvPr>
          <p:cNvSpPr txBox="1"/>
          <p:nvPr/>
        </p:nvSpPr>
        <p:spPr>
          <a:xfrm>
            <a:off x="9011920" y="2133600"/>
            <a:ext cx="792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1941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01F8-6F13-52A4-234B-B04F19B9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B4084-3D80-C668-4D56-3615288E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2200" b="0" dirty="0"/>
              <a:t>2. Resumen Parámetros Geotécnicos L2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033AAF-8FA0-FBDA-4B2C-FFD4DD409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14" y="797560"/>
            <a:ext cx="10795629" cy="565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5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Gracias por su participación</a:t>
            </a:r>
          </a:p>
        </p:txBody>
      </p:sp>
    </p:spTree>
    <p:extLst>
      <p:ext uri="{BB962C8B-B14F-4D97-AF65-F5344CB8AC3E}">
        <p14:creationId xmlns:p14="http://schemas.microsoft.com/office/powerpoint/2010/main" val="4091744558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ANTAMINA paleta">
      <a:dk1>
        <a:srgbClr val="000000"/>
      </a:dk1>
      <a:lt1>
        <a:srgbClr val="FFFFFF"/>
      </a:lt1>
      <a:dk2>
        <a:srgbClr val="464444"/>
      </a:dk2>
      <a:lt2>
        <a:srgbClr val="E7E6E6"/>
      </a:lt2>
      <a:accent1>
        <a:srgbClr val="027481"/>
      </a:accent1>
      <a:accent2>
        <a:srgbClr val="54BEB6"/>
      </a:accent2>
      <a:accent3>
        <a:srgbClr val="004749"/>
      </a:accent3>
      <a:accent4>
        <a:srgbClr val="82E4D3"/>
      </a:accent4>
      <a:accent5>
        <a:srgbClr val="00A5AC"/>
      </a:accent5>
      <a:accent6>
        <a:srgbClr val="CCF8F2"/>
      </a:accent6>
      <a:hlink>
        <a:srgbClr val="0563C1"/>
      </a:hlink>
      <a:folHlink>
        <a:srgbClr val="78767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TAMIMA PPT Oficial template" id="{421D8B96-A467-844A-8D86-30DD252CF762}" vid="{7C7DDB27-C5A3-F34E-9498-C0BCF1C06AC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6ffd6e-a472-4d89-8389-22510b1ccb15">
      <Terms xmlns="http://schemas.microsoft.com/office/infopath/2007/PartnerControls"/>
    </lcf76f155ced4ddcb4097134ff3c332f>
    <TaxCatchAll xmlns="00cc4901-d8ed-4b66-84e0-c089734c9e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BDF542453A845B72539E3136F7726" ma:contentTypeVersion="13" ma:contentTypeDescription="Create a new document." ma:contentTypeScope="" ma:versionID="4302ec45fdf5406b947526ec9b324f7c">
  <xsd:schema xmlns:xsd="http://www.w3.org/2001/XMLSchema" xmlns:xs="http://www.w3.org/2001/XMLSchema" xmlns:p="http://schemas.microsoft.com/office/2006/metadata/properties" xmlns:ns2="8c6ffd6e-a472-4d89-8389-22510b1ccb15" xmlns:ns3="00cc4901-d8ed-4b66-84e0-c089734c9eb5" targetNamespace="http://schemas.microsoft.com/office/2006/metadata/properties" ma:root="true" ma:fieldsID="f75266f505d798e64a3056bab3e9879f" ns2:_="" ns3:_="">
    <xsd:import namespace="8c6ffd6e-a472-4d89-8389-22510b1ccb15"/>
    <xsd:import namespace="00cc4901-d8ed-4b66-84e0-c089734c9e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ffd6e-a472-4d89-8389-22510b1ccb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e207be7-fb2c-4f25-b21b-ed1f2a5b3b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c4901-d8ed-4b66-84e0-c089734c9eb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4d82bda-e000-4811-8dfb-3ea37b1d7765}" ma:internalName="TaxCatchAll" ma:showField="CatchAllData" ma:web="00cc4901-d8ed-4b66-84e0-c089734c9e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8C3750-5197-4C14-80B1-DB940F0A5D25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8c6ffd6e-a472-4d89-8389-22510b1ccb15"/>
    <ds:schemaRef ds:uri="00cc4901-d8ed-4b66-84e0-c089734c9eb5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8F7FE6-8996-4506-89C6-FBB8E22894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1B88F5-ACBD-4F8D-942E-DF16109146C8}"/>
</file>

<file path=docMetadata/LabelInfo.xml><?xml version="1.0" encoding="utf-8"?>
<clbl:labelList xmlns:clbl="http://schemas.microsoft.com/office/2020/mipLabelMetadata">
  <clbl:label id="{59096ad9-8b60-446a-90b7-017dbb9421a3}" enabled="1" method="Standard" siteId="{3d234255-e20f-4205-88a5-9658a402999b}" removed="0"/>
  <clbl:label id="{81d62175-1b4e-4e3e-ab07-9155ea9063ab}" enabled="0" method="" siteId="{81d62175-1b4e-4e3e-ab07-9155ea9063a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Diseño personalizado</Template>
  <TotalTime>11532</TotalTime>
  <Words>74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Roboto</vt:lpstr>
      <vt:lpstr>Roboto Black</vt:lpstr>
      <vt:lpstr>Tahoma</vt:lpstr>
      <vt:lpstr>Diseño personalizado</vt:lpstr>
      <vt:lpstr>PowerPoint Presentation</vt:lpstr>
      <vt:lpstr>1. Ubicación Ensayos Geotécnicos LE2</vt:lpstr>
      <vt:lpstr>1. Ubicación Datos de RMR, RQ y FF LE2</vt:lpstr>
      <vt:lpstr>2. Resumen Parámetros Geotécnicos L2</vt:lpstr>
      <vt:lpstr>Gracias por su participación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User;golivos@antamina.com</dc:creator>
  <cp:lastModifiedBy>Escalante, George</cp:lastModifiedBy>
  <cp:revision>191</cp:revision>
  <cp:lastPrinted>2024-04-28T23:40:15Z</cp:lastPrinted>
  <dcterms:created xsi:type="dcterms:W3CDTF">2023-02-24T17:45:25Z</dcterms:created>
  <dcterms:modified xsi:type="dcterms:W3CDTF">2025-09-16T22:15:00Z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0x010100B12BDF542453A845B72539E3136F7726</vt:lpwstr>
  </property>
  <property fmtid="{D5CDD505-2E9C-101B-9397-08002B2CF9AE}" pid="3" name="MediaServiceImageTags">
    <vt:lpwstr/>
  </property>
</Properties>
</file>